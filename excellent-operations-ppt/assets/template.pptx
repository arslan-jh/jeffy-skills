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8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26"/>
  </p:notesMasterIdLst>
  <p:sldIdLst>
    <p:sldId id="440" r:id="rId2"/>
    <p:sldId id="430" r:id="rId3"/>
    <p:sldId id="306" r:id="rId4"/>
    <p:sldId id="2147483575" r:id="rId5"/>
    <p:sldId id="356" r:id="rId6"/>
    <p:sldId id="2147483571" r:id="rId7"/>
    <p:sldId id="341" r:id="rId8"/>
    <p:sldId id="2147483573" r:id="rId9"/>
    <p:sldId id="2147482362" r:id="rId10"/>
    <p:sldId id="2147483164" r:id="rId11"/>
    <p:sldId id="2147482365" r:id="rId12"/>
    <p:sldId id="2147483165" r:id="rId13"/>
    <p:sldId id="354" r:id="rId14"/>
    <p:sldId id="320" r:id="rId15"/>
    <p:sldId id="348" r:id="rId16"/>
    <p:sldId id="321" r:id="rId17"/>
    <p:sldId id="351" r:id="rId18"/>
    <p:sldId id="322" r:id="rId19"/>
    <p:sldId id="350" r:id="rId20"/>
    <p:sldId id="328" r:id="rId21"/>
    <p:sldId id="326" r:id="rId22"/>
    <p:sldId id="2147483570" r:id="rId23"/>
    <p:sldId id="2147483567" r:id="rId24"/>
    <p:sldId id="352" r:id="rId25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目录" id="{40E27D8A-2513-4A9C-B378-97B332FB3077}">
          <p14:sldIdLst>
            <p14:sldId id="440"/>
            <p14:sldId id="430"/>
            <p14:sldId id="306"/>
            <p14:sldId id="2147483575"/>
          </p14:sldIdLst>
        </p14:section>
        <p14:section name="常用组件" id="{94D8B0AD-F92C-4179-90E0-C8022EEB2683}">
          <p14:sldIdLst>
            <p14:sldId id="356"/>
            <p14:sldId id="2147483571"/>
            <p14:sldId id="341"/>
            <p14:sldId id="2147483573"/>
            <p14:sldId id="2147482362"/>
            <p14:sldId id="2147483164"/>
            <p14:sldId id="2147482365"/>
          </p14:sldIdLst>
        </p14:section>
        <p14:section name="页面布局" id="{4F1D27EB-1FCE-4755-8FE7-22DE67A8596F}">
          <p14:sldIdLst>
            <p14:sldId id="2147483165"/>
            <p14:sldId id="354"/>
            <p14:sldId id="320"/>
            <p14:sldId id="348"/>
            <p14:sldId id="321"/>
            <p14:sldId id="351"/>
            <p14:sldId id="322"/>
            <p14:sldId id="350"/>
          </p14:sldIdLst>
        </p14:section>
        <p14:section name="流程图" id="{F24A60CA-2CFB-40AE-B4F2-BEC1F7BAF07F}">
          <p14:sldIdLst>
            <p14:sldId id="328"/>
            <p14:sldId id="326"/>
            <p14:sldId id="2147483570"/>
          </p14:sldIdLst>
        </p14:section>
        <p14:section name="架构图" id="{DFB9C3D8-D57C-48FF-87BF-CA51D5CC17A0}">
          <p14:sldIdLst>
            <p14:sldId id="2147483567"/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900000"/>
    <a:srgbClr val="A72020"/>
    <a:srgbClr val="898989"/>
    <a:srgbClr val="9E9E9E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7" autoAdjust="0"/>
    <p:restoredTop sz="89210" autoAdjust="0"/>
  </p:normalViewPr>
  <p:slideViewPr>
    <p:cSldViewPr snapToGrid="0">
      <p:cViewPr varScale="1">
        <p:scale>
          <a:sx n="66" d="100"/>
          <a:sy n="66" d="100"/>
        </p:scale>
        <p:origin x="132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Sheet1!$G$17</c:f>
              <c:strCache>
                <c:ptCount val="1"/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Sheet1!$G$18:$G$29</c:f>
              <c:numCache>
                <c:formatCode>General</c:formatCode>
                <c:ptCount val="12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2.8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68-4D39-BB54-6C0E9B288DB9}"/>
            </c:ext>
          </c:extLst>
        </c:ser>
        <c:ser>
          <c:idx val="1"/>
          <c:order val="1"/>
          <c:tx>
            <c:strRef>
              <c:f>Sheet1!$H$17</c:f>
              <c:strCache>
                <c:ptCount val="1"/>
                <c:pt idx="0">
                  <c:v>机房</c:v>
                </c:pt>
              </c:strCache>
            </c:strRef>
          </c:tx>
          <c:spPr>
            <a:solidFill>
              <a:srgbClr val="D53C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Sheet1!$H$18:$H$29</c:f>
              <c:numCache>
                <c:formatCode>0.0</c:formatCode>
                <c:ptCount val="12"/>
                <c:pt idx="0">
                  <c:v>4.5486309502850828</c:v>
                </c:pt>
                <c:pt idx="1">
                  <c:v>5.1720674705506067</c:v>
                </c:pt>
                <c:pt idx="2">
                  <c:v>3.9579367202281421</c:v>
                </c:pt>
                <c:pt idx="3">
                  <c:v>4.8230900971714297</c:v>
                </c:pt>
                <c:pt idx="4">
                  <c:v>4.8734249664033529</c:v>
                </c:pt>
                <c:pt idx="5">
                  <c:v>4.9669619074310072</c:v>
                </c:pt>
                <c:pt idx="6">
                  <c:v>5.0958034492410897</c:v>
                </c:pt>
                <c:pt idx="7">
                  <c:v>6.1823827886682139</c:v>
                </c:pt>
                <c:pt idx="8">
                  <c:v>6.1889056686682133</c:v>
                </c:pt>
                <c:pt idx="9">
                  <c:v>6.1966931886682142</c:v>
                </c:pt>
                <c:pt idx="10">
                  <c:v>6.1966931886682142</c:v>
                </c:pt>
                <c:pt idx="11">
                  <c:v>6.2053959086682138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68-4D39-BB54-6C0E9B288DB9}"/>
            </c:ext>
          </c:extLst>
        </c:ser>
        <c:ser>
          <c:idx val="2"/>
          <c:order val="2"/>
          <c:tx>
            <c:strRef>
              <c:f>Sheet1!$I$17</c:f>
              <c:strCache>
                <c:ptCount val="1"/>
                <c:pt idx="0">
                  <c:v>设备</c:v>
                </c:pt>
              </c:strCache>
            </c:strRef>
          </c:tx>
          <c:spPr>
            <a:solidFill>
              <a:srgbClr val="E3787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Sheet1!$I$18:$I$29</c:f>
              <c:numCache>
                <c:formatCode>0.0</c:formatCode>
                <c:ptCount val="12"/>
                <c:pt idx="0">
                  <c:v>6.8578127383188345</c:v>
                </c:pt>
                <c:pt idx="1">
                  <c:v>6.8315510869450415</c:v>
                </c:pt>
                <c:pt idx="2">
                  <c:v>7.1194526488679024</c:v>
                </c:pt>
                <c:pt idx="3">
                  <c:v>7.1179641988886271</c:v>
                </c:pt>
                <c:pt idx="4">
                  <c:v>7.9906585599516555</c:v>
                </c:pt>
                <c:pt idx="5">
                  <c:v>7.5590310942370191</c:v>
                </c:pt>
                <c:pt idx="6">
                  <c:v>7.7574910967102744</c:v>
                </c:pt>
                <c:pt idx="7">
                  <c:v>7.936816774177796</c:v>
                </c:pt>
                <c:pt idx="8">
                  <c:v>8.2994169700441827</c:v>
                </c:pt>
                <c:pt idx="9">
                  <c:v>8.6003926348798974</c:v>
                </c:pt>
                <c:pt idx="10">
                  <c:v>8.4745462095153012</c:v>
                </c:pt>
                <c:pt idx="11">
                  <c:v>10.254552411699228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68-4D39-BB54-6C0E9B288DB9}"/>
            </c:ext>
          </c:extLst>
        </c:ser>
        <c:ser>
          <c:idx val="3"/>
          <c:order val="3"/>
          <c:tx>
            <c:strRef>
              <c:f>Sheet1!$J$17</c:f>
              <c:strCache>
                <c:ptCount val="1"/>
                <c:pt idx="0">
                  <c:v>网络</c:v>
                </c:pt>
              </c:strCache>
            </c:strRef>
          </c:tx>
          <c:spPr>
            <a:solidFill>
              <a:srgbClr val="F1B4B6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6.9531003345152994E-3"/>
                  <c:y val="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068-4D39-BB54-6C0E9B288DB9}"/>
                </c:ext>
              </c:extLst>
            </c:dLbl>
            <c:dLbl>
              <c:idx val="6"/>
              <c:layout>
                <c:manualLayout>
                  <c:x val="0"/>
                  <c:y val="9.262875670692286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068-4D39-BB54-6C0E9B288DB9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068-4D39-BB54-6C0E9B288D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Sheet1!$J$18:$J$29</c:f>
              <c:numCache>
                <c:formatCode>0.0_ </c:formatCode>
                <c:ptCount val="12"/>
                <c:pt idx="0">
                  <c:v>3.2566767160640202</c:v>
                </c:pt>
                <c:pt idx="1">
                  <c:v>3.2218950503455375</c:v>
                </c:pt>
                <c:pt idx="2">
                  <c:v>3.2204422379405373</c:v>
                </c:pt>
                <c:pt idx="3">
                  <c:v>3.2732264248669134</c:v>
                </c:pt>
                <c:pt idx="4">
                  <c:v>3.4245389700277631</c:v>
                </c:pt>
                <c:pt idx="5">
                  <c:v>3.3538849758970066</c:v>
                </c:pt>
                <c:pt idx="6">
                  <c:v>3.4463236972099516</c:v>
                </c:pt>
                <c:pt idx="7">
                  <c:v>3.53869639259679</c:v>
                </c:pt>
                <c:pt idx="8">
                  <c:v>3.6507515971622535</c:v>
                </c:pt>
                <c:pt idx="9">
                  <c:v>3.7193722781972993</c:v>
                </c:pt>
                <c:pt idx="10">
                  <c:v>3.77972627704942</c:v>
                </c:pt>
                <c:pt idx="11">
                  <c:v>3.8925455779342775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68-4D39-BB54-6C0E9B288DB9}"/>
            </c:ext>
          </c:extLst>
        </c:ser>
        <c:ser>
          <c:idx val="4"/>
          <c:order val="4"/>
          <c:tx>
            <c:strRef>
              <c:f>Sheet1!$K$17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FFF1EF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0"/>
                  <c:y val="-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068-4D39-BB54-6C0E9B288DB9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068-4D39-BB54-6C0E9B288D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Sheet1!$K$18:$K$29</c:f>
              <c:numCache>
                <c:formatCode>0.0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068-4D39-BB54-6C0E9B288D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18915376"/>
        <c:axId val="498225216"/>
      </c:barChart>
      <c:catAx>
        <c:axId val="21891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225216"/>
        <c:crosses val="autoZero"/>
        <c:auto val="1"/>
        <c:lblAlgn val="ctr"/>
        <c:lblOffset val="100"/>
        <c:noMultiLvlLbl val="0"/>
      </c:catAx>
      <c:valAx>
        <c:axId val="498225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8915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Sheet1!$G$17</c:f>
              <c:strCache>
                <c:ptCount val="1"/>
              </c:strCache>
            </c:strRef>
          </c:tx>
          <c:spPr>
            <a:solidFill>
              <a:srgbClr val="8C8C8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Sheet1!$G$18:$G$29</c:f>
              <c:numCache>
                <c:formatCode>General</c:formatCode>
                <c:ptCount val="12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2.8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39-4E2A-B42E-9E6730B0669F}"/>
            </c:ext>
          </c:extLst>
        </c:ser>
        <c:ser>
          <c:idx val="1"/>
          <c:order val="1"/>
          <c:tx>
            <c:strRef>
              <c:f>Sheet1!$H$17</c:f>
              <c:strCache>
                <c:ptCount val="1"/>
                <c:pt idx="0">
                  <c:v>机房</c:v>
                </c:pt>
              </c:strCache>
            </c:strRef>
          </c:tx>
          <c:spPr>
            <a:solidFill>
              <a:schemeClr val="tx2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Sheet1!$H$18:$H$29</c:f>
              <c:numCache>
                <c:formatCode>0.0</c:formatCode>
                <c:ptCount val="12"/>
                <c:pt idx="0">
                  <c:v>4.5486309502850828</c:v>
                </c:pt>
                <c:pt idx="1">
                  <c:v>5.1720674705506067</c:v>
                </c:pt>
                <c:pt idx="2">
                  <c:v>3.9579367202281421</c:v>
                </c:pt>
                <c:pt idx="3">
                  <c:v>4.8230900971714297</c:v>
                </c:pt>
                <c:pt idx="4">
                  <c:v>4.8734249664033529</c:v>
                </c:pt>
                <c:pt idx="5">
                  <c:v>4.9669619074310072</c:v>
                </c:pt>
                <c:pt idx="6">
                  <c:v>5.0958034492410897</c:v>
                </c:pt>
                <c:pt idx="7">
                  <c:v>6.1823827886682139</c:v>
                </c:pt>
                <c:pt idx="8">
                  <c:v>6.1889056686682133</c:v>
                </c:pt>
                <c:pt idx="9">
                  <c:v>6.1966931886682142</c:v>
                </c:pt>
                <c:pt idx="10">
                  <c:v>6.1966931886682142</c:v>
                </c:pt>
                <c:pt idx="11">
                  <c:v>6.2053959086682138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39-4E2A-B42E-9E6730B0669F}"/>
            </c:ext>
          </c:extLst>
        </c:ser>
        <c:ser>
          <c:idx val="2"/>
          <c:order val="2"/>
          <c:tx>
            <c:strRef>
              <c:f>Sheet1!$I$17</c:f>
              <c:strCache>
                <c:ptCount val="1"/>
                <c:pt idx="0">
                  <c:v>设备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Sheet1!$I$18:$I$29</c:f>
              <c:numCache>
                <c:formatCode>0.0</c:formatCode>
                <c:ptCount val="12"/>
                <c:pt idx="0">
                  <c:v>6.8578127383188345</c:v>
                </c:pt>
                <c:pt idx="1">
                  <c:v>6.8315510869450415</c:v>
                </c:pt>
                <c:pt idx="2">
                  <c:v>7.1194526488679024</c:v>
                </c:pt>
                <c:pt idx="3">
                  <c:v>7.1179641988886271</c:v>
                </c:pt>
                <c:pt idx="4">
                  <c:v>7.9906585599516555</c:v>
                </c:pt>
                <c:pt idx="5">
                  <c:v>7.5590310942370191</c:v>
                </c:pt>
                <c:pt idx="6">
                  <c:v>7.7574910967102744</c:v>
                </c:pt>
                <c:pt idx="7">
                  <c:v>7.936816774177796</c:v>
                </c:pt>
                <c:pt idx="8">
                  <c:v>8.2994169700441827</c:v>
                </c:pt>
                <c:pt idx="9">
                  <c:v>8.6003926348798974</c:v>
                </c:pt>
                <c:pt idx="10">
                  <c:v>8.4745462095153012</c:v>
                </c:pt>
                <c:pt idx="11">
                  <c:v>10.254552411699228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39-4E2A-B42E-9E6730B0669F}"/>
            </c:ext>
          </c:extLst>
        </c:ser>
        <c:ser>
          <c:idx val="3"/>
          <c:order val="3"/>
          <c:tx>
            <c:strRef>
              <c:f>Sheet1!$J$17</c:f>
              <c:strCache>
                <c:ptCount val="1"/>
                <c:pt idx="0">
                  <c:v>网络</c:v>
                </c:pt>
              </c:strCache>
            </c:strRef>
          </c:tx>
          <c:spPr>
            <a:solidFill>
              <a:schemeClr val="tx2">
                <a:lumMod val="8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6.9531003345152994E-3"/>
                  <c:y val="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D39-4E2A-B42E-9E6730B0669F}"/>
                </c:ext>
              </c:extLst>
            </c:dLbl>
            <c:dLbl>
              <c:idx val="6"/>
              <c:layout>
                <c:manualLayout>
                  <c:x val="0"/>
                  <c:y val="9.262875670692286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D39-4E2A-B42E-9E6730B0669F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D39-4E2A-B42E-9E6730B066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Sheet1!$J$18:$J$29</c:f>
              <c:numCache>
                <c:formatCode>0.0_ </c:formatCode>
                <c:ptCount val="12"/>
                <c:pt idx="0">
                  <c:v>3.2566767160640202</c:v>
                </c:pt>
                <c:pt idx="1">
                  <c:v>3.2218950503455375</c:v>
                </c:pt>
                <c:pt idx="2">
                  <c:v>3.2204422379405373</c:v>
                </c:pt>
                <c:pt idx="3">
                  <c:v>3.2732264248669134</c:v>
                </c:pt>
                <c:pt idx="4">
                  <c:v>3.4245389700277631</c:v>
                </c:pt>
                <c:pt idx="5">
                  <c:v>3.3538849758970066</c:v>
                </c:pt>
                <c:pt idx="6">
                  <c:v>3.4463236972099516</c:v>
                </c:pt>
                <c:pt idx="7">
                  <c:v>3.53869639259679</c:v>
                </c:pt>
                <c:pt idx="8">
                  <c:v>3.6507515971622535</c:v>
                </c:pt>
                <c:pt idx="9">
                  <c:v>3.7193722781972993</c:v>
                </c:pt>
                <c:pt idx="10">
                  <c:v>3.77972627704942</c:v>
                </c:pt>
                <c:pt idx="11">
                  <c:v>3.8925455779342775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D39-4E2A-B42E-9E6730B0669F}"/>
            </c:ext>
          </c:extLst>
        </c:ser>
        <c:ser>
          <c:idx val="4"/>
          <c:order val="4"/>
          <c:tx>
            <c:strRef>
              <c:f>Sheet1!$K$17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chemeClr val="tx2">
                <a:lumMod val="9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0"/>
                  <c:y val="-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D39-4E2A-B42E-9E6730B0669F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D39-4E2A-B42E-9E6730B066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Sheet1!$K$18:$K$29</c:f>
              <c:numCache>
                <c:formatCode>0.0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D39-4E2A-B42E-9E6730B0669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18915376"/>
        <c:axId val="498225216"/>
      </c:barChart>
      <c:catAx>
        <c:axId val="21891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225216"/>
        <c:crosses val="autoZero"/>
        <c:auto val="1"/>
        <c:lblAlgn val="ctr"/>
        <c:lblOffset val="100"/>
        <c:noMultiLvlLbl val="0"/>
      </c:catAx>
      <c:valAx>
        <c:axId val="498225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8915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Sheet1!$G$17</c:f>
              <c:strCache>
                <c:ptCount val="1"/>
              </c:strCache>
            </c:strRef>
          </c:tx>
          <c:spPr>
            <a:solidFill>
              <a:srgbClr val="115C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Sheet1!$G$18:$G$29</c:f>
              <c:numCache>
                <c:formatCode>General</c:formatCode>
                <c:ptCount val="12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2.8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AF-4121-AD8C-2BCF37556CF2}"/>
            </c:ext>
          </c:extLst>
        </c:ser>
        <c:ser>
          <c:idx val="1"/>
          <c:order val="1"/>
          <c:tx>
            <c:strRef>
              <c:f>Sheet1!$H$17</c:f>
              <c:strCache>
                <c:ptCount val="1"/>
                <c:pt idx="0">
                  <c:v>机房</c:v>
                </c:pt>
              </c:strCache>
            </c:strRef>
          </c:tx>
          <c:spPr>
            <a:solidFill>
              <a:srgbClr val="4883B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Sheet1!$H$18:$H$29</c:f>
              <c:numCache>
                <c:formatCode>0.0</c:formatCode>
                <c:ptCount val="12"/>
                <c:pt idx="0">
                  <c:v>4.5486309502850828</c:v>
                </c:pt>
                <c:pt idx="1">
                  <c:v>5.1720674705506067</c:v>
                </c:pt>
                <c:pt idx="2">
                  <c:v>3.9579367202281421</c:v>
                </c:pt>
                <c:pt idx="3">
                  <c:v>4.8230900971714297</c:v>
                </c:pt>
                <c:pt idx="4">
                  <c:v>4.8734249664033529</c:v>
                </c:pt>
                <c:pt idx="5">
                  <c:v>4.9669619074310072</c:v>
                </c:pt>
                <c:pt idx="6">
                  <c:v>5.0958034492410897</c:v>
                </c:pt>
                <c:pt idx="7">
                  <c:v>6.1823827886682139</c:v>
                </c:pt>
                <c:pt idx="8">
                  <c:v>6.1889056686682133</c:v>
                </c:pt>
                <c:pt idx="9">
                  <c:v>6.1966931886682142</c:v>
                </c:pt>
                <c:pt idx="10">
                  <c:v>6.1966931886682142</c:v>
                </c:pt>
                <c:pt idx="11">
                  <c:v>6.2053959086682138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AF-4121-AD8C-2BCF37556CF2}"/>
            </c:ext>
          </c:extLst>
        </c:ser>
        <c:ser>
          <c:idx val="2"/>
          <c:order val="2"/>
          <c:tx>
            <c:strRef>
              <c:f>Sheet1!$I$17</c:f>
              <c:strCache>
                <c:ptCount val="1"/>
                <c:pt idx="0">
                  <c:v>设备</c:v>
                </c:pt>
              </c:strCache>
            </c:strRef>
          </c:tx>
          <c:spPr>
            <a:solidFill>
              <a:srgbClr val="7FAAD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Sheet1!$I$18:$I$29</c:f>
              <c:numCache>
                <c:formatCode>0.0</c:formatCode>
                <c:ptCount val="12"/>
                <c:pt idx="0">
                  <c:v>6.8578127383188345</c:v>
                </c:pt>
                <c:pt idx="1">
                  <c:v>6.8315510869450415</c:v>
                </c:pt>
                <c:pt idx="2">
                  <c:v>7.1194526488679024</c:v>
                </c:pt>
                <c:pt idx="3">
                  <c:v>7.1179641988886271</c:v>
                </c:pt>
                <c:pt idx="4">
                  <c:v>7.9906585599516555</c:v>
                </c:pt>
                <c:pt idx="5">
                  <c:v>7.5590310942370191</c:v>
                </c:pt>
                <c:pt idx="6">
                  <c:v>7.7574910967102744</c:v>
                </c:pt>
                <c:pt idx="7">
                  <c:v>7.936816774177796</c:v>
                </c:pt>
                <c:pt idx="8">
                  <c:v>8.2994169700441827</c:v>
                </c:pt>
                <c:pt idx="9">
                  <c:v>8.6003926348798974</c:v>
                </c:pt>
                <c:pt idx="10">
                  <c:v>8.4745462095153012</c:v>
                </c:pt>
                <c:pt idx="11">
                  <c:v>10.254552411699228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CAF-4121-AD8C-2BCF37556CF2}"/>
            </c:ext>
          </c:extLst>
        </c:ser>
        <c:ser>
          <c:idx val="3"/>
          <c:order val="3"/>
          <c:tx>
            <c:strRef>
              <c:f>Sheet1!$J$17</c:f>
              <c:strCache>
                <c:ptCount val="1"/>
                <c:pt idx="0">
                  <c:v>网络</c:v>
                </c:pt>
              </c:strCache>
            </c:strRef>
          </c:tx>
          <c:spPr>
            <a:solidFill>
              <a:srgbClr val="B6D1E9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6.9531003345152994E-3"/>
                  <c:y val="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AF-4121-AD8C-2BCF37556CF2}"/>
                </c:ext>
              </c:extLst>
            </c:dLbl>
            <c:dLbl>
              <c:idx val="6"/>
              <c:layout>
                <c:manualLayout>
                  <c:x val="0"/>
                  <c:y val="9.262875670692286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AF-4121-AD8C-2BCF37556CF2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AF-4121-AD8C-2BCF37556C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Sheet1!$J$18:$J$29</c:f>
              <c:numCache>
                <c:formatCode>0.0_ </c:formatCode>
                <c:ptCount val="12"/>
                <c:pt idx="0">
                  <c:v>3.2566767160640202</c:v>
                </c:pt>
                <c:pt idx="1">
                  <c:v>3.2218950503455375</c:v>
                </c:pt>
                <c:pt idx="2">
                  <c:v>3.2204422379405373</c:v>
                </c:pt>
                <c:pt idx="3">
                  <c:v>3.2732264248669134</c:v>
                </c:pt>
                <c:pt idx="4">
                  <c:v>3.4245389700277631</c:v>
                </c:pt>
                <c:pt idx="5">
                  <c:v>3.3538849758970066</c:v>
                </c:pt>
                <c:pt idx="6">
                  <c:v>3.4463236972099516</c:v>
                </c:pt>
                <c:pt idx="7">
                  <c:v>3.53869639259679</c:v>
                </c:pt>
                <c:pt idx="8">
                  <c:v>3.6507515971622535</c:v>
                </c:pt>
                <c:pt idx="9">
                  <c:v>3.7193722781972993</c:v>
                </c:pt>
                <c:pt idx="10">
                  <c:v>3.77972627704942</c:v>
                </c:pt>
                <c:pt idx="11">
                  <c:v>3.8925455779342775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AF-4121-AD8C-2BCF37556CF2}"/>
            </c:ext>
          </c:extLst>
        </c:ser>
        <c:ser>
          <c:idx val="4"/>
          <c:order val="4"/>
          <c:tx>
            <c:strRef>
              <c:f>Sheet1!$K$17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EEF8FE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0"/>
                  <c:y val="-4.96934462170179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AF-4121-AD8C-2BCF37556CF2}"/>
                </c:ext>
              </c:extLst>
            </c:dLbl>
            <c:dLbl>
              <c:idx val="7"/>
              <c:layout>
                <c:manualLayout>
                  <c:x val="0"/>
                  <c:y val="4.63143783534618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CAF-4121-AD8C-2BCF37556C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Sheet1!$F$18:$F$29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Sheet1!$K$18:$K$29</c:f>
              <c:numCache>
                <c:formatCode>0.0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6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CAF-4121-AD8C-2BCF37556CF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18915376"/>
        <c:axId val="498225216"/>
      </c:barChart>
      <c:catAx>
        <c:axId val="21891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>
                <a:lumMod val="40000"/>
                <a:lumOff val="6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8225216"/>
        <c:crosses val="autoZero"/>
        <c:auto val="1"/>
        <c:lblAlgn val="ctr"/>
        <c:lblOffset val="100"/>
        <c:noMultiLvlLbl val="0"/>
      </c:catAx>
      <c:valAx>
        <c:axId val="4982252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8915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8823331366065206"/>
          <c:y val="0.12360501723191551"/>
          <c:w val="0.62903232528674324"/>
          <c:h val="0.77914680221541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项目数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C00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4FA-4741-9C1D-3CDE3711DC12}"/>
              </c:ext>
            </c:extLst>
          </c:dPt>
          <c:dPt>
            <c:idx val="1"/>
            <c:bubble3D val="0"/>
            <c:spPr>
              <a:solidFill>
                <a:srgbClr val="D53C4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4FA-4741-9C1D-3CDE3711DC12}"/>
              </c:ext>
            </c:extLst>
          </c:dPt>
          <c:dPt>
            <c:idx val="2"/>
            <c:bubble3D val="0"/>
            <c:spPr>
              <a:solidFill>
                <a:srgbClr val="E3787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4FA-4741-9C1D-3CDE3711DC12}"/>
              </c:ext>
            </c:extLst>
          </c:dPt>
          <c:dPt>
            <c:idx val="3"/>
            <c:bubble3D val="0"/>
            <c:spPr>
              <a:solidFill>
                <a:srgbClr val="F1B4B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4FA-4741-9C1D-3CDE3711DC12}"/>
              </c:ext>
            </c:extLst>
          </c:dPt>
          <c:dPt>
            <c:idx val="4"/>
            <c:bubble3D val="0"/>
            <c:spPr>
              <a:solidFill>
                <a:srgbClr val="FFF1E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4FA-4741-9C1D-3CDE3711DC12}"/>
              </c:ext>
            </c:extLst>
          </c:dPt>
          <c:dPt>
            <c:idx val="5"/>
            <c:bubble3D val="0"/>
            <c:spPr>
              <a:solidFill>
                <a:srgbClr val="8C8C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4FA-4741-9C1D-3CDE3711DC12}"/>
              </c:ext>
            </c:extLst>
          </c:dPt>
          <c:dPt>
            <c:idx val="6"/>
            <c:bubble3D val="0"/>
            <c:spPr>
              <a:solidFill>
                <a:srgbClr val="A6A6A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04FA-4741-9C1D-3CDE3711DC12}"/>
              </c:ext>
            </c:extLst>
          </c:dPt>
          <c:dPt>
            <c:idx val="7"/>
            <c:bubble3D val="0"/>
            <c:spPr>
              <a:solidFill>
                <a:srgbClr val="BFBFB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4FA-4741-9C1D-3CDE3711DC12}"/>
              </c:ext>
            </c:extLst>
          </c:dPt>
          <c:dPt>
            <c:idx val="8"/>
            <c:bubble3D val="0"/>
            <c:spPr>
              <a:solidFill>
                <a:srgbClr val="D9D9D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4FA-4741-9C1D-3CDE3711DC12}"/>
              </c:ext>
            </c:extLst>
          </c:dPt>
          <c:dPt>
            <c:idx val="9"/>
            <c:bubble3D val="0"/>
            <c:spPr>
              <a:solidFill>
                <a:srgbClr val="F2F2F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4FA-4741-9C1D-3CDE3711DC1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4FA-4741-9C1D-3CDE3711DC1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4FA-4741-9C1D-3CDE3711DC1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4FA-4741-9C1D-3CDE3711DC12}"/>
                </c:ext>
              </c:extLst>
            </c:dLbl>
            <c:dLbl>
              <c:idx val="3"/>
              <c:layout>
                <c:manualLayout>
                  <c:x val="-0.22534658635583826"/>
                  <c:y val="7.217414215934643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prstClr val="black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zh-CN" altLang="en-US" sz="900" b="0" i="0" u="none" strike="noStrike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项目</a:t>
                    </a:r>
                    <a:r>
                      <a:rPr lang="en-US" altLang="zh-CN" sz="900" b="0" i="0" u="none" strike="noStrike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4, 00</a:t>
                    </a:r>
                  </a:p>
                </c:rich>
              </c:tx>
              <c:spPr>
                <a:solidFill>
                  <a:srgbClr val="F1B4B6"/>
                </a:solidFill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4FA-4741-9C1D-3CDE3711DC12}"/>
                </c:ext>
              </c:extLst>
            </c:dLbl>
            <c:dLbl>
              <c:idx val="4"/>
              <c:layout>
                <c:manualLayout>
                  <c:x val="-0.18821819751950633"/>
                  <c:y val="-7.0521333119733286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zh-CN" altLang="en-US" sz="900" b="0" i="0" u="none" strike="noStrike" kern="1200" baseline="0" dirty="0">
                        <a:solidFill>
                          <a:srgbClr val="C00000"/>
                        </a:solidFill>
                      </a:rPr>
                      <a:t>项目</a:t>
                    </a:r>
                    <a:r>
                      <a:rPr lang="en-US" altLang="zh-CN" sz="900" b="0" i="0" u="none" strike="noStrike" kern="1200" baseline="0" dirty="0">
                        <a:solidFill>
                          <a:srgbClr val="C00000"/>
                        </a:solidFill>
                      </a:rPr>
                      <a:t>5, 00</a:t>
                    </a:r>
                  </a:p>
                </c:rich>
              </c:tx>
              <c:spPr>
                <a:solidFill>
                  <a:srgbClr val="FFF1EF"/>
                </a:solidFill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rgbClr val="C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4FA-4741-9C1D-3CDE3711DC1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04FA-4741-9C1D-3CDE3711DC1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04FA-4741-9C1D-3CDE3711DC1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04FA-4741-9C1D-3CDE3711DC12}"/>
                </c:ext>
              </c:extLst>
            </c:dLbl>
            <c:dLbl>
              <c:idx val="8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04FA-4741-9C1D-3CDE3711DC12}"/>
                </c:ext>
              </c:extLst>
            </c:dLbl>
            <c:dLbl>
              <c:idx val="9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04FA-4741-9C1D-3CDE3711DC12}"/>
                </c:ext>
              </c:extLst>
            </c:dLbl>
            <c:spPr>
              <a:noFill/>
              <a:ln w="6350"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rgbClr val="666666">
                      <a:lumMod val="40000"/>
                      <a:lumOff val="60000"/>
                    </a:srgb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项目1</c:v>
                </c:pt>
                <c:pt idx="1">
                  <c:v>项目2</c:v>
                </c:pt>
                <c:pt idx="2">
                  <c:v>项目3</c:v>
                </c:pt>
                <c:pt idx="3">
                  <c:v>项目4</c:v>
                </c:pt>
                <c:pt idx="4">
                  <c:v>项目5</c:v>
                </c:pt>
                <c:pt idx="5">
                  <c:v>项目6</c:v>
                </c:pt>
                <c:pt idx="6">
                  <c:v>项目7</c:v>
                </c:pt>
                <c:pt idx="7">
                  <c:v>项目8</c:v>
                </c:pt>
                <c:pt idx="8">
                  <c:v>项目9</c:v>
                </c:pt>
                <c:pt idx="9">
                  <c:v>项目10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</c:v>
                </c:pt>
                <c:pt idx="1">
                  <c:v>15</c:v>
                </c:pt>
                <c:pt idx="2">
                  <c:v>15</c:v>
                </c:pt>
                <c:pt idx="3">
                  <c:v>18</c:v>
                </c:pt>
                <c:pt idx="4">
                  <c:v>24</c:v>
                </c:pt>
                <c:pt idx="5">
                  <c:v>21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4FA-4741-9C1D-3CDE3711DC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4.8223383296157753E-2"/>
          <c:y val="0.20990313867131699"/>
          <c:w val="0.109085921882097"/>
          <c:h val="0.580193445014322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8823331366065206"/>
          <c:y val="0.12360501723191551"/>
          <c:w val="0.62903232528674324"/>
          <c:h val="0.77914680221541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项目数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15CAA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9F9-41D7-B078-410D812E4EE6}"/>
              </c:ext>
            </c:extLst>
          </c:dPt>
          <c:dPt>
            <c:idx val="1"/>
            <c:bubble3D val="0"/>
            <c:spPr>
              <a:solidFill>
                <a:srgbClr val="4883B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9F9-41D7-B078-410D812E4EE6}"/>
              </c:ext>
            </c:extLst>
          </c:dPt>
          <c:dPt>
            <c:idx val="2"/>
            <c:bubble3D val="0"/>
            <c:spPr>
              <a:solidFill>
                <a:srgbClr val="7FAAD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9F9-41D7-B078-410D812E4EE6}"/>
              </c:ext>
            </c:extLst>
          </c:dPt>
          <c:dPt>
            <c:idx val="3"/>
            <c:bubble3D val="0"/>
            <c:spPr>
              <a:solidFill>
                <a:srgbClr val="B6D1E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9F9-41D7-B078-410D812E4EE6}"/>
              </c:ext>
            </c:extLst>
          </c:dPt>
          <c:dPt>
            <c:idx val="4"/>
            <c:bubble3D val="0"/>
            <c:spPr>
              <a:solidFill>
                <a:srgbClr val="EEF8F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9F9-41D7-B078-410D812E4EE6}"/>
              </c:ext>
            </c:extLst>
          </c:dPt>
          <c:dPt>
            <c:idx val="5"/>
            <c:bubble3D val="0"/>
            <c:spPr>
              <a:solidFill>
                <a:srgbClr val="8C8C8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9F9-41D7-B078-410D812E4EE6}"/>
              </c:ext>
            </c:extLst>
          </c:dPt>
          <c:dPt>
            <c:idx val="6"/>
            <c:bubble3D val="0"/>
            <c:spPr>
              <a:solidFill>
                <a:srgbClr val="A6A6A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9F9-41D7-B078-410D812E4EE6}"/>
              </c:ext>
            </c:extLst>
          </c:dPt>
          <c:dPt>
            <c:idx val="7"/>
            <c:bubble3D val="0"/>
            <c:spPr>
              <a:solidFill>
                <a:srgbClr val="BFBFB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9F9-41D7-B078-410D812E4EE6}"/>
              </c:ext>
            </c:extLst>
          </c:dPt>
          <c:dPt>
            <c:idx val="8"/>
            <c:bubble3D val="0"/>
            <c:spPr>
              <a:solidFill>
                <a:srgbClr val="D9D9D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99F9-41D7-B078-410D812E4EE6}"/>
              </c:ext>
            </c:extLst>
          </c:dPt>
          <c:dPt>
            <c:idx val="9"/>
            <c:bubble3D val="0"/>
            <c:spPr>
              <a:solidFill>
                <a:srgbClr val="F2F2F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9F9-41D7-B078-410D812E4EE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9F9-41D7-B078-410D812E4EE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dirty="0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9F9-41D7-B078-410D812E4EE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9F9-41D7-B078-410D812E4EE6}"/>
                </c:ext>
              </c:extLst>
            </c:dLbl>
            <c:dLbl>
              <c:idx val="3"/>
              <c:layout>
                <c:manualLayout>
                  <c:x val="-0.22534658635583826"/>
                  <c:y val="7.217414215934643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zh-CN" altLang="en-US" sz="900" b="0" i="0" u="none" strike="noStrike" kern="1200" baseline="0" dirty="0">
                        <a:solidFill>
                          <a:schemeClr val="tx1"/>
                        </a:solidFill>
                      </a:rPr>
                      <a:t>项目</a:t>
                    </a:r>
                    <a:r>
                      <a:rPr lang="en-US" altLang="zh-CN" sz="900" b="0" i="0" u="none" strike="noStrike" kern="1200" baseline="0" dirty="0">
                        <a:solidFill>
                          <a:schemeClr val="tx1"/>
                        </a:solidFill>
                      </a:rPr>
                      <a:t>4, 00</a:t>
                    </a:r>
                  </a:p>
                </c:rich>
              </c:tx>
              <c:spPr>
                <a:solidFill>
                  <a:srgbClr val="B6D1E9"/>
                </a:solidFill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9F9-41D7-B078-410D812E4EE6}"/>
                </c:ext>
              </c:extLst>
            </c:dLbl>
            <c:dLbl>
              <c:idx val="4"/>
              <c:layout>
                <c:manualLayout>
                  <c:x val="-0.18821819751950633"/>
                  <c:y val="-7.0521333119733286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zh-CN" altLang="en-US" sz="900" b="0" i="0" u="none" strike="noStrike" kern="1200" baseline="0" dirty="0">
                        <a:solidFill>
                          <a:schemeClr val="tx1"/>
                        </a:solidFill>
                      </a:rPr>
                      <a:t>项目</a:t>
                    </a:r>
                    <a:r>
                      <a:rPr lang="en-US" altLang="zh-CN" sz="900" b="0" i="0" u="none" strike="noStrike" kern="1200" baseline="0" dirty="0">
                        <a:solidFill>
                          <a:schemeClr val="tx1"/>
                        </a:solidFill>
                      </a:rPr>
                      <a:t>5, 00</a:t>
                    </a:r>
                  </a:p>
                </c:rich>
              </c:tx>
              <c:spPr>
                <a:solidFill>
                  <a:srgbClr val="EEF8FE"/>
                </a:solidFill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9F9-41D7-B078-410D812E4EE6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99F9-41D7-B078-410D812E4EE6}"/>
                </c:ext>
              </c:extLst>
            </c:dLbl>
            <c:dLbl>
              <c:idx val="6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9F9-41D7-B078-410D812E4EE6}"/>
                </c:ext>
              </c:extLst>
            </c:dLbl>
            <c:dLbl>
              <c:idx val="7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99F9-41D7-B078-410D812E4EE6}"/>
                </c:ext>
              </c:extLst>
            </c:dLbl>
            <c:dLbl>
              <c:idx val="8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99F9-41D7-B078-410D812E4EE6}"/>
                </c:ext>
              </c:extLst>
            </c:dLbl>
            <c:dLbl>
              <c:idx val="9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defRPr>
                    </a:pPr>
                    <a:r>
                      <a:rPr lang="en-US" altLang="zh-CN" dirty="0"/>
                      <a:t>00</a:t>
                    </a:r>
                  </a:p>
                </c:rich>
              </c:tx>
              <c:spPr>
                <a:noFill/>
                <a:ln w="6350"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99F9-41D7-B078-410D812E4EE6}"/>
                </c:ext>
              </c:extLst>
            </c:dLbl>
            <c:spPr>
              <a:noFill/>
              <a:ln w="6350"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rgbClr val="666666">
                      <a:lumMod val="40000"/>
                      <a:lumOff val="60000"/>
                    </a:srgb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项目1</c:v>
                </c:pt>
                <c:pt idx="1">
                  <c:v>项目2</c:v>
                </c:pt>
                <c:pt idx="2">
                  <c:v>项目3</c:v>
                </c:pt>
                <c:pt idx="3">
                  <c:v>项目4</c:v>
                </c:pt>
                <c:pt idx="4">
                  <c:v>项目5</c:v>
                </c:pt>
                <c:pt idx="5">
                  <c:v>项目6</c:v>
                </c:pt>
                <c:pt idx="6">
                  <c:v>项目7</c:v>
                </c:pt>
                <c:pt idx="7">
                  <c:v>项目8</c:v>
                </c:pt>
                <c:pt idx="8">
                  <c:v>项目9</c:v>
                </c:pt>
                <c:pt idx="9">
                  <c:v>项目10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</c:v>
                </c:pt>
                <c:pt idx="1">
                  <c:v>15</c:v>
                </c:pt>
                <c:pt idx="2">
                  <c:v>15</c:v>
                </c:pt>
                <c:pt idx="3">
                  <c:v>18</c:v>
                </c:pt>
                <c:pt idx="4">
                  <c:v>24</c:v>
                </c:pt>
                <c:pt idx="5">
                  <c:v>21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9F9-41D7-B078-410D812E4E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3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5.7408789638283039E-2"/>
          <c:y val="0.20990313867131699"/>
          <c:w val="0.109085921882097"/>
          <c:h val="0.580193445014322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ubbleChart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rgbClr val="002060">
                <a:alpha val="4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7FE-4007-B099-59C6BB304F6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D7FE-4007-B099-59C6BB304F6C}"/>
              </c:ext>
            </c:extLst>
          </c:dPt>
          <c:dPt>
            <c:idx val="2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7FE-4007-B099-59C6BB304F6C}"/>
              </c:ext>
            </c:extLst>
          </c:dPt>
          <c:dPt>
            <c:idx val="3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7FE-4007-B099-59C6BB304F6C}"/>
              </c:ext>
            </c:extLst>
          </c:dPt>
          <c:dPt>
            <c:idx val="4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7FE-4007-B099-59C6BB304F6C}"/>
              </c:ext>
            </c:extLst>
          </c:dPt>
          <c:dPt>
            <c:idx val="5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D7FE-4007-B099-59C6BB304F6C}"/>
              </c:ext>
            </c:extLst>
          </c:dPt>
          <c:dPt>
            <c:idx val="6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D7FE-4007-B099-59C6BB304F6C}"/>
              </c:ext>
            </c:extLst>
          </c:dPt>
          <c:dPt>
            <c:idx val="7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D7FE-4007-B099-59C6BB304F6C}"/>
              </c:ext>
            </c:extLst>
          </c:dPt>
          <c:dPt>
            <c:idx val="8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D7FE-4007-B099-59C6BB304F6C}"/>
              </c:ext>
            </c:extLst>
          </c:dPt>
          <c:dPt>
            <c:idx val="9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D7FE-4007-B099-59C6BB304F6C}"/>
              </c:ext>
            </c:extLst>
          </c:dPt>
          <c:dPt>
            <c:idx val="10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D7FE-4007-B099-59C6BB304F6C}"/>
              </c:ext>
            </c:extLst>
          </c:dPt>
          <c:dPt>
            <c:idx val="11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D7FE-4007-B099-59C6BB304F6C}"/>
              </c:ext>
            </c:extLst>
          </c:dPt>
          <c:dPt>
            <c:idx val="12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D7FE-4007-B099-59C6BB304F6C}"/>
              </c:ext>
            </c:extLst>
          </c:dPt>
          <c:dPt>
            <c:idx val="13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D7FE-4007-B099-59C6BB304F6C}"/>
              </c:ext>
            </c:extLst>
          </c:dPt>
          <c:dPt>
            <c:idx val="14"/>
            <c:invertIfNegative val="0"/>
            <c:bubble3D val="0"/>
            <c:spPr>
              <a:solidFill>
                <a:srgbClr val="61B230">
                  <a:lumMod val="75000"/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D7FE-4007-B099-59C6BB304F6C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D7FE-4007-B099-59C6BB304F6C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D7FE-4007-B099-59C6BB304F6C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D7FE-4007-B099-59C6BB304F6C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0-D7FE-4007-B099-59C6BB304F6C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D7FE-4007-B099-59C6BB304F6C}"/>
              </c:ext>
            </c:extLst>
          </c:dPt>
          <c:dPt>
            <c:idx val="4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2-D7FE-4007-B099-59C6BB304F6C}"/>
              </c:ext>
            </c:extLst>
          </c:dPt>
          <c:dPt>
            <c:idx val="45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D7FE-4007-B099-59C6BB304F6C}"/>
              </c:ext>
            </c:extLst>
          </c:dPt>
          <c:dPt>
            <c:idx val="46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D7FE-4007-B099-59C6BB304F6C}"/>
              </c:ext>
            </c:extLst>
          </c:dPt>
          <c:dPt>
            <c:idx val="47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D7FE-4007-B099-59C6BB304F6C}"/>
              </c:ext>
            </c:extLst>
          </c:dPt>
          <c:dPt>
            <c:idx val="48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D7FE-4007-B099-59C6BB304F6C}"/>
              </c:ext>
            </c:extLst>
          </c:dPt>
          <c:dPt>
            <c:idx val="4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B-D7FE-4007-B099-59C6BB304F6C}"/>
              </c:ext>
            </c:extLst>
          </c:dPt>
          <c:dPt>
            <c:idx val="5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C-D7FE-4007-B099-59C6BB304F6C}"/>
              </c:ext>
            </c:extLst>
          </c:dPt>
          <c:dPt>
            <c:idx val="51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D7FE-4007-B099-59C6BB304F6C}"/>
              </c:ext>
            </c:extLst>
          </c:dPt>
          <c:dPt>
            <c:idx val="52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D7FE-4007-B099-59C6BB304F6C}"/>
              </c:ext>
            </c:extLst>
          </c:dPt>
          <c:dPt>
            <c:idx val="53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D7FE-4007-B099-59C6BB304F6C}"/>
              </c:ext>
            </c:extLst>
          </c:dPt>
          <c:dPt>
            <c:idx val="54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D7FE-4007-B099-59C6BB304F6C}"/>
              </c:ext>
            </c:extLst>
          </c:dPt>
          <c:dPt>
            <c:idx val="55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D7FE-4007-B099-59C6BB304F6C}"/>
              </c:ext>
            </c:extLst>
          </c:dPt>
          <c:dPt>
            <c:idx val="56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8-D7FE-4007-B099-59C6BB304F6C}"/>
              </c:ext>
            </c:extLst>
          </c:dPt>
          <c:dPt>
            <c:idx val="57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A-D7FE-4007-B099-59C6BB304F6C}"/>
              </c:ext>
            </c:extLst>
          </c:dPt>
          <c:dPt>
            <c:idx val="58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C-D7FE-4007-B099-59C6BB304F6C}"/>
              </c:ext>
            </c:extLst>
          </c:dPt>
          <c:dPt>
            <c:idx val="59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E-D7FE-4007-B099-59C6BB304F6C}"/>
              </c:ext>
            </c:extLst>
          </c:dPt>
          <c:dPt>
            <c:idx val="60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0-D7FE-4007-B099-59C6BB304F6C}"/>
              </c:ext>
            </c:extLst>
          </c:dPt>
          <c:dPt>
            <c:idx val="61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2-D7FE-4007-B099-59C6BB304F6C}"/>
              </c:ext>
            </c:extLst>
          </c:dPt>
          <c:dPt>
            <c:idx val="62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4-D7FE-4007-B099-59C6BB304F6C}"/>
              </c:ext>
            </c:extLst>
          </c:dPt>
          <c:dPt>
            <c:idx val="63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6-D7FE-4007-B099-59C6BB304F6C}"/>
              </c:ext>
            </c:extLst>
          </c:dPt>
          <c:dPt>
            <c:idx val="64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8-D7FE-4007-B099-59C6BB304F6C}"/>
              </c:ext>
            </c:extLst>
          </c:dPt>
          <c:dPt>
            <c:idx val="80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A-D7FE-4007-B099-59C6BB304F6C}"/>
              </c:ext>
            </c:extLst>
          </c:dPt>
          <c:dPt>
            <c:idx val="81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C-D7FE-4007-B099-59C6BB304F6C}"/>
              </c:ext>
            </c:extLst>
          </c:dPt>
          <c:dPt>
            <c:idx val="82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E-D7FE-4007-B099-59C6BB304F6C}"/>
              </c:ext>
            </c:extLst>
          </c:dPt>
          <c:dPt>
            <c:idx val="83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0-D7FE-4007-B099-59C6BB304F6C}"/>
              </c:ext>
            </c:extLst>
          </c:dPt>
          <c:dPt>
            <c:idx val="84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2-D7FE-4007-B099-59C6BB304F6C}"/>
              </c:ext>
            </c:extLst>
          </c:dPt>
          <c:dPt>
            <c:idx val="85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4-D7FE-4007-B099-59C6BB304F6C}"/>
              </c:ext>
            </c:extLst>
          </c:dPt>
          <c:dPt>
            <c:idx val="86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6-D7FE-4007-B099-59C6BB304F6C}"/>
              </c:ext>
            </c:extLst>
          </c:dPt>
          <c:dPt>
            <c:idx val="87"/>
            <c:invertIfNegative val="0"/>
            <c:bubble3D val="0"/>
            <c:spPr>
              <a:solidFill>
                <a:srgbClr val="FF872D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8-D7FE-4007-B099-59C6BB304F6C}"/>
              </c:ext>
            </c:extLst>
          </c:dPt>
          <c:dPt>
            <c:idx val="88"/>
            <c:invertIfNegative val="0"/>
            <c:bubble3D val="0"/>
            <c:spPr>
              <a:solidFill>
                <a:srgbClr val="C00000">
                  <a:alpha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A-D7FE-4007-B099-59C6BB304F6C}"/>
              </c:ext>
            </c:extLst>
          </c:dPt>
          <c:dPt>
            <c:idx val="8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5B-D7FE-4007-B099-59C6BB304F6C}"/>
              </c:ext>
            </c:extLst>
          </c:dPt>
          <c:dLbls>
            <c:dLbl>
              <c:idx val="0"/>
              <c:layout>
                <c:manualLayout>
                  <c:x val="-4.4385299625468166E-2"/>
                  <c:y val="-4.8570853462157809E-2"/>
                </c:manualLayout>
              </c:layout>
              <c:tx>
                <c:rich>
                  <a:bodyPr/>
                  <a:lstStyle/>
                  <a:p>
                    <a:fld id="{226DEB3A-D35B-4655-B371-A168FA0E3DE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D7FE-4007-B099-59C6BB304F6C}"/>
                </c:ext>
              </c:extLst>
            </c:dLbl>
            <c:dLbl>
              <c:idx val="1"/>
              <c:layout>
                <c:manualLayout>
                  <c:x val="-3.4767478152309614E-3"/>
                  <c:y val="0"/>
                </c:manualLayout>
              </c:layout>
              <c:tx>
                <c:rich>
                  <a:bodyPr/>
                  <a:lstStyle/>
                  <a:p>
                    <a:fld id="{3988A71D-FB10-4857-A911-F66D760A432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D7FE-4007-B099-59C6BB304F6C}"/>
                </c:ext>
              </c:extLst>
            </c:dLbl>
            <c:dLbl>
              <c:idx val="2"/>
              <c:layout>
                <c:manualLayout>
                  <c:x val="-4.3114700374531835E-2"/>
                  <c:y val="-4.0901771336553989E-2"/>
                </c:manualLayout>
              </c:layout>
              <c:tx>
                <c:rich>
                  <a:bodyPr/>
                  <a:lstStyle/>
                  <a:p>
                    <a:fld id="{6EF5DF8C-70A5-4E86-9D86-F66F32DC282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D7FE-4007-B099-59C6BB304F6C}"/>
                </c:ext>
              </c:extLst>
            </c:dLbl>
            <c:dLbl>
              <c:idx val="3"/>
              <c:layout>
                <c:manualLayout>
                  <c:x val="-3.6130149812734082E-2"/>
                  <c:y val="-3.323268921095008E-2"/>
                </c:manualLayout>
              </c:layout>
              <c:tx>
                <c:rich>
                  <a:bodyPr/>
                  <a:lstStyle/>
                  <a:p>
                    <a:fld id="{2DD187A5-2B78-4350-B67D-049BD221865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D7FE-4007-B099-59C6BB304F6C}"/>
                </c:ext>
              </c:extLst>
            </c:dLbl>
            <c:dLbl>
              <c:idx val="4"/>
              <c:layout>
                <c:manualLayout>
                  <c:x val="-4.9817883895131157E-2"/>
                  <c:y val="-4.8570853462157809E-2"/>
                </c:manualLayout>
              </c:layout>
              <c:tx>
                <c:rich>
                  <a:bodyPr/>
                  <a:lstStyle/>
                  <a:p>
                    <a:fld id="{1A738BA3-546B-49FE-A582-0CB474C7416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D7FE-4007-B099-59C6BB304F6C}"/>
                </c:ext>
              </c:extLst>
            </c:dLbl>
            <c:dLbl>
              <c:idx val="5"/>
              <c:layout>
                <c:manualLayout>
                  <c:x val="-4.8055087390761551E-2"/>
                  <c:y val="3.8345410628019279E-2"/>
                </c:manualLayout>
              </c:layout>
              <c:tx>
                <c:rich>
                  <a:bodyPr/>
                  <a:lstStyle/>
                  <a:p>
                    <a:fld id="{FE4ABCC8-1F13-4347-9039-2CE7712EBAE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D7FE-4007-B099-59C6BB304F6C}"/>
                </c:ext>
              </c:extLst>
            </c:dLbl>
            <c:dLbl>
              <c:idx val="6"/>
              <c:layout>
                <c:manualLayout>
                  <c:x val="-3.7110955056179777E-2"/>
                  <c:y val="-4.8570853462157809E-2"/>
                </c:manualLayout>
              </c:layout>
              <c:tx>
                <c:rich>
                  <a:bodyPr/>
                  <a:lstStyle/>
                  <a:p>
                    <a:fld id="{8C60D394-B0CF-4B47-BC16-73F7CC72645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D7FE-4007-B099-59C6BB304F6C}"/>
                </c:ext>
              </c:extLst>
            </c:dLbl>
            <c:dLbl>
              <c:idx val="7"/>
              <c:layout>
                <c:manualLayout>
                  <c:x val="-4.2385767790262242E-2"/>
                  <c:y val="4.0901771336553851E-2"/>
                </c:manualLayout>
              </c:layout>
              <c:tx>
                <c:rich>
                  <a:bodyPr/>
                  <a:lstStyle/>
                  <a:p>
                    <a:fld id="{6048A5E0-2147-4E13-B81F-A1A862CFE52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D7FE-4007-B099-59C6BB304F6C}"/>
                </c:ext>
              </c:extLst>
            </c:dLbl>
            <c:dLbl>
              <c:idx val="8"/>
              <c:layout>
                <c:manualLayout>
                  <c:x val="-3.3909488139825215E-2"/>
                  <c:y val="-3.3232689210950128E-2"/>
                </c:manualLayout>
              </c:layout>
              <c:tx>
                <c:rich>
                  <a:bodyPr/>
                  <a:lstStyle/>
                  <a:p>
                    <a:fld id="{96B26C49-1C5A-476D-8A45-13FF09528B8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0-D7FE-4007-B099-59C6BB304F6C}"/>
                </c:ext>
              </c:extLst>
            </c:dLbl>
            <c:dLbl>
              <c:idx val="9"/>
              <c:layout>
                <c:manualLayout>
                  <c:x val="-4.3114700374531911E-2"/>
                  <c:y val="4.0901771336553851E-2"/>
                </c:manualLayout>
              </c:layout>
              <c:tx>
                <c:rich>
                  <a:bodyPr/>
                  <a:lstStyle/>
                  <a:p>
                    <a:fld id="{B71A4BA3-5E69-4036-9C56-EA65FC20DBF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2-D7FE-4007-B099-59C6BB304F6C}"/>
                </c:ext>
              </c:extLst>
            </c:dLbl>
            <c:dLbl>
              <c:idx val="10"/>
              <c:layout>
                <c:manualLayout>
                  <c:x val="-6.1118913857677905E-3"/>
                  <c:y val="0"/>
                </c:manualLayout>
              </c:layout>
              <c:tx>
                <c:rich>
                  <a:bodyPr/>
                  <a:lstStyle/>
                  <a:p>
                    <a:fld id="{78ECCDD7-B33D-4265-8D53-EFCA94859C4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4-D7FE-4007-B099-59C6BB304F6C}"/>
                </c:ext>
              </c:extLst>
            </c:dLbl>
            <c:dLbl>
              <c:idx val="11"/>
              <c:layout>
                <c:manualLayout>
                  <c:x val="-3.1107990012484394E-2"/>
                  <c:y val="3.834541062801923E-2"/>
                </c:manualLayout>
              </c:layout>
              <c:tx>
                <c:rich>
                  <a:bodyPr/>
                  <a:lstStyle/>
                  <a:p>
                    <a:fld id="{6595E75C-F8ED-4C8F-BDA1-B40B24ECCBB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D7FE-4007-B099-59C6BB304F6C}"/>
                </c:ext>
              </c:extLst>
            </c:dLbl>
            <c:dLbl>
              <c:idx val="12"/>
              <c:layout>
                <c:manualLayout>
                  <c:x val="-3.7110955056179847E-2"/>
                  <c:y val="-3.8345410628019369E-2"/>
                </c:manualLayout>
              </c:layout>
              <c:tx>
                <c:rich>
                  <a:bodyPr/>
                  <a:lstStyle/>
                  <a:p>
                    <a:fld id="{4FAF786A-863D-4305-B5A1-F61D7AA8F56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8-D7FE-4007-B099-59C6BB304F6C}"/>
                </c:ext>
              </c:extLst>
            </c:dLbl>
            <c:dLbl>
              <c:idx val="13"/>
              <c:layout>
                <c:manualLayout>
                  <c:x val="-3.1107990012484394E-2"/>
                  <c:y val="2.3007246376811594E-2"/>
                </c:manualLayout>
              </c:layout>
              <c:tx>
                <c:rich>
                  <a:bodyPr/>
                  <a:lstStyle/>
                  <a:p>
                    <a:fld id="{FA13F1CD-C5C6-4063-8E9A-A5DF75BCE80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A-D7FE-4007-B099-59C6BB304F6C}"/>
                </c:ext>
              </c:extLst>
            </c:dLbl>
            <c:dLbl>
              <c:idx val="14"/>
              <c:layout>
                <c:manualLayout>
                  <c:x val="-3.6246098626716676E-2"/>
                  <c:y val="-3.0676328502415459E-2"/>
                </c:manualLayout>
              </c:layout>
              <c:tx>
                <c:rich>
                  <a:bodyPr/>
                  <a:lstStyle/>
                  <a:p>
                    <a:fld id="{5ED24CFA-E83D-469E-A7A8-924C19143C1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D7FE-4007-B099-59C6BB304F6C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C-D7FE-4007-B099-59C6BB304F6C}"/>
                </c:ext>
              </c:extLst>
            </c:dLbl>
            <c:dLbl>
              <c:idx val="16"/>
              <c:layout>
                <c:manualLayout>
                  <c:x val="-4.2250000000000003E-2"/>
                  <c:y val="3.834541062801923E-2"/>
                </c:manualLayout>
              </c:layout>
              <c:tx>
                <c:rich>
                  <a:bodyPr/>
                  <a:lstStyle/>
                  <a:p>
                    <a:fld id="{549EBCB9-3DFA-45A0-8F86-2228D1ACC4A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D-D7FE-4007-B099-59C6BB304F6C}"/>
                </c:ext>
              </c:extLst>
            </c:dLbl>
            <c:dLbl>
              <c:idx val="17"/>
              <c:layout>
                <c:manualLayout>
                  <c:x val="-2.925967540574282E-2"/>
                  <c:y val="-2.3007246376811688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sz="600" b="0" i="0" u="none" strike="noStrike" kern="1200" baseline="0" dirty="0">
                        <a:solidFill>
                          <a:srgbClr val="1D1D1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客户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D7FE-4007-B099-59C6BB304F6C}"/>
                </c:ext>
              </c:extLst>
            </c:dLbl>
            <c:dLbl>
              <c:idx val="18"/>
              <c:layout>
                <c:manualLayout>
                  <c:x val="-4.3115636704119852E-2"/>
                  <c:y val="3.3232689210949892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sz="600" b="0" i="0" u="none" strike="noStrike" kern="1200" baseline="0" dirty="0">
                        <a:solidFill>
                          <a:srgbClr val="1D1D1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客户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D7FE-4007-B099-59C6BB304F6C}"/>
                </c:ext>
              </c:extLst>
            </c:dLbl>
            <c:dLbl>
              <c:idx val="19"/>
              <c:layout>
                <c:manualLayout>
                  <c:x val="-3.6246098626716607E-2"/>
                  <c:y val="4.0901771336553948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dirty="0"/>
                      <a:t>新媒体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D7FE-4007-B099-59C6BB304F6C}"/>
                </c:ext>
              </c:extLst>
            </c:dLbl>
            <c:dLbl>
              <c:idx val="20"/>
              <c:layout>
                <c:manualLayout>
                  <c:x val="-4.1776217228464418E-2"/>
                  <c:y val="5.112721417069243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dirty="0"/>
                      <a:t>客户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D7FE-4007-B099-59C6BB304F6C}"/>
                </c:ext>
              </c:extLst>
            </c:dLbl>
            <c:dLbl>
              <c:idx val="21"/>
              <c:layout>
                <c:manualLayout>
                  <c:x val="-3.8785892634207279E-2"/>
                  <c:y val="-3.323268921095008E-2"/>
                </c:manualLayout>
              </c:layout>
              <c:tx>
                <c:rich>
                  <a:bodyPr/>
                  <a:lstStyle/>
                  <a:p>
                    <a:fld id="{1B58D5A0-36CF-496D-AFF8-D9058EC216B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D-D7FE-4007-B099-59C6BB304F6C}"/>
                </c:ext>
              </c:extLst>
            </c:dLbl>
            <c:dLbl>
              <c:idx val="22"/>
              <c:layout>
                <c:manualLayout>
                  <c:x val="-3.4210986267166045E-2"/>
                  <c:y val="3.3232689210949989E-2"/>
                </c:manualLayout>
              </c:layout>
              <c:tx>
                <c:rich>
                  <a:bodyPr/>
                  <a:lstStyle/>
                  <a:p>
                    <a:fld id="{8258D125-6565-471C-851B-7A890056650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E-D7FE-4007-B099-59C6BB304F6C}"/>
                </c:ext>
              </c:extLst>
            </c:dLbl>
            <c:dLbl>
              <c:idx val="23"/>
              <c:layout>
                <c:manualLayout>
                  <c:x val="-3.2950998751560552E-2"/>
                  <c:y val="-2.811996779388079E-2"/>
                </c:manualLayout>
              </c:layout>
              <c:tx>
                <c:rich>
                  <a:bodyPr/>
                  <a:lstStyle/>
                  <a:p>
                    <a:fld id="{22A3AD53-4DB8-4612-9E1A-2D0E1D2D434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F-D7FE-4007-B099-59C6BB304F6C}"/>
                </c:ext>
              </c:extLst>
            </c:dLbl>
            <c:dLbl>
              <c:idx val="24"/>
              <c:layout>
                <c:manualLayout>
                  <c:x val="-6.5385455680399135E-3"/>
                  <c:y val="0"/>
                </c:manualLayout>
              </c:layout>
              <c:tx>
                <c:rich>
                  <a:bodyPr/>
                  <a:lstStyle/>
                  <a:p>
                    <a:fld id="{0F471C6F-B9AC-4469-8B99-55CF1A4DC3F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0-D7FE-4007-B099-59C6BB304F6C}"/>
                </c:ext>
              </c:extLst>
            </c:dLbl>
            <c:dLbl>
              <c:idx val="25"/>
              <c:layout>
                <c:manualLayout>
                  <c:x val="-3.1107990012484394E-2"/>
                  <c:y val="3.323268921095008E-2"/>
                </c:manualLayout>
              </c:layout>
              <c:tx>
                <c:rich>
                  <a:bodyPr/>
                  <a:lstStyle/>
                  <a:p>
                    <a:fld id="{4F563B2F-E185-448E-AD0F-8532116213C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1-D7FE-4007-B099-59C6BB304F6C}"/>
                </c:ext>
              </c:extLst>
            </c:dLbl>
            <c:dLbl>
              <c:idx val="26"/>
              <c:layout>
                <c:manualLayout>
                  <c:x val="-4.3115636704119865E-2"/>
                  <c:y val="-3.0676328502415553E-2"/>
                </c:manualLayout>
              </c:layout>
              <c:tx>
                <c:rich>
                  <a:bodyPr/>
                  <a:lstStyle/>
                  <a:p>
                    <a:fld id="{D12FA844-8F0C-49F0-80F4-EE4A41BB217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2-D7FE-4007-B099-59C6BB304F6C}"/>
                </c:ext>
              </c:extLst>
            </c:dLbl>
            <c:dLbl>
              <c:idx val="27"/>
              <c:layout>
                <c:manualLayout>
                  <c:x val="-4.5917134831460676E-2"/>
                  <c:y val="-2.0450885668276974E-2"/>
                </c:manualLayout>
              </c:layout>
              <c:tx>
                <c:rich>
                  <a:bodyPr/>
                  <a:lstStyle/>
                  <a:p>
                    <a:fld id="{FAF92C7F-0878-4515-8DAC-0A9C5090CDE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3-D7FE-4007-B099-59C6BB304F6C}"/>
                </c:ext>
              </c:extLst>
            </c:dLbl>
            <c:dLbl>
              <c:idx val="28"/>
              <c:layout>
                <c:manualLayout>
                  <c:x val="-7.2276841448189799E-2"/>
                  <c:y val="-4.0901771336553948E-2"/>
                </c:manualLayout>
              </c:layout>
              <c:tx>
                <c:rich>
                  <a:bodyPr/>
                  <a:lstStyle/>
                  <a:p>
                    <a:fld id="{26AC4B14-1E6E-4329-8FA2-7B7284E59BF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4-D7FE-4007-B099-59C6BB304F6C}"/>
                </c:ext>
              </c:extLst>
            </c:dLbl>
            <c:dLbl>
              <c:idx val="29"/>
              <c:layout>
                <c:manualLayout>
                  <c:x val="-4.3115636704119886E-2"/>
                  <c:y val="-1.533816425120773E-2"/>
                </c:manualLayout>
              </c:layout>
              <c:tx>
                <c:rich>
                  <a:bodyPr/>
                  <a:lstStyle/>
                  <a:p>
                    <a:fld id="{C11C14B6-027F-480B-AA8D-781A4ED3F43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5-D7FE-4007-B099-59C6BB304F6C}"/>
                </c:ext>
              </c:extLst>
            </c:dLbl>
            <c:dLbl>
              <c:idx val="30"/>
              <c:layout>
                <c:manualLayout>
                  <c:x val="-3.7894350811485643E-2"/>
                  <c:y val="-2.0450885668277068E-2"/>
                </c:manualLayout>
              </c:layout>
              <c:tx>
                <c:rich>
                  <a:bodyPr/>
                  <a:lstStyle/>
                  <a:p>
                    <a:fld id="{E6DE9143-7A48-4780-B6E9-A5DB97DE735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6-D7FE-4007-B099-59C6BB304F6C}"/>
                </c:ext>
              </c:extLst>
            </c:dLbl>
            <c:dLbl>
              <c:idx val="31"/>
              <c:layout>
                <c:manualLayout>
                  <c:x val="-2.0544163545568039E-2"/>
                  <c:y val="-5.368357487922705E-2"/>
                </c:manualLayout>
              </c:layout>
              <c:tx>
                <c:rich>
                  <a:bodyPr/>
                  <a:lstStyle/>
                  <a:p>
                    <a:fld id="{1336DF13-3805-481B-B6AB-02B72949810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7-D7FE-4007-B099-59C6BB304F6C}"/>
                </c:ext>
              </c:extLst>
            </c:dLbl>
            <c:dLbl>
              <c:idx val="32"/>
              <c:layout>
                <c:manualLayout>
                  <c:x val="-3.2950998751560587E-2"/>
                  <c:y val="-3.0676328502415504E-2"/>
                </c:manualLayout>
              </c:layout>
              <c:tx>
                <c:rich>
                  <a:bodyPr/>
                  <a:lstStyle/>
                  <a:p>
                    <a:fld id="{E15F2895-7EB3-4395-97D9-44538BC508B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8-D7FE-4007-B099-59C6BB304F6C}"/>
                </c:ext>
              </c:extLst>
            </c:dLbl>
            <c:dLbl>
              <c:idx val="33"/>
              <c:layout>
                <c:manualLayout>
                  <c:x val="-3.1107990012484411E-2"/>
                  <c:y val="-3.57890499194847E-2"/>
                </c:manualLayout>
              </c:layout>
              <c:tx>
                <c:rich>
                  <a:bodyPr/>
                  <a:lstStyle/>
                  <a:p>
                    <a:fld id="{9D241F68-8839-4A6E-B2E6-109518937D8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9-D7FE-4007-B099-59C6BB304F6C}"/>
                </c:ext>
              </c:extLst>
            </c:dLbl>
            <c:dLbl>
              <c:idx val="34"/>
              <c:layout>
                <c:manualLayout>
                  <c:x val="-3.450452559300872E-2"/>
                  <c:y val="-1.533816425120773E-2"/>
                </c:manualLayout>
              </c:layout>
              <c:tx>
                <c:rich>
                  <a:bodyPr/>
                  <a:lstStyle/>
                  <a:p>
                    <a:fld id="{9B194A8D-6EDF-498E-872F-E7A667DECF0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A-D7FE-4007-B099-59C6BB304F6C}"/>
                </c:ext>
              </c:extLst>
            </c:dLbl>
            <c:dLbl>
              <c:idx val="35"/>
              <c:layout>
                <c:manualLayout>
                  <c:x val="-4.0508270911360798E-2"/>
                  <c:y val="-3.0676328502415504E-2"/>
                </c:manualLayout>
              </c:layout>
              <c:tx>
                <c:rich>
                  <a:bodyPr/>
                  <a:lstStyle/>
                  <a:p>
                    <a:fld id="{791C6813-97BD-4A8F-9466-325B55141F9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B-D7FE-4007-B099-59C6BB304F6C}"/>
                </c:ext>
              </c:extLst>
            </c:dLbl>
            <c:dLbl>
              <c:idx val="36"/>
              <c:layout>
                <c:manualLayout>
                  <c:x val="-3.1107990012484394E-2"/>
                  <c:y val="3.834541062801923E-2"/>
                </c:manualLayout>
              </c:layout>
              <c:tx>
                <c:rich>
                  <a:bodyPr/>
                  <a:lstStyle/>
                  <a:p>
                    <a:fld id="{30C02A95-6568-4BAB-993B-4854F9B493D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C-D7FE-4007-B099-59C6BB304F6C}"/>
                </c:ext>
              </c:extLst>
            </c:dLbl>
            <c:dLbl>
              <c:idx val="37"/>
              <c:layout>
                <c:manualLayout>
                  <c:x val="-4.3898252184769039E-2"/>
                  <c:y val="-2.8119967793880839E-2"/>
                </c:manualLayout>
              </c:layout>
              <c:tx>
                <c:rich>
                  <a:bodyPr/>
                  <a:lstStyle/>
                  <a:p>
                    <a:fld id="{C0F529CE-F145-400C-B7AE-DF2C2D6477C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D-D7FE-4007-B099-59C6BB304F6C}"/>
                </c:ext>
              </c:extLst>
            </c:dLbl>
            <c:dLbl>
              <c:idx val="38"/>
              <c:layout>
                <c:manualLayout>
                  <c:x val="-3.3280274656679154E-2"/>
                  <c:y val="-1.0225442834138487E-2"/>
                </c:manualLayout>
              </c:layout>
              <c:tx>
                <c:rich>
                  <a:bodyPr/>
                  <a:lstStyle/>
                  <a:p>
                    <a:fld id="{4CCF762C-E109-45F8-B0C3-85A51197699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E-D7FE-4007-B099-59C6BB304F6C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F-D7FE-4007-B099-59C6BB304F6C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0-D7FE-4007-B099-59C6BB304F6C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1-D7FE-4007-B099-59C6BB304F6C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2-D7FE-4007-B099-59C6BB304F6C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3-D7FE-4007-B099-59C6BB304F6C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D7FE-4007-B099-59C6BB304F6C}"/>
                </c:ext>
              </c:extLst>
            </c:dLbl>
            <c:dLbl>
              <c:idx val="45"/>
              <c:layout>
                <c:manualLayout>
                  <c:x val="-7.2785892634207316E-2"/>
                  <c:y val="0"/>
                </c:manualLayout>
              </c:layout>
              <c:tx>
                <c:rich>
                  <a:bodyPr/>
                  <a:lstStyle/>
                  <a:p>
                    <a:fld id="{88A490D7-B758-4F2B-9B43-FC46D31A60A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4-D7FE-4007-B099-59C6BB304F6C}"/>
                </c:ext>
              </c:extLst>
            </c:dLbl>
            <c:dLbl>
              <c:idx val="46"/>
              <c:layout>
                <c:manualLayout>
                  <c:x val="-3.1890605493133654E-2"/>
                  <c:y val="3.3232689210949989E-2"/>
                </c:manualLayout>
              </c:layout>
              <c:tx>
                <c:rich>
                  <a:bodyPr/>
                  <a:lstStyle/>
                  <a:p>
                    <a:fld id="{09F3CCDB-296C-41C2-8938-D16826FFDD7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6-D7FE-4007-B099-59C6BB304F6C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fld id="{5052041C-1B00-499F-AF34-1DF499CE7134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D7FE-4007-B099-59C6BB304F6C}"/>
                </c:ext>
              </c:extLst>
            </c:dLbl>
            <c:dLbl>
              <c:idx val="48"/>
              <c:layout>
                <c:manualLayout>
                  <c:x val="-3.8954744069912534E-2"/>
                  <c:y val="2.3007246376811594E-2"/>
                </c:manualLayout>
              </c:layout>
              <c:tx>
                <c:rich>
                  <a:bodyPr/>
                  <a:lstStyle/>
                  <a:p>
                    <a:fld id="{DF58E45C-FE67-40FD-87C2-39011C26518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A-D7FE-4007-B099-59C6BB304F6C}"/>
                </c:ext>
              </c:extLst>
            </c:dLbl>
            <c:dLbl>
              <c:idx val="49"/>
              <c:layout>
                <c:manualLayout>
                  <c:x val="-3.7110955056179701E-2"/>
                  <c:y val="8.4359903381642606E-2"/>
                </c:manualLayout>
              </c:layout>
              <c:tx>
                <c:rich>
                  <a:bodyPr/>
                  <a:lstStyle/>
                  <a:p>
                    <a:fld id="{67B464F8-B953-4A44-A9CD-5D49E587D01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B-D7FE-4007-B099-59C6BB304F6C}"/>
                </c:ext>
              </c:extLst>
            </c:dLbl>
            <c:dLbl>
              <c:idx val="50"/>
              <c:layout>
                <c:manualLayout>
                  <c:x val="-4.3114700374531911E-2"/>
                  <c:y val="-2.3007246376811594E-2"/>
                </c:manualLayout>
              </c:layout>
              <c:tx>
                <c:rich>
                  <a:bodyPr/>
                  <a:lstStyle/>
                  <a:p>
                    <a:fld id="{24AAD63D-BA21-42C8-A58A-7E37924EBB5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C-D7FE-4007-B099-59C6BB304F6C}"/>
                </c:ext>
              </c:extLst>
            </c:dLbl>
            <c:dLbl>
              <c:idx val="51"/>
              <c:layout>
                <c:manualLayout>
                  <c:x val="-9.3915106117353306E-2"/>
                  <c:y val="0"/>
                </c:manualLayout>
              </c:layout>
              <c:tx>
                <c:rich>
                  <a:bodyPr/>
                  <a:lstStyle/>
                  <a:p>
                    <a:fld id="{813ABBA5-F63B-4859-BD54-0903079F2A3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E-D7FE-4007-B099-59C6BB304F6C}"/>
                </c:ext>
              </c:extLst>
            </c:dLbl>
            <c:dLbl>
              <c:idx val="52"/>
              <c:layout>
                <c:manualLayout>
                  <c:x val="6.3745318352058473E-3"/>
                  <c:y val="0"/>
                </c:manualLayout>
              </c:layout>
              <c:tx>
                <c:rich>
                  <a:bodyPr/>
                  <a:lstStyle/>
                  <a:p>
                    <a:fld id="{EF9E7473-A3AB-4256-B4D9-C3150434228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0-D7FE-4007-B099-59C6BB304F6C}"/>
                </c:ext>
              </c:extLst>
            </c:dLbl>
            <c:dLbl>
              <c:idx val="53"/>
              <c:layout>
                <c:manualLayout>
                  <c:x val="-3.1107990012484467E-2"/>
                  <c:y val="4.0901771336553948E-2"/>
                </c:manualLayout>
              </c:layout>
              <c:tx>
                <c:rich>
                  <a:bodyPr/>
                  <a:lstStyle/>
                  <a:p>
                    <a:fld id="{CCCCDF61-0D9B-4F78-9F0A-4B49561FBBD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2-D7FE-4007-B099-59C6BB304F6C}"/>
                </c:ext>
              </c:extLst>
            </c:dLbl>
            <c:dLbl>
              <c:idx val="54"/>
              <c:layout>
                <c:manualLayout>
                  <c:x val="4.5088951310861426E-3"/>
                  <c:y val="4.3458132045088471E-2"/>
                </c:manualLayout>
              </c:layout>
              <c:tx>
                <c:rich>
                  <a:bodyPr/>
                  <a:lstStyle/>
                  <a:p>
                    <a:fld id="{9272EB43-CBB6-450F-A409-CB59C4BF7AD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4-D7FE-4007-B099-59C6BB304F6C}"/>
                </c:ext>
              </c:extLst>
            </c:dLbl>
            <c:dLbl>
              <c:idx val="55"/>
              <c:layout>
                <c:manualLayout>
                  <c:x val="2.46894506866417E-3"/>
                  <c:y val="0"/>
                </c:manualLayout>
              </c:layout>
              <c:tx>
                <c:rich>
                  <a:bodyPr/>
                  <a:lstStyle/>
                  <a:p>
                    <a:fld id="{DD36C4B4-8A55-49D5-835F-558AEA64165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6-D7FE-4007-B099-59C6BB304F6C}"/>
                </c:ext>
              </c:extLst>
            </c:dLbl>
            <c:dLbl>
              <c:idx val="56"/>
              <c:layout>
                <c:manualLayout>
                  <c:x val="-4.2138888888888962E-2"/>
                  <c:y val="4.6014492753623189E-2"/>
                </c:manualLayout>
              </c:layout>
              <c:tx>
                <c:rich>
                  <a:bodyPr/>
                  <a:lstStyle/>
                  <a:p>
                    <a:r>
                      <a:rPr lang="zh-CN" altLang="en-US" dirty="0"/>
                      <a:t>趣丸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D7FE-4007-B099-59C6BB304F6C}"/>
                </c:ext>
              </c:extLst>
            </c:dLbl>
            <c:dLbl>
              <c:idx val="57"/>
              <c:layout>
                <c:manualLayout>
                  <c:x val="-5.0104712858926342E-2"/>
                  <c:y val="5.6239935587761677E-2"/>
                </c:manualLayout>
              </c:layout>
              <c:tx>
                <c:rich>
                  <a:bodyPr/>
                  <a:lstStyle/>
                  <a:p>
                    <a:fld id="{2D29FE3B-4398-45C0-988B-70E6CC6E119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A-D7FE-4007-B099-59C6BB304F6C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fld id="{595CDD25-78FD-4692-A0C5-E30CA7BE7D56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D7FE-4007-B099-59C6BB304F6C}"/>
                </c:ext>
              </c:extLst>
            </c:dLbl>
            <c:dLbl>
              <c:idx val="59"/>
              <c:layout>
                <c:manualLayout>
                  <c:x val="-5.3488451935081151E-2"/>
                  <c:y val="5.112721417069243E-2"/>
                </c:manualLayout>
              </c:layout>
              <c:tx>
                <c:rich>
                  <a:bodyPr/>
                  <a:lstStyle/>
                  <a:p>
                    <a:fld id="{3CDC6D1F-2785-45B5-A489-4EDAA9CB2E0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E-D7FE-4007-B099-59C6BB304F6C}"/>
                </c:ext>
              </c:extLst>
            </c:dLbl>
            <c:dLbl>
              <c:idx val="60"/>
              <c:layout>
                <c:manualLayout>
                  <c:x val="-4.4038077403245945E-2"/>
                  <c:y val="5.112721417069243E-2"/>
                </c:manualLayout>
              </c:layout>
              <c:tx>
                <c:rich>
                  <a:bodyPr/>
                  <a:lstStyle/>
                  <a:p>
                    <a:fld id="{53C715F6-BBD8-410F-A558-0C1EFC62CE9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0-D7FE-4007-B099-59C6BB304F6C}"/>
                </c:ext>
              </c:extLst>
            </c:dLbl>
            <c:dLbl>
              <c:idx val="61"/>
              <c:layout>
                <c:manualLayout>
                  <c:x val="-5.810892634207241E-2"/>
                  <c:y val="-3.0676328502415459E-2"/>
                </c:manualLayout>
              </c:layout>
              <c:tx>
                <c:rich>
                  <a:bodyPr/>
                  <a:lstStyle/>
                  <a:p>
                    <a:fld id="{EE530A17-999C-44B3-8D44-2FADC049B96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2-D7FE-4007-B099-59C6BB304F6C}"/>
                </c:ext>
              </c:extLst>
            </c:dLbl>
            <c:dLbl>
              <c:idx val="62"/>
              <c:layout>
                <c:manualLayout>
                  <c:x val="-5.3251560549313355E-2"/>
                  <c:y val="-2.3007246376811594E-2"/>
                </c:manualLayout>
              </c:layout>
              <c:tx>
                <c:rich>
                  <a:bodyPr/>
                  <a:lstStyle/>
                  <a:p>
                    <a:fld id="{EF532548-96B0-4C6F-9977-1D2C0480663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4-D7FE-4007-B099-59C6BB304F6C}"/>
                </c:ext>
              </c:extLst>
            </c:dLbl>
            <c:dLbl>
              <c:idx val="63"/>
              <c:layout>
                <c:manualLayout>
                  <c:x val="-4.8997815230961299E-2"/>
                  <c:y val="3.0676328502415459E-2"/>
                </c:manualLayout>
              </c:layout>
              <c:tx>
                <c:rich>
                  <a:bodyPr/>
                  <a:lstStyle/>
                  <a:p>
                    <a:fld id="{8E2D04BA-6C7D-42FD-B5D4-C87AC033F7D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6-D7FE-4007-B099-59C6BB304F6C}"/>
                </c:ext>
              </c:extLst>
            </c:dLbl>
            <c:dLbl>
              <c:idx val="64"/>
              <c:layout>
                <c:manualLayout>
                  <c:x val="-6.0846598002496879E-2"/>
                  <c:y val="4.6014492753623189E-2"/>
                </c:manualLayout>
              </c:layout>
              <c:tx>
                <c:rich>
                  <a:bodyPr/>
                  <a:lstStyle/>
                  <a:p>
                    <a:fld id="{48D9C36B-ACA6-46E9-88C1-9C9473FC940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8-D7FE-4007-B099-59C6BB304F6C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4-D7FE-4007-B099-59C6BB304F6C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5-D7FE-4007-B099-59C6BB304F6C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6-D7FE-4007-B099-59C6BB304F6C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7-D7FE-4007-B099-59C6BB304F6C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8-D7FE-4007-B099-59C6BB304F6C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9-D7FE-4007-B099-59C6BB304F6C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A-D7FE-4007-B099-59C6BB304F6C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B-D7FE-4007-B099-59C6BB304F6C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C-D7FE-4007-B099-59C6BB304F6C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D-D7FE-4007-B099-59C6BB304F6C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E-D7FE-4007-B099-59C6BB304F6C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F-D7FE-4007-B099-59C6BB304F6C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0-D7FE-4007-B099-59C6BB304F6C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1-D7FE-4007-B099-59C6BB304F6C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2-D7FE-4007-B099-59C6BB304F6C}"/>
                </c:ext>
              </c:extLst>
            </c:dLbl>
            <c:dLbl>
              <c:idx val="80"/>
              <c:layout>
                <c:manualLayout>
                  <c:x val="3.5805555555555556E-2"/>
                  <c:y val="0"/>
                </c:manualLayout>
              </c:layout>
              <c:tx>
                <c:rich>
                  <a:bodyPr/>
                  <a:lstStyle/>
                  <a:p>
                    <a:fld id="{324DD434-000E-4AEF-AC00-147D27093C2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A-D7FE-4007-B099-59C6BB304F6C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fld id="{180459A9-73A4-491F-9FB1-5B54111AAE89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D7FE-4007-B099-59C6BB304F6C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fld id="{55A34C1B-FE06-4DB3-84BD-C82863A3FBAF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D7FE-4007-B099-59C6BB304F6C}"/>
                </c:ext>
              </c:extLst>
            </c:dLbl>
            <c:dLbl>
              <c:idx val="83"/>
              <c:layout>
                <c:manualLayout>
                  <c:x val="2.4634519350811485E-2"/>
                  <c:y val="0"/>
                </c:manualLayout>
              </c:layout>
              <c:tx>
                <c:rich>
                  <a:bodyPr/>
                  <a:lstStyle/>
                  <a:p>
                    <a:fld id="{E125A8D8-BCEC-48B5-B9B4-1D28DB24FAA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0-D7FE-4007-B099-59C6BB304F6C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fld id="{CB13BB10-8020-4766-8865-8D4EA9905289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D7FE-4007-B099-59C6BB304F6C}"/>
                </c:ext>
              </c:extLst>
            </c:dLbl>
            <c:dLbl>
              <c:idx val="85"/>
              <c:layout>
                <c:manualLayout>
                  <c:x val="-3.748439450686787E-3"/>
                  <c:y val="0"/>
                </c:manualLayout>
              </c:layout>
              <c:tx>
                <c:rich>
                  <a:bodyPr/>
                  <a:lstStyle/>
                  <a:p>
                    <a:fld id="{E453F964-6742-4133-9373-D641980F4CF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4-D7FE-4007-B099-59C6BB304F6C}"/>
                </c:ext>
              </c:extLst>
            </c:dLbl>
            <c:dLbl>
              <c:idx val="86"/>
              <c:layout>
                <c:manualLayout>
                  <c:x val="-5.6141073657927663E-2"/>
                  <c:y val="3.8345410628019279E-2"/>
                </c:manualLayout>
              </c:layout>
              <c:tx>
                <c:rich>
                  <a:bodyPr/>
                  <a:lstStyle/>
                  <a:p>
                    <a:fld id="{C9143913-F846-4694-97A1-ADAD0E5BFAA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6-D7FE-4007-B099-59C6BB304F6C}"/>
                </c:ext>
              </c:extLst>
            </c:dLbl>
            <c:dLbl>
              <c:idx val="87"/>
              <c:layout>
                <c:manualLayout>
                  <c:x val="-4.9118601747815231E-2"/>
                  <c:y val="-1.789452495974235E-2"/>
                </c:manualLayout>
              </c:layout>
              <c:tx>
                <c:rich>
                  <a:bodyPr/>
                  <a:lstStyle/>
                  <a:p>
                    <a:fld id="{0F620A67-F551-4B43-B5F8-04542C69368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8-D7FE-4007-B099-59C6BB304F6C}"/>
                </c:ext>
              </c:extLst>
            </c:dLbl>
            <c:dLbl>
              <c:idx val="88"/>
              <c:layout>
                <c:manualLayout>
                  <c:x val="-9.7171972534332088E-2"/>
                  <c:y val="0"/>
                </c:manualLayout>
              </c:layout>
              <c:tx>
                <c:rich>
                  <a:bodyPr/>
                  <a:lstStyle/>
                  <a:p>
                    <a:fld id="{9CE06D66-DC60-4213-AF7F-D3907C3A3EC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A-D7FE-4007-B099-59C6BB304F6C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en-US" altLang="zh-C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D7FE-4007-B099-59C6BB304F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0" tIns="0" rIns="0" bIns="0" anchor="ctr" anchorCtr="1">
                <a:spAutoFit/>
              </a:bodyPr>
              <a:lstStyle/>
              <a:p>
                <a:pPr>
                  <a:spcAft>
                    <a:spcPts val="0"/>
                  </a:spcAft>
                  <a:defRPr sz="6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DataLabelsRange val="1"/>
                <c15:showLeaderLines val="1"/>
                <c15:leaderLines>
                  <c:spPr>
                    <a:ln w="3175" cap="rnd">
                      <a:noFill/>
                    </a:ln>
                  </c:spPr>
                </c15:leaderLines>
              </c:ext>
            </c:extLst>
          </c:dLbls>
          <c:xVal>
            <c:numRef>
              <c:f>Sheet1!$B$2:$B$91</c:f>
              <c:numCache>
                <c:formatCode>0%</c:formatCode>
                <c:ptCount val="90"/>
                <c:pt idx="0">
                  <c:v>66</c:v>
                </c:pt>
                <c:pt idx="1">
                  <c:v>58</c:v>
                </c:pt>
                <c:pt idx="2">
                  <c:v>58</c:v>
                </c:pt>
                <c:pt idx="3">
                  <c:v>58</c:v>
                </c:pt>
                <c:pt idx="4">
                  <c:v>52</c:v>
                </c:pt>
                <c:pt idx="5">
                  <c:v>55</c:v>
                </c:pt>
                <c:pt idx="6">
                  <c:v>63</c:v>
                </c:pt>
                <c:pt idx="7">
                  <c:v>63</c:v>
                </c:pt>
                <c:pt idx="8">
                  <c:v>58</c:v>
                </c:pt>
                <c:pt idx="9">
                  <c:v>53</c:v>
                </c:pt>
                <c:pt idx="10">
                  <c:v>76</c:v>
                </c:pt>
                <c:pt idx="11">
                  <c:v>58</c:v>
                </c:pt>
                <c:pt idx="12">
                  <c:v>72</c:v>
                </c:pt>
                <c:pt idx="13">
                  <c:v>59</c:v>
                </c:pt>
                <c:pt idx="14">
                  <c:v>63</c:v>
                </c:pt>
                <c:pt idx="16">
                  <c:v>25</c:v>
                </c:pt>
                <c:pt idx="17">
                  <c:v>30</c:v>
                </c:pt>
                <c:pt idx="18">
                  <c:v>35</c:v>
                </c:pt>
                <c:pt idx="19">
                  <c:v>35</c:v>
                </c:pt>
                <c:pt idx="20">
                  <c:v>25</c:v>
                </c:pt>
                <c:pt idx="21">
                  <c:v>33</c:v>
                </c:pt>
                <c:pt idx="22">
                  <c:v>31</c:v>
                </c:pt>
                <c:pt idx="23">
                  <c:v>32</c:v>
                </c:pt>
                <c:pt idx="24">
                  <c:v>30</c:v>
                </c:pt>
                <c:pt idx="25">
                  <c:v>29</c:v>
                </c:pt>
                <c:pt idx="26">
                  <c:v>20</c:v>
                </c:pt>
                <c:pt idx="27">
                  <c:v>23</c:v>
                </c:pt>
                <c:pt idx="28">
                  <c:v>28</c:v>
                </c:pt>
                <c:pt idx="29">
                  <c:v>28</c:v>
                </c:pt>
                <c:pt idx="30">
                  <c:v>19</c:v>
                </c:pt>
                <c:pt idx="31">
                  <c:v>28</c:v>
                </c:pt>
                <c:pt idx="32">
                  <c:v>28</c:v>
                </c:pt>
                <c:pt idx="33">
                  <c:v>19</c:v>
                </c:pt>
                <c:pt idx="34">
                  <c:v>18</c:v>
                </c:pt>
                <c:pt idx="35">
                  <c:v>34</c:v>
                </c:pt>
                <c:pt idx="36">
                  <c:v>25</c:v>
                </c:pt>
                <c:pt idx="37">
                  <c:v>25</c:v>
                </c:pt>
                <c:pt idx="38">
                  <c:v>29</c:v>
                </c:pt>
                <c:pt idx="45">
                  <c:v>73</c:v>
                </c:pt>
                <c:pt idx="46" formatCode="0.0%">
                  <c:v>73</c:v>
                </c:pt>
                <c:pt idx="47">
                  <c:v>77</c:v>
                </c:pt>
                <c:pt idx="48">
                  <c:v>77</c:v>
                </c:pt>
                <c:pt idx="49" formatCode="0.0%">
                  <c:v>74</c:v>
                </c:pt>
                <c:pt idx="50">
                  <c:v>79</c:v>
                </c:pt>
                <c:pt idx="51">
                  <c:v>75</c:v>
                </c:pt>
                <c:pt idx="52">
                  <c:v>79</c:v>
                </c:pt>
                <c:pt idx="53">
                  <c:v>70</c:v>
                </c:pt>
                <c:pt idx="54">
                  <c:v>74</c:v>
                </c:pt>
                <c:pt idx="55">
                  <c:v>79</c:v>
                </c:pt>
                <c:pt idx="56" formatCode="0.0%">
                  <c:v>72</c:v>
                </c:pt>
                <c:pt idx="57" formatCode="0.0%">
                  <c:v>76</c:v>
                </c:pt>
                <c:pt idx="58" formatCode="0.0%">
                  <c:v>81</c:v>
                </c:pt>
                <c:pt idx="59" formatCode="0.0%">
                  <c:v>88</c:v>
                </c:pt>
                <c:pt idx="60" formatCode="0.0%">
                  <c:v>83</c:v>
                </c:pt>
                <c:pt idx="61" formatCode="0.0%">
                  <c:v>88</c:v>
                </c:pt>
                <c:pt idx="62" formatCode="0.0%">
                  <c:v>79</c:v>
                </c:pt>
                <c:pt idx="63" formatCode="0.0%">
                  <c:v>88</c:v>
                </c:pt>
                <c:pt idx="64" formatCode="0.0%">
                  <c:v>92</c:v>
                </c:pt>
                <c:pt idx="80">
                  <c:v>95</c:v>
                </c:pt>
                <c:pt idx="81">
                  <c:v>85</c:v>
                </c:pt>
                <c:pt idx="82">
                  <c:v>91</c:v>
                </c:pt>
                <c:pt idx="83">
                  <c:v>95</c:v>
                </c:pt>
                <c:pt idx="84">
                  <c:v>96</c:v>
                </c:pt>
                <c:pt idx="85">
                  <c:v>75</c:v>
                </c:pt>
                <c:pt idx="86">
                  <c:v>77</c:v>
                </c:pt>
                <c:pt idx="87">
                  <c:v>82</c:v>
                </c:pt>
                <c:pt idx="88" formatCode="0.0%">
                  <c:v>88</c:v>
                </c:pt>
              </c:numCache>
            </c:numRef>
          </c:xVal>
          <c:yVal>
            <c:numRef>
              <c:f>Sheet1!$C$2:$C$91</c:f>
              <c:numCache>
                <c:formatCode>General</c:formatCode>
                <c:ptCount val="90"/>
                <c:pt idx="0">
                  <c:v>86</c:v>
                </c:pt>
                <c:pt idx="1">
                  <c:v>79</c:v>
                </c:pt>
                <c:pt idx="2">
                  <c:v>79</c:v>
                </c:pt>
                <c:pt idx="3">
                  <c:v>89</c:v>
                </c:pt>
                <c:pt idx="4">
                  <c:v>82</c:v>
                </c:pt>
                <c:pt idx="5">
                  <c:v>81</c:v>
                </c:pt>
                <c:pt idx="6">
                  <c:v>84</c:v>
                </c:pt>
                <c:pt idx="7">
                  <c:v>64</c:v>
                </c:pt>
                <c:pt idx="8">
                  <c:v>69</c:v>
                </c:pt>
                <c:pt idx="9">
                  <c:v>64</c:v>
                </c:pt>
                <c:pt idx="10">
                  <c:v>96</c:v>
                </c:pt>
                <c:pt idx="11">
                  <c:v>54.5</c:v>
                </c:pt>
                <c:pt idx="12">
                  <c:v>74</c:v>
                </c:pt>
                <c:pt idx="13">
                  <c:v>64.5</c:v>
                </c:pt>
                <c:pt idx="14">
                  <c:v>69.5</c:v>
                </c:pt>
                <c:pt idx="16">
                  <c:v>26</c:v>
                </c:pt>
                <c:pt idx="17">
                  <c:v>39.5</c:v>
                </c:pt>
                <c:pt idx="18">
                  <c:v>29.5</c:v>
                </c:pt>
                <c:pt idx="19">
                  <c:v>39.5</c:v>
                </c:pt>
                <c:pt idx="20">
                  <c:v>39.5</c:v>
                </c:pt>
                <c:pt idx="21">
                  <c:v>59</c:v>
                </c:pt>
                <c:pt idx="22">
                  <c:v>49</c:v>
                </c:pt>
                <c:pt idx="23">
                  <c:v>69</c:v>
                </c:pt>
                <c:pt idx="24">
                  <c:v>55</c:v>
                </c:pt>
                <c:pt idx="25">
                  <c:v>39.5</c:v>
                </c:pt>
                <c:pt idx="26">
                  <c:v>49.5</c:v>
                </c:pt>
                <c:pt idx="27">
                  <c:v>44</c:v>
                </c:pt>
                <c:pt idx="28">
                  <c:v>69</c:v>
                </c:pt>
                <c:pt idx="29">
                  <c:v>64.5</c:v>
                </c:pt>
                <c:pt idx="30">
                  <c:v>64</c:v>
                </c:pt>
                <c:pt idx="31">
                  <c:v>69</c:v>
                </c:pt>
                <c:pt idx="32">
                  <c:v>84</c:v>
                </c:pt>
                <c:pt idx="33">
                  <c:v>69.5</c:v>
                </c:pt>
                <c:pt idx="34">
                  <c:v>59</c:v>
                </c:pt>
                <c:pt idx="35">
                  <c:v>74</c:v>
                </c:pt>
                <c:pt idx="36">
                  <c:v>54.5</c:v>
                </c:pt>
                <c:pt idx="37">
                  <c:v>59</c:v>
                </c:pt>
                <c:pt idx="38">
                  <c:v>59</c:v>
                </c:pt>
                <c:pt idx="45">
                  <c:v>44.5</c:v>
                </c:pt>
                <c:pt idx="46">
                  <c:v>44</c:v>
                </c:pt>
                <c:pt idx="47">
                  <c:v>49</c:v>
                </c:pt>
                <c:pt idx="48">
                  <c:v>49</c:v>
                </c:pt>
                <c:pt idx="49">
                  <c:v>44</c:v>
                </c:pt>
                <c:pt idx="50">
                  <c:v>49</c:v>
                </c:pt>
                <c:pt idx="51">
                  <c:v>49</c:v>
                </c:pt>
                <c:pt idx="52">
                  <c:v>49</c:v>
                </c:pt>
                <c:pt idx="53">
                  <c:v>39.5</c:v>
                </c:pt>
                <c:pt idx="54">
                  <c:v>44</c:v>
                </c:pt>
                <c:pt idx="55">
                  <c:v>44</c:v>
                </c:pt>
                <c:pt idx="56">
                  <c:v>61</c:v>
                </c:pt>
                <c:pt idx="57">
                  <c:v>70</c:v>
                </c:pt>
                <c:pt idx="58">
                  <c:v>66</c:v>
                </c:pt>
                <c:pt idx="59">
                  <c:v>61</c:v>
                </c:pt>
                <c:pt idx="60">
                  <c:v>61</c:v>
                </c:pt>
                <c:pt idx="61">
                  <c:v>71</c:v>
                </c:pt>
                <c:pt idx="62">
                  <c:v>55</c:v>
                </c:pt>
                <c:pt idx="63">
                  <c:v>71</c:v>
                </c:pt>
                <c:pt idx="64">
                  <c:v>71</c:v>
                </c:pt>
                <c:pt idx="80">
                  <c:v>92</c:v>
                </c:pt>
                <c:pt idx="81">
                  <c:v>100</c:v>
                </c:pt>
                <c:pt idx="82">
                  <c:v>90</c:v>
                </c:pt>
                <c:pt idx="83">
                  <c:v>89</c:v>
                </c:pt>
                <c:pt idx="84">
                  <c:v>90</c:v>
                </c:pt>
                <c:pt idx="85">
                  <c:v>90</c:v>
                </c:pt>
                <c:pt idx="86">
                  <c:v>86</c:v>
                </c:pt>
                <c:pt idx="87">
                  <c:v>69</c:v>
                </c:pt>
                <c:pt idx="88">
                  <c:v>81</c:v>
                </c:pt>
              </c:numCache>
            </c:numRef>
          </c:yVal>
          <c:bubbleSize>
            <c:numRef>
              <c:f>Sheet1!$D$2:$D$91</c:f>
              <c:numCache>
                <c:formatCode>General</c:formatCode>
                <c:ptCount val="90"/>
                <c:pt idx="0">
                  <c:v>6860</c:v>
                </c:pt>
                <c:pt idx="1">
                  <c:v>3000</c:v>
                </c:pt>
                <c:pt idx="2">
                  <c:v>3000</c:v>
                </c:pt>
                <c:pt idx="3">
                  <c:v>2600</c:v>
                </c:pt>
                <c:pt idx="4">
                  <c:v>6500</c:v>
                </c:pt>
                <c:pt idx="5">
                  <c:v>5450</c:v>
                </c:pt>
                <c:pt idx="6">
                  <c:v>3000</c:v>
                </c:pt>
                <c:pt idx="7">
                  <c:v>2700</c:v>
                </c:pt>
                <c:pt idx="8">
                  <c:v>1800</c:v>
                </c:pt>
                <c:pt idx="9">
                  <c:v>3000</c:v>
                </c:pt>
                <c:pt idx="10">
                  <c:v>5300</c:v>
                </c:pt>
                <c:pt idx="11">
                  <c:v>1000</c:v>
                </c:pt>
                <c:pt idx="12">
                  <c:v>3000</c:v>
                </c:pt>
                <c:pt idx="13">
                  <c:v>1000</c:v>
                </c:pt>
                <c:pt idx="14">
                  <c:v>800</c:v>
                </c:pt>
                <c:pt idx="16">
                  <c:v>800</c:v>
                </c:pt>
                <c:pt idx="17">
                  <c:v>600</c:v>
                </c:pt>
                <c:pt idx="18">
                  <c:v>1000</c:v>
                </c:pt>
                <c:pt idx="19">
                  <c:v>800</c:v>
                </c:pt>
                <c:pt idx="20">
                  <c:v>700</c:v>
                </c:pt>
                <c:pt idx="21">
                  <c:v>1450</c:v>
                </c:pt>
                <c:pt idx="22">
                  <c:v>1900</c:v>
                </c:pt>
                <c:pt idx="23">
                  <c:v>1500</c:v>
                </c:pt>
                <c:pt idx="24">
                  <c:v>3500</c:v>
                </c:pt>
                <c:pt idx="25">
                  <c:v>1000</c:v>
                </c:pt>
                <c:pt idx="26">
                  <c:v>1000</c:v>
                </c:pt>
                <c:pt idx="27">
                  <c:v>1800</c:v>
                </c:pt>
                <c:pt idx="28">
                  <c:v>2000</c:v>
                </c:pt>
                <c:pt idx="29">
                  <c:v>1000</c:v>
                </c:pt>
                <c:pt idx="30">
                  <c:v>1200</c:v>
                </c:pt>
                <c:pt idx="31">
                  <c:v>1350</c:v>
                </c:pt>
                <c:pt idx="32">
                  <c:v>1500</c:v>
                </c:pt>
                <c:pt idx="33">
                  <c:v>1000</c:v>
                </c:pt>
                <c:pt idx="34">
                  <c:v>2000</c:v>
                </c:pt>
                <c:pt idx="35">
                  <c:v>2000</c:v>
                </c:pt>
                <c:pt idx="36">
                  <c:v>1000</c:v>
                </c:pt>
                <c:pt idx="37">
                  <c:v>1200</c:v>
                </c:pt>
                <c:pt idx="38">
                  <c:v>1600</c:v>
                </c:pt>
                <c:pt idx="45">
                  <c:v>1000</c:v>
                </c:pt>
                <c:pt idx="46">
                  <c:v>1200</c:v>
                </c:pt>
                <c:pt idx="47">
                  <c:v>2600</c:v>
                </c:pt>
                <c:pt idx="48">
                  <c:v>1500</c:v>
                </c:pt>
                <c:pt idx="49">
                  <c:v>3000</c:v>
                </c:pt>
                <c:pt idx="50">
                  <c:v>3000</c:v>
                </c:pt>
                <c:pt idx="51">
                  <c:v>2700</c:v>
                </c:pt>
                <c:pt idx="52">
                  <c:v>3000</c:v>
                </c:pt>
                <c:pt idx="53">
                  <c:v>1000</c:v>
                </c:pt>
                <c:pt idx="54">
                  <c:v>3000</c:v>
                </c:pt>
                <c:pt idx="55">
                  <c:v>3000</c:v>
                </c:pt>
                <c:pt idx="56">
                  <c:v>5500</c:v>
                </c:pt>
                <c:pt idx="57">
                  <c:v>11000</c:v>
                </c:pt>
                <c:pt idx="58">
                  <c:v>6000</c:v>
                </c:pt>
                <c:pt idx="59">
                  <c:v>5130</c:v>
                </c:pt>
                <c:pt idx="60">
                  <c:v>6640</c:v>
                </c:pt>
                <c:pt idx="61">
                  <c:v>8000</c:v>
                </c:pt>
                <c:pt idx="62">
                  <c:v>5000</c:v>
                </c:pt>
                <c:pt idx="63">
                  <c:v>6000</c:v>
                </c:pt>
                <c:pt idx="64">
                  <c:v>10000</c:v>
                </c:pt>
                <c:pt idx="80">
                  <c:v>100000</c:v>
                </c:pt>
                <c:pt idx="81">
                  <c:v>16000</c:v>
                </c:pt>
                <c:pt idx="82">
                  <c:v>30000</c:v>
                </c:pt>
                <c:pt idx="83">
                  <c:v>113000</c:v>
                </c:pt>
                <c:pt idx="84">
                  <c:v>10800</c:v>
                </c:pt>
                <c:pt idx="85">
                  <c:v>12000</c:v>
                </c:pt>
                <c:pt idx="86">
                  <c:v>6700</c:v>
                </c:pt>
                <c:pt idx="87">
                  <c:v>3000</c:v>
                </c:pt>
                <c:pt idx="88">
                  <c:v>9000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Sheet1!$A$2:$A$91</c15:f>
                <c15:dlblRangeCache>
                  <c:ptCount val="90"/>
                  <c:pt idx="0">
                    <c:v>客户1</c:v>
                  </c:pt>
                  <c:pt idx="1">
                    <c:v>客户2</c:v>
                  </c:pt>
                  <c:pt idx="2">
                    <c:v>客户3</c:v>
                  </c:pt>
                  <c:pt idx="3">
                    <c:v>客户4</c:v>
                  </c:pt>
                  <c:pt idx="4">
                    <c:v>客户5</c:v>
                  </c:pt>
                  <c:pt idx="5">
                    <c:v>客户6</c:v>
                  </c:pt>
                  <c:pt idx="6">
                    <c:v>客户7</c:v>
                  </c:pt>
                  <c:pt idx="7">
                    <c:v>客户8</c:v>
                  </c:pt>
                  <c:pt idx="8">
                    <c:v>客户9</c:v>
                  </c:pt>
                  <c:pt idx="9">
                    <c:v>客户10</c:v>
                  </c:pt>
                  <c:pt idx="10">
                    <c:v>客户11</c:v>
                  </c:pt>
                  <c:pt idx="11">
                    <c:v>客户12</c:v>
                  </c:pt>
                  <c:pt idx="12">
                    <c:v>客户13</c:v>
                  </c:pt>
                  <c:pt idx="13">
                    <c:v>客户14</c:v>
                  </c:pt>
                  <c:pt idx="14">
                    <c:v>客户15</c:v>
                  </c:pt>
                  <c:pt idx="15">
                    <c:v>客户16</c:v>
                  </c:pt>
                  <c:pt idx="16">
                    <c:v>客户17</c:v>
                  </c:pt>
                  <c:pt idx="17">
                    <c:v>客户18</c:v>
                  </c:pt>
                  <c:pt idx="18">
                    <c:v>客户19</c:v>
                  </c:pt>
                  <c:pt idx="19">
                    <c:v>客户20</c:v>
                  </c:pt>
                  <c:pt idx="20">
                    <c:v>客户21</c:v>
                  </c:pt>
                  <c:pt idx="21">
                    <c:v>客户22</c:v>
                  </c:pt>
                  <c:pt idx="22">
                    <c:v>客户23</c:v>
                  </c:pt>
                  <c:pt idx="23">
                    <c:v>客户24</c:v>
                  </c:pt>
                  <c:pt idx="24">
                    <c:v>客户25</c:v>
                  </c:pt>
                  <c:pt idx="25">
                    <c:v>客户26</c:v>
                  </c:pt>
                  <c:pt idx="26">
                    <c:v>客户27</c:v>
                  </c:pt>
                  <c:pt idx="27">
                    <c:v>客户28</c:v>
                  </c:pt>
                  <c:pt idx="28">
                    <c:v>客户29</c:v>
                  </c:pt>
                  <c:pt idx="29">
                    <c:v>客户30</c:v>
                  </c:pt>
                  <c:pt idx="30">
                    <c:v>客户31</c:v>
                  </c:pt>
                  <c:pt idx="31">
                    <c:v>客户32</c:v>
                  </c:pt>
                  <c:pt idx="32">
                    <c:v>客户33</c:v>
                  </c:pt>
                  <c:pt idx="33">
                    <c:v>客户34</c:v>
                  </c:pt>
                  <c:pt idx="34">
                    <c:v>客户35</c:v>
                  </c:pt>
                  <c:pt idx="35">
                    <c:v>客户36</c:v>
                  </c:pt>
                  <c:pt idx="36">
                    <c:v>客户37</c:v>
                  </c:pt>
                  <c:pt idx="37">
                    <c:v>客户38</c:v>
                  </c:pt>
                  <c:pt idx="38">
                    <c:v>客户39</c:v>
                  </c:pt>
                  <c:pt idx="45">
                    <c:v>客户46</c:v>
                  </c:pt>
                  <c:pt idx="46">
                    <c:v>客户47</c:v>
                  </c:pt>
                  <c:pt idx="47">
                    <c:v>客户48</c:v>
                  </c:pt>
                  <c:pt idx="48">
                    <c:v>客户49</c:v>
                  </c:pt>
                  <c:pt idx="49">
                    <c:v>客户50</c:v>
                  </c:pt>
                  <c:pt idx="50">
                    <c:v>客户51</c:v>
                  </c:pt>
                  <c:pt idx="51">
                    <c:v>客户52</c:v>
                  </c:pt>
                  <c:pt idx="52">
                    <c:v>客户53</c:v>
                  </c:pt>
                  <c:pt idx="53">
                    <c:v>客户54</c:v>
                  </c:pt>
                  <c:pt idx="54">
                    <c:v>客户55</c:v>
                  </c:pt>
                  <c:pt idx="55">
                    <c:v>客户56</c:v>
                  </c:pt>
                  <c:pt idx="56">
                    <c:v>客户57</c:v>
                  </c:pt>
                  <c:pt idx="57">
                    <c:v>客户58</c:v>
                  </c:pt>
                  <c:pt idx="58">
                    <c:v>客户59</c:v>
                  </c:pt>
                  <c:pt idx="59">
                    <c:v>客户60</c:v>
                  </c:pt>
                  <c:pt idx="60">
                    <c:v>客户61</c:v>
                  </c:pt>
                  <c:pt idx="61">
                    <c:v>客户62</c:v>
                  </c:pt>
                  <c:pt idx="62">
                    <c:v>客户63</c:v>
                  </c:pt>
                  <c:pt idx="63">
                    <c:v>客户64</c:v>
                  </c:pt>
                  <c:pt idx="64">
                    <c:v>客户65</c:v>
                  </c:pt>
                  <c:pt idx="80">
                    <c:v>客户66</c:v>
                  </c:pt>
                  <c:pt idx="81">
                    <c:v>客户67</c:v>
                  </c:pt>
                  <c:pt idx="82">
                    <c:v>客户68</c:v>
                  </c:pt>
                  <c:pt idx="83">
                    <c:v>客户69</c:v>
                  </c:pt>
                  <c:pt idx="84">
                    <c:v>客户70</c:v>
                  </c:pt>
                  <c:pt idx="85">
                    <c:v>客户71</c:v>
                  </c:pt>
                  <c:pt idx="86">
                    <c:v>客户72</c:v>
                  </c:pt>
                  <c:pt idx="87">
                    <c:v>客户73</c:v>
                  </c:pt>
                  <c:pt idx="88">
                    <c:v>客户74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83-D7FE-4007-B099-59C6BB304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1648386736"/>
        <c:axId val="-1648383472"/>
      </c:bubbleChart>
      <c:valAx>
        <c:axId val="-1648386736"/>
        <c:scaling>
          <c:orientation val="minMax"/>
          <c:min val="-0.1"/>
        </c:scaling>
        <c:delete val="1"/>
        <c:axPos val="b"/>
        <c:numFmt formatCode="0%" sourceLinked="1"/>
        <c:majorTickMark val="out"/>
        <c:minorTickMark val="none"/>
        <c:tickLblPos val="nextTo"/>
        <c:crossAx val="-1648383472"/>
        <c:crosses val="autoZero"/>
        <c:crossBetween val="midCat"/>
      </c:valAx>
      <c:valAx>
        <c:axId val="-164838347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16483867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7925890827741854E-2"/>
          <c:y val="3.0428497278751389E-2"/>
          <c:w val="0.96966387706074453"/>
          <c:h val="0.93914300544249718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8AE-4048-9FA7-51E8F2A0C5B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8AE-4048-9FA7-51E8F2A0C5B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8AE-4048-9FA7-51E8F2A0C5B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8AE-4048-9FA7-51E8F2A0C5B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8AE-4048-9FA7-51E8F2A0C5B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8AE-4048-9FA7-51E8F2A0C5B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8AE-4048-9FA7-51E8F2A0C5B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8AE-4048-9FA7-51E8F2A0C5B6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8AE-4048-9FA7-51E8F2A0C5B6}"/>
              </c:ext>
            </c:extLst>
          </c:dPt>
          <c:dPt>
            <c:idx val="11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8AE-4048-9FA7-51E8F2A0C5B6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8AE-4048-9FA7-51E8F2A0C5B6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8AE-4048-9FA7-51E8F2A0C5B6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8AE-4048-9FA7-51E8F2A0C5B6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8AE-4048-9FA7-51E8F2A0C5B6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8AE-4048-9FA7-51E8F2A0C5B6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18AE-4048-9FA7-51E8F2A0C5B6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18AE-4048-9FA7-51E8F2A0C5B6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18AE-4048-9FA7-51E8F2A0C5B6}"/>
              </c:ext>
            </c:extLst>
          </c:dPt>
          <c:dPt>
            <c:idx val="20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18AE-4048-9FA7-51E8F2A0C5B6}"/>
              </c:ext>
            </c:extLst>
          </c:dPt>
          <c:dPt>
            <c:idx val="21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18AE-4048-9FA7-51E8F2A0C5B6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18AE-4048-9FA7-51E8F2A0C5B6}"/>
              </c:ext>
            </c:extLst>
          </c:dPt>
          <c:dPt>
            <c:idx val="23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18AE-4048-9FA7-51E8F2A0C5B6}"/>
              </c:ext>
            </c:extLst>
          </c:dPt>
          <c:dPt>
            <c:idx val="24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18AE-4048-9FA7-51E8F2A0C5B6}"/>
              </c:ext>
            </c:extLst>
          </c:dPt>
          <c:dPt>
            <c:idx val="25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18AE-4048-9FA7-51E8F2A0C5B6}"/>
              </c:ext>
            </c:extLst>
          </c:dPt>
          <c:dPt>
            <c:idx val="26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 w="3175">
                <a:solidFill>
                  <a:schemeClr val="accent6">
                    <a:alpha val="4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18AE-4048-9FA7-51E8F2A0C5B6}"/>
              </c:ext>
            </c:extLst>
          </c:dPt>
          <c:dPt>
            <c:idx val="27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18AE-4048-9FA7-51E8F2A0C5B6}"/>
              </c:ext>
            </c:extLst>
          </c:dPt>
          <c:dPt>
            <c:idx val="28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18AE-4048-9FA7-51E8F2A0C5B6}"/>
              </c:ext>
            </c:extLst>
          </c:dPt>
          <c:dPt>
            <c:idx val="29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18AE-4048-9FA7-51E8F2A0C5B6}"/>
              </c:ext>
            </c:extLst>
          </c:dPt>
          <c:dPt>
            <c:idx val="30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18AE-4048-9FA7-51E8F2A0C5B6}"/>
              </c:ext>
            </c:extLst>
          </c:dPt>
          <c:dPt>
            <c:idx val="31"/>
            <c:invertIfNegative val="0"/>
            <c:bubble3D val="0"/>
            <c:spPr>
              <a:solidFill>
                <a:schemeClr val="accent6"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18AE-4048-9FA7-51E8F2A0C5B6}"/>
              </c:ext>
            </c:extLst>
          </c:dPt>
          <c:dPt>
            <c:idx val="32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D-18AE-4048-9FA7-51E8F2A0C5B6}"/>
              </c:ext>
            </c:extLst>
          </c:dPt>
          <c:dPt>
            <c:idx val="33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F-18AE-4048-9FA7-51E8F2A0C5B6}"/>
              </c:ext>
            </c:extLst>
          </c:dPt>
          <c:dPt>
            <c:idx val="34"/>
            <c:invertIfNegative val="0"/>
            <c:bubble3D val="0"/>
            <c:spPr>
              <a:solidFill>
                <a:schemeClr val="bg1">
                  <a:lumMod val="6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1-18AE-4048-9FA7-51E8F2A0C5B6}"/>
              </c:ext>
            </c:extLst>
          </c:dPt>
          <c:dPt>
            <c:idx val="35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3-18AE-4048-9FA7-51E8F2A0C5B6}"/>
              </c:ext>
            </c:extLst>
          </c:dPt>
          <c:dPt>
            <c:idx val="36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5-18AE-4048-9FA7-51E8F2A0C5B6}"/>
              </c:ext>
            </c:extLst>
          </c:dPt>
          <c:dPt>
            <c:idx val="37"/>
            <c:invertIfNegative val="0"/>
            <c:bubble3D val="0"/>
            <c:spPr>
              <a:solidFill>
                <a:schemeClr val="bg1">
                  <a:lumMod val="6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7-18AE-4048-9FA7-51E8F2A0C5B6}"/>
              </c:ext>
            </c:extLst>
          </c:dPt>
          <c:dPt>
            <c:idx val="38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9-18AE-4048-9FA7-51E8F2A0C5B6}"/>
              </c:ext>
            </c:extLst>
          </c:dPt>
          <c:dPt>
            <c:idx val="39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B-18AE-4048-9FA7-51E8F2A0C5B6}"/>
              </c:ext>
            </c:extLst>
          </c:dPt>
          <c:dPt>
            <c:idx val="40"/>
            <c:invertIfNegative val="0"/>
            <c:bubble3D val="0"/>
            <c:spPr>
              <a:solidFill>
                <a:schemeClr val="bg1">
                  <a:lumMod val="85000"/>
                  <a:alpha val="6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D-18AE-4048-9FA7-51E8F2A0C5B6}"/>
              </c:ext>
            </c:extLst>
          </c:dPt>
          <c:dPt>
            <c:idx val="41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F-18AE-4048-9FA7-51E8F2A0C5B6}"/>
              </c:ext>
            </c:extLst>
          </c:dPt>
          <c:dPt>
            <c:idx val="42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1-18AE-4048-9FA7-51E8F2A0C5B6}"/>
              </c:ext>
            </c:extLst>
          </c:dPt>
          <c:dPt>
            <c:idx val="4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3-18AE-4048-9FA7-51E8F2A0C5B6}"/>
              </c:ext>
            </c:extLst>
          </c:dPt>
          <c:dPt>
            <c:idx val="44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5-18AE-4048-9FA7-51E8F2A0C5B6}"/>
              </c:ext>
            </c:extLst>
          </c:dPt>
          <c:dPt>
            <c:idx val="46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7-18AE-4048-9FA7-51E8F2A0C5B6}"/>
              </c:ext>
            </c:extLst>
          </c:dPt>
          <c:dPt>
            <c:idx val="47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9-18AE-4048-9FA7-51E8F2A0C5B6}"/>
              </c:ext>
            </c:extLst>
          </c:dPt>
          <c:dPt>
            <c:idx val="48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B-18AE-4048-9FA7-51E8F2A0C5B6}"/>
              </c:ext>
            </c:extLst>
          </c:dPt>
          <c:dPt>
            <c:idx val="49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D-18AE-4048-9FA7-51E8F2A0C5B6}"/>
              </c:ext>
            </c:extLst>
          </c:dPt>
          <c:dPt>
            <c:idx val="50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5F-18AE-4048-9FA7-51E8F2A0C5B6}"/>
              </c:ext>
            </c:extLst>
          </c:dPt>
          <c:dPt>
            <c:idx val="51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1-18AE-4048-9FA7-51E8F2A0C5B6}"/>
              </c:ext>
            </c:extLst>
          </c:dPt>
          <c:dPt>
            <c:idx val="52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3-18AE-4048-9FA7-51E8F2A0C5B6}"/>
              </c:ext>
            </c:extLst>
          </c:dPt>
          <c:dPt>
            <c:idx val="5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5-18AE-4048-9FA7-51E8F2A0C5B6}"/>
              </c:ext>
            </c:extLst>
          </c:dPt>
          <c:dPt>
            <c:idx val="5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7-18AE-4048-9FA7-51E8F2A0C5B6}"/>
              </c:ext>
            </c:extLst>
          </c:dPt>
          <c:dPt>
            <c:idx val="55"/>
            <c:invertIfNegative val="0"/>
            <c:bubble3D val="0"/>
            <c:spPr>
              <a:solidFill>
                <a:schemeClr val="bg1">
                  <a:lumMod val="8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9-18AE-4048-9FA7-51E8F2A0C5B6}"/>
              </c:ext>
            </c:extLst>
          </c:dPt>
          <c:dPt>
            <c:idx val="56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B-18AE-4048-9FA7-51E8F2A0C5B6}"/>
              </c:ext>
            </c:extLst>
          </c:dPt>
          <c:dPt>
            <c:idx val="57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D-18AE-4048-9FA7-51E8F2A0C5B6}"/>
              </c:ext>
            </c:extLst>
          </c:dPt>
          <c:dPt>
            <c:idx val="58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F-18AE-4048-9FA7-51E8F2A0C5B6}"/>
              </c:ext>
            </c:extLst>
          </c:dPt>
          <c:dPt>
            <c:idx val="59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1-18AE-4048-9FA7-51E8F2A0C5B6}"/>
              </c:ext>
            </c:extLst>
          </c:dPt>
          <c:dPt>
            <c:idx val="60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3-18AE-4048-9FA7-51E8F2A0C5B6}"/>
              </c:ext>
            </c:extLst>
          </c:dPt>
          <c:dPt>
            <c:idx val="61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5-18AE-4048-9FA7-51E8F2A0C5B6}"/>
              </c:ext>
            </c:extLst>
          </c:dPt>
          <c:dPt>
            <c:idx val="62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7-18AE-4048-9FA7-51E8F2A0C5B6}"/>
              </c:ext>
            </c:extLst>
          </c:dPt>
          <c:dPt>
            <c:idx val="6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9-18AE-4048-9FA7-51E8F2A0C5B6}"/>
              </c:ext>
            </c:extLst>
          </c:dPt>
          <c:dPt>
            <c:idx val="6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B-18AE-4048-9FA7-51E8F2A0C5B6}"/>
              </c:ext>
            </c:extLst>
          </c:dPt>
          <c:dPt>
            <c:idx val="65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D-18AE-4048-9FA7-51E8F2A0C5B6}"/>
              </c:ext>
            </c:extLst>
          </c:dPt>
          <c:dPt>
            <c:idx val="66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F-18AE-4048-9FA7-51E8F2A0C5B6}"/>
              </c:ext>
            </c:extLst>
          </c:dPt>
          <c:dPt>
            <c:idx val="67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1-18AE-4048-9FA7-51E8F2A0C5B6}"/>
              </c:ext>
            </c:extLst>
          </c:dPt>
          <c:dPt>
            <c:idx val="68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3-18AE-4048-9FA7-51E8F2A0C5B6}"/>
              </c:ext>
            </c:extLst>
          </c:dPt>
          <c:dPt>
            <c:idx val="69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5-18AE-4048-9FA7-51E8F2A0C5B6}"/>
              </c:ext>
            </c:extLst>
          </c:dPt>
          <c:dPt>
            <c:idx val="70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7-18AE-4048-9FA7-51E8F2A0C5B6}"/>
              </c:ext>
            </c:extLst>
          </c:dPt>
          <c:dPt>
            <c:idx val="71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9-18AE-4048-9FA7-51E8F2A0C5B6}"/>
              </c:ext>
            </c:extLst>
          </c:dPt>
          <c:dPt>
            <c:idx val="72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B-18AE-4048-9FA7-51E8F2A0C5B6}"/>
              </c:ext>
            </c:extLst>
          </c:dPt>
          <c:dPt>
            <c:idx val="7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D-18AE-4048-9FA7-51E8F2A0C5B6}"/>
              </c:ext>
            </c:extLst>
          </c:dPt>
          <c:dPt>
            <c:idx val="75"/>
            <c:invertIfNegative val="0"/>
            <c:bubble3D val="0"/>
            <c:spPr>
              <a:solidFill>
                <a:schemeClr val="accent5">
                  <a:lumMod val="50000"/>
                  <a:alpha val="3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F-18AE-4048-9FA7-51E8F2A0C5B6}"/>
              </c:ext>
            </c:extLst>
          </c:dPt>
          <c:dPt>
            <c:idx val="76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1-18AE-4048-9FA7-51E8F2A0C5B6}"/>
              </c:ext>
            </c:extLst>
          </c:dPt>
          <c:dPt>
            <c:idx val="77"/>
            <c:invertIfNegative val="0"/>
            <c:bubble3D val="0"/>
            <c:spPr>
              <a:solidFill>
                <a:srgbClr val="C00000">
                  <a:alpha val="6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3-18AE-4048-9FA7-51E8F2A0C5B6}"/>
              </c:ext>
            </c:extLst>
          </c:dPt>
          <c:dPt>
            <c:idx val="79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5-18AE-4048-9FA7-51E8F2A0C5B6}"/>
              </c:ext>
            </c:extLst>
          </c:dPt>
          <c:dPt>
            <c:idx val="80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7-18AE-4048-9FA7-51E8F2A0C5B6}"/>
              </c:ext>
            </c:extLst>
          </c:dPt>
          <c:dPt>
            <c:idx val="81"/>
            <c:invertIfNegative val="0"/>
            <c:bubble3D val="0"/>
            <c:spPr>
              <a:solidFill>
                <a:schemeClr val="bg1">
                  <a:lumMod val="6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9-18AE-4048-9FA7-51E8F2A0C5B6}"/>
              </c:ext>
            </c:extLst>
          </c:dPt>
          <c:dPt>
            <c:idx val="82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B-18AE-4048-9FA7-51E8F2A0C5B6}"/>
              </c:ext>
            </c:extLst>
          </c:dPt>
          <c:dPt>
            <c:idx val="83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D-18AE-4048-9FA7-51E8F2A0C5B6}"/>
              </c:ext>
            </c:extLst>
          </c:dPt>
          <c:dPt>
            <c:idx val="84"/>
            <c:invertIfNegative val="0"/>
            <c:bubble3D val="0"/>
            <c:spPr>
              <a:solidFill>
                <a:schemeClr val="bg1">
                  <a:lumMod val="85000"/>
                  <a:alpha val="5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F-18AE-4048-9FA7-51E8F2A0C5B6}"/>
              </c:ext>
            </c:extLst>
          </c:dPt>
          <c:dPt>
            <c:idx val="85"/>
            <c:invertIfNegative val="0"/>
            <c:bubble3D val="0"/>
            <c:spPr>
              <a:solidFill>
                <a:schemeClr val="bg1">
                  <a:lumMod val="85000"/>
                  <a:alpha val="5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1-18AE-4048-9FA7-51E8F2A0C5B6}"/>
              </c:ext>
            </c:extLst>
          </c:dPt>
          <c:dPt>
            <c:idx val="86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3-18AE-4048-9FA7-51E8F2A0C5B6}"/>
              </c:ext>
            </c:extLst>
          </c:dPt>
          <c:dPt>
            <c:idx val="87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5-18AE-4048-9FA7-51E8F2A0C5B6}"/>
              </c:ext>
            </c:extLst>
          </c:dPt>
          <c:dPt>
            <c:idx val="88"/>
            <c:invertIfNegative val="0"/>
            <c:bubble3D val="0"/>
            <c:spPr>
              <a:solidFill>
                <a:schemeClr val="accent2"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7-18AE-4048-9FA7-51E8F2A0C5B6}"/>
              </c:ext>
            </c:extLst>
          </c:dPt>
          <c:dPt>
            <c:idx val="89"/>
            <c:invertIfNegative val="0"/>
            <c:bubble3D val="0"/>
            <c:spPr>
              <a:solidFill>
                <a:schemeClr val="bg1">
                  <a:lumMod val="9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9-18AE-4048-9FA7-51E8F2A0C5B6}"/>
              </c:ext>
            </c:extLst>
          </c:dPt>
          <c:dPt>
            <c:idx val="90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B-18AE-4048-9FA7-51E8F2A0C5B6}"/>
              </c:ext>
            </c:extLst>
          </c:dPt>
          <c:dPt>
            <c:idx val="91"/>
            <c:invertIfNegative val="0"/>
            <c:bubble3D val="0"/>
            <c:spPr>
              <a:solidFill>
                <a:schemeClr val="bg1">
                  <a:lumMod val="65000"/>
                  <a:alpha val="34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D-18AE-4048-9FA7-51E8F2A0C5B6}"/>
              </c:ext>
            </c:extLst>
          </c:dPt>
          <c:dPt>
            <c:idx val="92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F-18AE-4048-9FA7-51E8F2A0C5B6}"/>
              </c:ext>
            </c:extLst>
          </c:dPt>
          <c:dPt>
            <c:idx val="93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1-18AE-4048-9FA7-51E8F2A0C5B6}"/>
              </c:ext>
            </c:extLst>
          </c:dPt>
          <c:dPt>
            <c:idx val="9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3-18AE-4048-9FA7-51E8F2A0C5B6}"/>
              </c:ext>
            </c:extLst>
          </c:dPt>
          <c:dPt>
            <c:idx val="95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5-18AE-4048-9FA7-51E8F2A0C5B6}"/>
              </c:ext>
            </c:extLst>
          </c:dPt>
          <c:dPt>
            <c:idx val="96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7-18AE-4048-9FA7-51E8F2A0C5B6}"/>
              </c:ext>
            </c:extLst>
          </c:dPt>
          <c:dPt>
            <c:idx val="97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9-18AE-4048-9FA7-51E8F2A0C5B6}"/>
              </c:ext>
            </c:extLst>
          </c:dPt>
          <c:dPt>
            <c:idx val="98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B-18AE-4048-9FA7-51E8F2A0C5B6}"/>
              </c:ext>
            </c:extLst>
          </c:dPt>
          <c:dPt>
            <c:idx val="99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D-18AE-4048-9FA7-51E8F2A0C5B6}"/>
              </c:ext>
            </c:extLst>
          </c:dPt>
          <c:dPt>
            <c:idx val="100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BF-18AE-4048-9FA7-51E8F2A0C5B6}"/>
              </c:ext>
            </c:extLst>
          </c:dPt>
          <c:dPt>
            <c:idx val="101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1-18AE-4048-9FA7-51E8F2A0C5B6}"/>
              </c:ext>
            </c:extLst>
          </c:dPt>
          <c:dPt>
            <c:idx val="102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3-18AE-4048-9FA7-51E8F2A0C5B6}"/>
              </c:ext>
            </c:extLst>
          </c:dPt>
          <c:dPt>
            <c:idx val="10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5-18AE-4048-9FA7-51E8F2A0C5B6}"/>
              </c:ext>
            </c:extLst>
          </c:dPt>
          <c:dPt>
            <c:idx val="10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7-18AE-4048-9FA7-51E8F2A0C5B6}"/>
              </c:ext>
            </c:extLst>
          </c:dPt>
          <c:dPt>
            <c:idx val="105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9-18AE-4048-9FA7-51E8F2A0C5B6}"/>
              </c:ext>
            </c:extLst>
          </c:dPt>
          <c:dPt>
            <c:idx val="106"/>
            <c:invertIfNegative val="0"/>
            <c:bubble3D val="0"/>
            <c:spPr>
              <a:solidFill>
                <a:schemeClr val="bg1">
                  <a:lumMod val="65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B-18AE-4048-9FA7-51E8F2A0C5B6}"/>
              </c:ext>
            </c:extLst>
          </c:dPt>
          <c:dPt>
            <c:idx val="107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D-18AE-4048-9FA7-51E8F2A0C5B6}"/>
              </c:ext>
            </c:extLst>
          </c:dPt>
          <c:dPt>
            <c:idx val="108"/>
            <c:invertIfNegative val="0"/>
            <c:bubble3D val="0"/>
            <c:spPr>
              <a:solidFill>
                <a:schemeClr val="bg1">
                  <a:lumMod val="85000"/>
                  <a:alpha val="68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CF-18AE-4048-9FA7-51E8F2A0C5B6}"/>
              </c:ext>
            </c:extLst>
          </c:dPt>
          <c:dPt>
            <c:idx val="109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1-18AE-4048-9FA7-51E8F2A0C5B6}"/>
              </c:ext>
            </c:extLst>
          </c:dPt>
          <c:dPt>
            <c:idx val="110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3-18AE-4048-9FA7-51E8F2A0C5B6}"/>
              </c:ext>
            </c:extLst>
          </c:dPt>
          <c:dPt>
            <c:idx val="111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5-18AE-4048-9FA7-51E8F2A0C5B6}"/>
              </c:ext>
            </c:extLst>
          </c:dPt>
          <c:dPt>
            <c:idx val="112"/>
            <c:invertIfNegative val="0"/>
            <c:bubble3D val="0"/>
            <c:spPr>
              <a:solidFill>
                <a:schemeClr val="bg1">
                  <a:lumMod val="75000"/>
                  <a:alpha val="67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7-18AE-4048-9FA7-51E8F2A0C5B6}"/>
              </c:ext>
            </c:extLst>
          </c:dPt>
          <c:dPt>
            <c:idx val="113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9-18AE-4048-9FA7-51E8F2A0C5B6}"/>
              </c:ext>
            </c:extLst>
          </c:dPt>
          <c:dPt>
            <c:idx val="114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B-18AE-4048-9FA7-51E8F2A0C5B6}"/>
              </c:ext>
            </c:extLst>
          </c:dPt>
          <c:dPt>
            <c:idx val="115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D-18AE-4048-9FA7-51E8F2A0C5B6}"/>
              </c:ext>
            </c:extLst>
          </c:dPt>
          <c:dPt>
            <c:idx val="116"/>
            <c:invertIfNegative val="0"/>
            <c:bubble3D val="0"/>
            <c:spPr>
              <a:solidFill>
                <a:schemeClr val="accent5">
                  <a:lumMod val="50000"/>
                  <a:alpha val="4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DF-18AE-4048-9FA7-51E8F2A0C5B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856F00E-283A-4F0A-9BEA-37F12586C3B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8AE-4048-9FA7-51E8F2A0C5B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4FE3439-344A-438A-8B07-8700E4138C7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18AE-4048-9FA7-51E8F2A0C5B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08B11DD-BB96-40B5-9AD6-0F3783B00AA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0-18AE-4048-9FA7-51E8F2A0C5B6}"/>
                </c:ext>
              </c:extLst>
            </c:dLbl>
            <c:dLbl>
              <c:idx val="3"/>
              <c:layout>
                <c:manualLayout>
                  <c:x val="-5.9766179500815537E-2"/>
                  <c:y val="6.6389448608184853E-2"/>
                </c:manualLayout>
              </c:layout>
              <c:tx>
                <c:rich>
                  <a:bodyPr/>
                  <a:lstStyle/>
                  <a:p>
                    <a:fld id="{A2A861D0-CC78-427B-84C9-EB50862215F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4965195976348682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18AE-4048-9FA7-51E8F2A0C5B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04CC82B-8F8A-4599-AC8E-10CD5BDDE03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18AE-4048-9FA7-51E8F2A0C5B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CC28263-449A-419F-950A-8011FEEE61A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18AE-4048-9FA7-51E8F2A0C5B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3DC21D06-C905-4ECB-9B5C-037789776B6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18AE-4048-9FA7-51E8F2A0C5B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496F9356-CBFC-4A6E-94FB-FCEEF760B44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18AE-4048-9FA7-51E8F2A0C5B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340DB218-C02A-44B1-85F6-532F293E2DA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F-18AE-4048-9FA7-51E8F2A0C5B6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85C71F18-52C2-4B03-A17D-64B2E1C563A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1-18AE-4048-9FA7-51E8F2A0C5B6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7874ABF2-5ECF-41EE-9B3F-0BA0CA685E6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1-18AE-4048-9FA7-51E8F2A0C5B6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462DE548-A3B4-451B-9EDC-B1AE467C2AC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18AE-4048-9FA7-51E8F2A0C5B6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A3791290-93C7-45F8-9867-87FF9257736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18AE-4048-9FA7-51E8F2A0C5B6}"/>
                </c:ext>
              </c:extLst>
            </c:dLbl>
            <c:dLbl>
              <c:idx val="13"/>
              <c:layout>
                <c:manualLayout>
                  <c:x val="-5.8532105151038932E-2"/>
                  <c:y val="-1.6597362152046213E-2"/>
                </c:manualLayout>
              </c:layout>
              <c:tx>
                <c:rich>
                  <a:bodyPr/>
                  <a:lstStyle/>
                  <a:p>
                    <a:fld id="{E9C4C6C2-0236-46C3-8DD9-A1F2D6BAAF9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18AE-4048-9FA7-51E8F2A0C5B6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1733A617-08D4-4DAA-AD22-2C93DC8FAAD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9-18AE-4048-9FA7-51E8F2A0C5B6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fld id="{B2CE58F5-DEB3-4975-AD0D-11CEAD3C68E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B-18AE-4048-9FA7-51E8F2A0C5B6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fld id="{E0BDA9B9-0FC3-439F-92F7-E9082F6FD4A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D-18AE-4048-9FA7-51E8F2A0C5B6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6BCA3281-5CF0-4B04-8A6D-F7902E6236A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F-18AE-4048-9FA7-51E8F2A0C5B6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fld id="{12F56038-66F0-4B6D-B1A5-5DFE412882B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1-18AE-4048-9FA7-51E8F2A0C5B6}"/>
                </c:ext>
              </c:extLst>
            </c:dLbl>
            <c:dLbl>
              <c:idx val="19"/>
              <c:layout>
                <c:manualLayout>
                  <c:x val="-5.991101983009605E-2"/>
                  <c:y val="2.7662270253410354E-2"/>
                </c:manualLayout>
              </c:layout>
              <c:tx>
                <c:rich>
                  <a:bodyPr/>
                  <a:lstStyle/>
                  <a:p>
                    <a:fld id="{05DC6521-FA97-4BCA-B512-465FD8161CE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3-18AE-4048-9FA7-51E8F2A0C5B6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fld id="{3100A870-C752-43E6-B1FE-3462A5FB45B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5-18AE-4048-9FA7-51E8F2A0C5B6}"/>
                </c:ext>
              </c:extLst>
            </c:dLbl>
            <c:dLbl>
              <c:idx val="21"/>
              <c:layout>
                <c:manualLayout>
                  <c:x val="-6.4047763867267196E-2"/>
                  <c:y val="0"/>
                </c:manualLayout>
              </c:layout>
              <c:tx>
                <c:rich>
                  <a:bodyPr/>
                  <a:lstStyle/>
                  <a:p>
                    <a:fld id="{BC4CAFF5-D077-4DB2-AC36-E96A21297FF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7-18AE-4048-9FA7-51E8F2A0C5B6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fld id="{76A4BD4E-C77A-4AC3-978D-162FD457751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9-18AE-4048-9FA7-51E8F2A0C5B6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fld id="{E6370502-DF14-4356-BDB1-A1CBAD0E5B1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B-18AE-4048-9FA7-51E8F2A0C5B6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fld id="{58A05750-1250-48EA-8EEB-04B0AD64340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D-18AE-4048-9FA7-51E8F2A0C5B6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fld id="{BF6842DD-E47B-4022-8008-E55B386D54A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F-18AE-4048-9FA7-51E8F2A0C5B6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fld id="{EF475D82-1853-48C9-9758-7DC60DE6184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1-18AE-4048-9FA7-51E8F2A0C5B6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fld id="{0326BBF1-E510-4425-AD16-0AC268BD047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3-18AE-4048-9FA7-51E8F2A0C5B6}"/>
                </c:ext>
              </c:extLst>
            </c:dLbl>
            <c:dLbl>
              <c:idx val="28"/>
              <c:layout>
                <c:manualLayout>
                  <c:x val="-6.1289934509153064E-2"/>
                  <c:y val="-2.2129816202728286E-2"/>
                </c:manualLayout>
              </c:layout>
              <c:tx>
                <c:rich>
                  <a:bodyPr/>
                  <a:lstStyle/>
                  <a:p>
                    <a:fld id="{394C246A-36B2-4DC2-AE87-E5D60E6D837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5-18AE-4048-9FA7-51E8F2A0C5B6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fld id="{B8C77727-C4B2-4887-BF59-378B78A6B96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7-18AE-4048-9FA7-51E8F2A0C5B6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fld id="{B14CD0D9-38D0-41E1-B5CC-E41FFB9C3D6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9-18AE-4048-9FA7-51E8F2A0C5B6}"/>
                </c:ext>
              </c:extLst>
            </c:dLbl>
            <c:dLbl>
              <c:idx val="31"/>
              <c:layout>
                <c:manualLayout>
                  <c:x val="-6.8184507904438391E-2"/>
                  <c:y val="-5.0713576283691527E-17"/>
                </c:manualLayout>
              </c:layout>
              <c:tx>
                <c:rich>
                  <a:bodyPr/>
                  <a:lstStyle/>
                  <a:p>
                    <a:fld id="{A33CAAF9-FECC-4338-8D32-055F4FF363A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B-18AE-4048-9FA7-51E8F2A0C5B6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fld id="{EBF56EBA-5998-498A-B1BF-426283BA151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D-18AE-4048-9FA7-51E8F2A0C5B6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fld id="{2CBD0A29-BA8F-48F9-9B04-96DC42BC77D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F-18AE-4048-9FA7-51E8F2A0C5B6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fld id="{8E6FC2E8-AD47-40D2-9DEA-86070028894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1-18AE-4048-9FA7-51E8F2A0C5B6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fld id="{9D58AA22-9330-4F9D-AD75-2370FCAD8D5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3-18AE-4048-9FA7-51E8F2A0C5B6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fld id="{4ECC904C-DC8D-4316-89F3-837B30A1B82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5-18AE-4048-9FA7-51E8F2A0C5B6}"/>
                </c:ext>
              </c:extLst>
            </c:dLbl>
            <c:dLbl>
              <c:idx val="37"/>
              <c:layout>
                <c:manualLayout>
                  <c:x val="-5.9911019830095995E-2"/>
                  <c:y val="1.3831135126705077E-2"/>
                </c:manualLayout>
              </c:layout>
              <c:tx>
                <c:rich>
                  <a:bodyPr/>
                  <a:lstStyle/>
                  <a:p>
                    <a:fld id="{D660E54B-4D69-4242-B4FB-5923C16CE68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7-18AE-4048-9FA7-51E8F2A0C5B6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fld id="{73DA8F68-AFB9-4BF8-B3EF-7C796CD9B3E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9-18AE-4048-9FA7-51E8F2A0C5B6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fld id="{4184623C-F3E1-40A4-8C20-606AE09226E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B-18AE-4048-9FA7-51E8F2A0C5B6}"/>
                </c:ext>
              </c:extLst>
            </c:dLbl>
            <c:dLbl>
              <c:idx val="40"/>
              <c:layout>
                <c:manualLayout>
                  <c:x val="-6.2668849188210127E-2"/>
                  <c:y val="-5.5324540506820714E-3"/>
                </c:manualLayout>
              </c:layout>
              <c:tx>
                <c:rich>
                  <a:bodyPr/>
                  <a:lstStyle/>
                  <a:p>
                    <a:fld id="{4D79AE1C-BE4E-4165-8204-A03EEFC87A6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D-18AE-4048-9FA7-51E8F2A0C5B6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fld id="{726FE9BF-76D6-4592-A4EE-0BF399C4F77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F-18AE-4048-9FA7-51E8F2A0C5B6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fld id="{83808383-DE97-4AB5-9BF4-5AD90A64444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1-18AE-4048-9FA7-51E8F2A0C5B6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fld id="{76B2FBCA-662C-48BD-B81A-A32EF85CAEC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3-18AE-4048-9FA7-51E8F2A0C5B6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fld id="{4E3BFA13-2EE3-4EA3-9F04-8AD7F51E4F9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5-18AE-4048-9FA7-51E8F2A0C5B6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fld id="{11CA3025-0D55-4C04-826B-0B189C5E83B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2-18AE-4048-9FA7-51E8F2A0C5B6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fld id="{93B828FE-D9BB-4590-A738-CBEE65037FF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7-18AE-4048-9FA7-51E8F2A0C5B6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fld id="{4F98DC5B-ACB3-490E-8BE0-67A8CC20873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9-18AE-4048-9FA7-51E8F2A0C5B6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fld id="{1E0CC518-8FD2-49D0-A52B-7FAB6FA851B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B-18AE-4048-9FA7-51E8F2A0C5B6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fld id="{65B02D7A-4768-4384-A755-3A34086F2FE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D-18AE-4048-9FA7-51E8F2A0C5B6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fld id="{A2A34347-4DB4-4414-9DC6-E64CB675132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5F-18AE-4048-9FA7-51E8F2A0C5B6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fld id="{A5E00F7A-A5B5-447E-AC25-66F8AD59966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1-18AE-4048-9FA7-51E8F2A0C5B6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fld id="{0DB622B3-F19E-49C1-8A49-F85C02579C9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3-18AE-4048-9FA7-51E8F2A0C5B6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fld id="{6247225B-815D-4104-87DB-B9A8DF6A4CB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5-18AE-4048-9FA7-51E8F2A0C5B6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fld id="{33B0A9DA-F777-463B-BE7E-C0F63B9E4E3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7-18AE-4048-9FA7-51E8F2A0C5B6}"/>
                </c:ext>
              </c:extLst>
            </c:dLbl>
            <c:dLbl>
              <c:idx val="55"/>
              <c:layout>
                <c:manualLayout>
                  <c:x val="-5.8532105151038953E-2"/>
                  <c:y val="-8.2986810760231067E-3"/>
                </c:manualLayout>
              </c:layout>
              <c:tx>
                <c:rich>
                  <a:bodyPr/>
                  <a:lstStyle/>
                  <a:p>
                    <a:fld id="{E30AB053-2450-40B2-A4DC-B87149A2847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9-18AE-4048-9FA7-51E8F2A0C5B6}"/>
                </c:ext>
              </c:extLst>
            </c:dLbl>
            <c:dLbl>
              <c:idx val="56"/>
              <c:layout>
                <c:manualLayout>
                  <c:x val="-6.1289934509153064E-2"/>
                  <c:y val="1.1064908101364143E-2"/>
                </c:manualLayout>
              </c:layout>
              <c:tx>
                <c:rich>
                  <a:bodyPr/>
                  <a:lstStyle/>
                  <a:p>
                    <a:fld id="{7ADAF20A-56E1-4CC4-B5E6-9C199B57AA1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B-18AE-4048-9FA7-51E8F2A0C5B6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fld id="{C5B52DF0-5135-42AB-AA53-FFB15B2216D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D-18AE-4048-9FA7-51E8F2A0C5B6}"/>
                </c:ext>
              </c:extLst>
            </c:dLbl>
            <c:dLbl>
              <c:idx val="58"/>
              <c:layout>
                <c:manualLayout>
                  <c:x val="-5.57742757929248E-2"/>
                  <c:y val="-1.6597362152046265E-2"/>
                </c:manualLayout>
              </c:layout>
              <c:tx>
                <c:rich>
                  <a:bodyPr/>
                  <a:lstStyle/>
                  <a:p>
                    <a:fld id="{2DD57072-69A6-4F06-A970-D0C30562F24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6F-18AE-4048-9FA7-51E8F2A0C5B6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fld id="{4D23B90B-8182-4127-93AA-FB07C7B69F1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1-18AE-4048-9FA7-51E8F2A0C5B6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fld id="{DC5A29DE-E051-4F33-801B-C58861AA573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3-18AE-4048-9FA7-51E8F2A0C5B6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fld id="{DE3ECFF2-D894-404A-8BA4-6B935224D69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5-18AE-4048-9FA7-51E8F2A0C5B6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fld id="{C981FB15-15B9-442B-9607-4E100BA71C7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7-18AE-4048-9FA7-51E8F2A0C5B6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fld id="{1C0FC104-72FB-405F-8464-81A21668FD2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9-18AE-4048-9FA7-51E8F2A0C5B6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fld id="{365009A7-7608-4B2A-AE7E-452BDF9C38D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B-18AE-4048-9FA7-51E8F2A0C5B6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fld id="{56AB7611-9167-417D-A64D-2C54FA5C47E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D-18AE-4048-9FA7-51E8F2A0C5B6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fld id="{589DABCC-10E4-4F34-BE9A-F7E567DE5C2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F-18AE-4048-9FA7-51E8F2A0C5B6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fld id="{A3C46D99-E550-4697-854F-2B1697A2FAD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1-18AE-4048-9FA7-51E8F2A0C5B6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fld id="{790C7F63-BAA9-4778-88C8-8F63AF28A80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3-18AE-4048-9FA7-51E8F2A0C5B6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fld id="{8B9D90D8-4E86-4403-97A0-241C423F336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5-18AE-4048-9FA7-51E8F2A0C5B6}"/>
                </c:ext>
              </c:extLst>
            </c:dLbl>
            <c:dLbl>
              <c:idx val="70"/>
              <c:layout>
                <c:manualLayout>
                  <c:x val="-5.57742757929248E-2"/>
                  <c:y val="1.6597362152046113E-2"/>
                </c:manualLayout>
              </c:layout>
              <c:tx>
                <c:rich>
                  <a:bodyPr/>
                  <a:lstStyle/>
                  <a:p>
                    <a:fld id="{E23E723D-A21B-4518-A5D0-1B057F9F5C0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7-18AE-4048-9FA7-51E8F2A0C5B6}"/>
                </c:ext>
              </c:extLst>
            </c:dLbl>
            <c:dLbl>
              <c:idx val="71"/>
              <c:layout>
                <c:manualLayout>
                  <c:x val="-5.7153190471981863E-2"/>
                  <c:y val="-1.1064908101364143E-2"/>
                </c:manualLayout>
              </c:layout>
              <c:tx>
                <c:rich>
                  <a:bodyPr/>
                  <a:lstStyle/>
                  <a:p>
                    <a:fld id="{C1600418-01F8-44D3-93C4-41FB6CE271A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9-18AE-4048-9FA7-51E8F2A0C5B6}"/>
                </c:ext>
              </c:extLst>
            </c:dLbl>
            <c:dLbl>
              <c:idx val="72"/>
              <c:layout>
                <c:manualLayout>
                  <c:x val="-6.5426678546324252E-2"/>
                  <c:y val="3.8727178354774495E-2"/>
                </c:manualLayout>
              </c:layout>
              <c:tx>
                <c:rich>
                  <a:bodyPr/>
                  <a:lstStyle/>
                  <a:p>
                    <a:fld id="{88211DEA-F9F2-47CA-B7D7-6F752B757C7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B-18AE-4048-9FA7-51E8F2A0C5B6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fld id="{4A75FE50-72B3-4DB8-B7E4-6AFA6D6A44C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3-18AE-4048-9FA7-51E8F2A0C5B6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fld id="{D410290F-0551-4157-AF13-ED00B2E6925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D-18AE-4048-9FA7-51E8F2A0C5B6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fld id="{7D6B412C-0EC5-45FA-940D-F2DCA6F9804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8F-18AE-4048-9FA7-51E8F2A0C5B6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fld id="{45075BA4-2114-438C-BD6C-EDBC0066308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1-18AE-4048-9FA7-51E8F2A0C5B6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fld id="{32E29492-A556-4937-A47A-C3D58641A82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3-18AE-4048-9FA7-51E8F2A0C5B6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fld id="{307720A4-55E4-495F-B403-237800472DA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E4-18AE-4048-9FA7-51E8F2A0C5B6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fld id="{0F0D8C57-FEF1-4AFD-A722-3F407CBA253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5-18AE-4048-9FA7-51E8F2A0C5B6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fld id="{315D1E59-B429-447C-97DA-D4896085850A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7-18AE-4048-9FA7-51E8F2A0C5B6}"/>
                </c:ext>
              </c:extLst>
            </c:dLbl>
            <c:dLbl>
              <c:idx val="81"/>
              <c:layout>
                <c:manualLayout>
                  <c:x val="-6.5426678546324252E-2"/>
                  <c:y val="-2.7662270253410354E-2"/>
                </c:manualLayout>
              </c:layout>
              <c:tx>
                <c:rich>
                  <a:bodyPr/>
                  <a:lstStyle/>
                  <a:p>
                    <a:fld id="{CF688E2E-0517-4C2A-AF92-7185B0DEB31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9-18AE-4048-9FA7-51E8F2A0C5B6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fld id="{F27F7731-4783-4942-A2BE-51F323EB2D5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B-18AE-4048-9FA7-51E8F2A0C5B6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fld id="{D82BB418-E649-47CD-9F13-6A4ED4D8AA7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D-18AE-4048-9FA7-51E8F2A0C5B6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fld id="{8EAF49D7-77BA-4386-9440-6C9129ADE99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9F-18AE-4048-9FA7-51E8F2A0C5B6}"/>
                </c:ext>
              </c:extLst>
            </c:dLbl>
            <c:dLbl>
              <c:idx val="85"/>
              <c:layout>
                <c:manualLayout>
                  <c:x val="-5.9911019830095995E-2"/>
                  <c:y val="1.3831135126705177E-2"/>
                </c:manualLayout>
              </c:layout>
              <c:tx>
                <c:rich>
                  <a:bodyPr/>
                  <a:lstStyle/>
                  <a:p>
                    <a:fld id="{69C41134-6BB2-4644-BD7B-A3176D73716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1-18AE-4048-9FA7-51E8F2A0C5B6}"/>
                </c:ext>
              </c:extLst>
            </c:dLbl>
            <c:dLbl>
              <c:idx val="86"/>
              <c:layout>
                <c:manualLayout>
                  <c:x val="-5.9911019830095995E-2"/>
                  <c:y val="8.2986810760231067E-3"/>
                </c:manualLayout>
              </c:layout>
              <c:tx>
                <c:rich>
                  <a:bodyPr/>
                  <a:lstStyle/>
                  <a:p>
                    <a:fld id="{2B03A8FB-09D8-4883-A921-9312F9E08BC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3-18AE-4048-9FA7-51E8F2A0C5B6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fld id="{26B41575-A1A8-4C61-83C0-681C8516F75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5-18AE-4048-9FA7-51E8F2A0C5B6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fld id="{F2811244-A076-4FAD-884A-61F63016916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7-18AE-4048-9FA7-51E8F2A0C5B6}"/>
                </c:ext>
              </c:extLst>
            </c:dLbl>
            <c:dLbl>
              <c:idx val="89"/>
              <c:layout>
                <c:manualLayout>
                  <c:x val="-9.4383886806522641E-2"/>
                  <c:y val="1.106490810136404E-2"/>
                </c:manualLayout>
              </c:layout>
              <c:tx>
                <c:rich>
                  <a:bodyPr/>
                  <a:lstStyle/>
                  <a:p>
                    <a:fld id="{841E2307-20A0-4CC5-B6CF-AC39B94EB04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9-18AE-4048-9FA7-51E8F2A0C5B6}"/>
                </c:ext>
              </c:extLst>
            </c:dLbl>
            <c:dLbl>
              <c:idx val="9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AB-18AE-4048-9FA7-51E8F2A0C5B6}"/>
                </c:ext>
              </c:extLst>
            </c:dLbl>
            <c:dLbl>
              <c:idx val="91"/>
              <c:layout>
                <c:manualLayout>
                  <c:x val="-6.6805593225381321E-2"/>
                  <c:y val="-2.7662270253410357E-3"/>
                </c:manualLayout>
              </c:layout>
              <c:tx>
                <c:rich>
                  <a:bodyPr/>
                  <a:lstStyle/>
                  <a:p>
                    <a:fld id="{F49F0E9C-0382-49A8-8387-A1D7B76EC04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D-18AE-4048-9FA7-51E8F2A0C5B6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fld id="{2AB870CF-54F6-4B1A-9BC6-C4B46C874CE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AF-18AE-4048-9FA7-51E8F2A0C5B6}"/>
                </c:ext>
              </c:extLst>
            </c:dLbl>
            <c:dLbl>
              <c:idx val="93"/>
              <c:layout>
                <c:manualLayout>
                  <c:x val="-5.3016446434810668E-2"/>
                  <c:y val="2.7662270253410254E-2"/>
                </c:manualLayout>
              </c:layout>
              <c:tx>
                <c:rich>
                  <a:bodyPr/>
                  <a:lstStyle/>
                  <a:p>
                    <a:fld id="{3944604F-6D4B-4822-9F5C-B1D16835FED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1-18AE-4048-9FA7-51E8F2A0C5B6}"/>
                </c:ext>
              </c:extLst>
            </c:dLbl>
            <c:dLbl>
              <c:idx val="94"/>
              <c:layout>
                <c:manualLayout>
                  <c:x val="-2.9810723873747006E-2"/>
                  <c:y val="2.7662270253410354E-2"/>
                </c:manualLayout>
              </c:layout>
              <c:tx>
                <c:rich>
                  <a:bodyPr/>
                  <a:lstStyle/>
                  <a:p>
                    <a:fld id="{959DB93E-9A00-4F5F-BF40-524197F0D29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625695021857427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3-18AE-4048-9FA7-51E8F2A0C5B6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fld id="{8A1F65E8-4419-4BCD-A78A-E0B48414A0B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5-18AE-4048-9FA7-51E8F2A0C5B6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fld id="{1A62CA11-D886-4F2D-8A9B-ACAD7352F7F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7-18AE-4048-9FA7-51E8F2A0C5B6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fld id="{ECEF7046-5F16-4A7A-AD45-79C3788DB92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9-18AE-4048-9FA7-51E8F2A0C5B6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fld id="{B0413530-767F-4D83-9E65-824B349DB19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B-18AE-4048-9FA7-51E8F2A0C5B6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fld id="{CBBC7E23-D6D1-446C-9057-D8A3783A862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D-18AE-4048-9FA7-51E8F2A0C5B6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fld id="{4FF20078-FE6D-4461-8941-81427BE2109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BF-18AE-4048-9FA7-51E8F2A0C5B6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fld id="{E71D2C13-6417-4BD5-A990-9A1DF1964D9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1-18AE-4048-9FA7-51E8F2A0C5B6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fld id="{3069B683-9C34-4E6F-8DCF-BBEBE131008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3-18AE-4048-9FA7-51E8F2A0C5B6}"/>
                </c:ext>
              </c:extLst>
            </c:dLbl>
            <c:dLbl>
              <c:idx val="103"/>
              <c:layout>
                <c:manualLayout>
                  <c:x val="-7.9360665666175501E-2"/>
                  <c:y val="3.3194724304092323E-2"/>
                </c:manualLayout>
              </c:layout>
              <c:tx>
                <c:rich>
                  <a:bodyPr/>
                  <a:lstStyle/>
                  <a:p>
                    <a:fld id="{E1151088-6DD4-40E5-B3F9-A086300532B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6194067366169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5-18AE-4048-9FA7-51E8F2A0C5B6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fld id="{8228E8DD-AA12-48AD-B6FD-B433D7406CF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7-18AE-4048-9FA7-51E8F2A0C5B6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fld id="{251F89FE-662A-460E-B505-FADEC243E8E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9-18AE-4048-9FA7-51E8F2A0C5B6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fld id="{736C3872-F160-4096-BF99-95A7E724E91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B-18AE-4048-9FA7-51E8F2A0C5B6}"/>
                </c:ext>
              </c:extLst>
            </c:dLbl>
            <c:dLbl>
              <c:idx val="107"/>
              <c:layout>
                <c:manualLayout>
                  <c:x val="-3.5235395936349299E-2"/>
                  <c:y val="-3.0428497278751389E-2"/>
                </c:manualLayout>
              </c:layout>
              <c:tx>
                <c:rich>
                  <a:bodyPr/>
                  <a:lstStyle/>
                  <a:p>
                    <a:fld id="{A5827204-9C1E-4A23-848F-8CE80ABB1B1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6194067366169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D-18AE-4048-9FA7-51E8F2A0C5B6}"/>
                </c:ext>
              </c:extLst>
            </c:dLbl>
            <c:dLbl>
              <c:idx val="108"/>
              <c:layout>
                <c:manualLayout>
                  <c:x val="-6.8329348233718903E-2"/>
                  <c:y val="-1.1064908101364243E-2"/>
                </c:manualLayout>
              </c:layout>
              <c:tx>
                <c:rich>
                  <a:bodyPr/>
                  <a:lstStyle/>
                  <a:p>
                    <a:fld id="{F02E7FDB-2F73-4629-A3F6-01DD93A85BE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6194067366169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CF-18AE-4048-9FA7-51E8F2A0C5B6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fld id="{BE1574CD-6057-4B03-9AC4-59609396770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1-18AE-4048-9FA7-51E8F2A0C5B6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fld id="{DC390D24-FE23-4672-99D9-9A2811297EE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3-18AE-4048-9FA7-51E8F2A0C5B6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fld id="{05C337AA-D9F3-4EBA-811E-4825151525D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5-18AE-4048-9FA7-51E8F2A0C5B6}"/>
                </c:ext>
              </c:extLst>
            </c:dLbl>
            <c:dLbl>
              <c:idx val="112"/>
              <c:layout>
                <c:manualLayout>
                  <c:x val="-6.5571518875604737E-2"/>
                  <c:y val="1.6597362152046213E-2"/>
                </c:manualLayout>
              </c:layout>
              <c:tx>
                <c:rich>
                  <a:bodyPr/>
                  <a:lstStyle/>
                  <a:p>
                    <a:fld id="{D8CE159D-11C9-4EEB-8818-C0968439C58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286194067366169E-2"/>
                      <c:h val="3.3208664345794933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7-18AE-4048-9FA7-51E8F2A0C5B6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fld id="{22DC501F-9421-46E2-ADB6-E9AE335B469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9-18AE-4048-9FA7-51E8F2A0C5B6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fld id="{8FE7393C-54EA-45E6-9873-6068C524131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B-18AE-4048-9FA7-51E8F2A0C5B6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fld id="{19B80695-174E-45D0-87F9-9D19F1EC6BE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D-18AE-4048-9FA7-51E8F2A0C5B6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fld id="{D441575C-F98D-4087-A7A9-DEFAE3E25E0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DF-18AE-4048-9FA7-51E8F2A0C5B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0">
                <a:no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pPr>
                <a:endParaRPr lang="zh-CN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Sheet1!$A$2:$A$118</c:f>
              <c:numCache>
                <c:formatCode>General</c:formatCode>
                <c:ptCount val="117"/>
                <c:pt idx="0">
                  <c:v>0.73</c:v>
                </c:pt>
                <c:pt idx="1">
                  <c:v>0.17896085664999997</c:v>
                </c:pt>
                <c:pt idx="2">
                  <c:v>0.1725616109142856</c:v>
                </c:pt>
                <c:pt idx="3">
                  <c:v>0.17232739942857148</c:v>
                </c:pt>
                <c:pt idx="4">
                  <c:v>0.13161645828571431</c:v>
                </c:pt>
                <c:pt idx="5">
                  <c:v>0.15134968846153848</c:v>
                </c:pt>
                <c:pt idx="6">
                  <c:v>0.53611287200000002</c:v>
                </c:pt>
                <c:pt idx="7">
                  <c:v>0.24799991931428564</c:v>
                </c:pt>
                <c:pt idx="8">
                  <c:v>0.1308466848</c:v>
                </c:pt>
                <c:pt idx="9">
                  <c:v>0.2947788379285714</c:v>
                </c:pt>
                <c:pt idx="10">
                  <c:v>0.42146083564285719</c:v>
                </c:pt>
                <c:pt idx="11">
                  <c:v>0.94869322942857126</c:v>
                </c:pt>
                <c:pt idx="12">
                  <c:v>0.59038824000000001</c:v>
                </c:pt>
                <c:pt idx="13">
                  <c:v>7.7720298514285718E-2</c:v>
                </c:pt>
                <c:pt idx="14">
                  <c:v>0.16547291880000004</c:v>
                </c:pt>
                <c:pt idx="15">
                  <c:v>0.2751026044897959</c:v>
                </c:pt>
                <c:pt idx="16">
                  <c:v>0.41768340040816376</c:v>
                </c:pt>
                <c:pt idx="17">
                  <c:v>7.0547620999999991E-2</c:v>
                </c:pt>
                <c:pt idx="18">
                  <c:v>0.49518679157142875</c:v>
                </c:pt>
                <c:pt idx="19">
                  <c:v>0.41906424899999994</c:v>
                </c:pt>
                <c:pt idx="20">
                  <c:v>0.88620043503513002</c:v>
                </c:pt>
                <c:pt idx="21">
                  <c:v>9.5406209142857148E-2</c:v>
                </c:pt>
                <c:pt idx="22">
                  <c:v>0.34400728933333335</c:v>
                </c:pt>
                <c:pt idx="23">
                  <c:v>0.17132122171428568</c:v>
                </c:pt>
                <c:pt idx="24">
                  <c:v>0.28602369500000002</c:v>
                </c:pt>
                <c:pt idx="25">
                  <c:v>0.16259259200000001</c:v>
                </c:pt>
                <c:pt idx="26">
                  <c:v>0.23474205600000006</c:v>
                </c:pt>
                <c:pt idx="27">
                  <c:v>0.37391482685714295</c:v>
                </c:pt>
                <c:pt idx="28">
                  <c:v>8.4310007999999964E-2</c:v>
                </c:pt>
                <c:pt idx="29">
                  <c:v>0.13418499371428566</c:v>
                </c:pt>
                <c:pt idx="30">
                  <c:v>0.53336831485714287</c:v>
                </c:pt>
                <c:pt idx="31">
                  <c:v>7.9494762285714268E-2</c:v>
                </c:pt>
                <c:pt idx="32">
                  <c:v>0.5596665354285717</c:v>
                </c:pt>
                <c:pt idx="33">
                  <c:v>0.55612868114285718</c:v>
                </c:pt>
                <c:pt idx="34">
                  <c:v>5.724563119999998E-2</c:v>
                </c:pt>
                <c:pt idx="35">
                  <c:v>0.1033024546583851</c:v>
                </c:pt>
                <c:pt idx="36">
                  <c:v>0.75386739428571437</c:v>
                </c:pt>
                <c:pt idx="37">
                  <c:v>5.9245137428571445E-2</c:v>
                </c:pt>
                <c:pt idx="38">
                  <c:v>0.15816577499999995</c:v>
                </c:pt>
                <c:pt idx="39">
                  <c:v>0.78836931327731075</c:v>
                </c:pt>
                <c:pt idx="40">
                  <c:v>0.1762434971428572</c:v>
                </c:pt>
                <c:pt idx="41">
                  <c:v>0.30036293371428568</c:v>
                </c:pt>
                <c:pt idx="42">
                  <c:v>0.378696696</c:v>
                </c:pt>
                <c:pt idx="43">
                  <c:v>0.65882851771428552</c:v>
                </c:pt>
                <c:pt idx="44">
                  <c:v>0.21608422171428562</c:v>
                </c:pt>
                <c:pt idx="45">
                  <c:v>1</c:v>
                </c:pt>
                <c:pt idx="46">
                  <c:v>1</c:v>
                </c:pt>
                <c:pt idx="47">
                  <c:v>0.60215293599999975</c:v>
                </c:pt>
                <c:pt idx="48">
                  <c:v>0.42888980800000004</c:v>
                </c:pt>
                <c:pt idx="49">
                  <c:v>0.54969768799999996</c:v>
                </c:pt>
                <c:pt idx="50">
                  <c:v>0.53253910549450567</c:v>
                </c:pt>
                <c:pt idx="51">
                  <c:v>0.50954516999999999</c:v>
                </c:pt>
                <c:pt idx="52">
                  <c:v>0.7427546100000002</c:v>
                </c:pt>
                <c:pt idx="53">
                  <c:v>0.34100304857142855</c:v>
                </c:pt>
                <c:pt idx="54">
                  <c:v>0.37791076675324653</c:v>
                </c:pt>
                <c:pt idx="55">
                  <c:v>0.19789283314285716</c:v>
                </c:pt>
                <c:pt idx="56">
                  <c:v>8.0952711428571411E-2</c:v>
                </c:pt>
                <c:pt idx="57">
                  <c:v>0.38274734000000005</c:v>
                </c:pt>
                <c:pt idx="58">
                  <c:v>6.3589038857142843E-2</c:v>
                </c:pt>
                <c:pt idx="59">
                  <c:v>0.2830214472</c:v>
                </c:pt>
                <c:pt idx="60">
                  <c:v>0.13388273000000001</c:v>
                </c:pt>
                <c:pt idx="61">
                  <c:v>0.52444243714285721</c:v>
                </c:pt>
                <c:pt idx="62">
                  <c:v>0.11308244800000002</c:v>
                </c:pt>
                <c:pt idx="63">
                  <c:v>0.39808569599999993</c:v>
                </c:pt>
                <c:pt idx="64">
                  <c:v>0.86182127828571442</c:v>
                </c:pt>
                <c:pt idx="65">
                  <c:v>0.40636161599999998</c:v>
                </c:pt>
                <c:pt idx="66">
                  <c:v>0.87205232742857153</c:v>
                </c:pt>
                <c:pt idx="67">
                  <c:v>0.46834723542857148</c:v>
                </c:pt>
                <c:pt idx="68">
                  <c:v>0.23114031771428567</c:v>
                </c:pt>
                <c:pt idx="69">
                  <c:v>0.5967936497142855</c:v>
                </c:pt>
                <c:pt idx="70">
                  <c:v>0.22164168685714283</c:v>
                </c:pt>
                <c:pt idx="71">
                  <c:v>0.58901558142857136</c:v>
                </c:pt>
                <c:pt idx="72">
                  <c:v>0.25820687000000003</c:v>
                </c:pt>
                <c:pt idx="73">
                  <c:v>1</c:v>
                </c:pt>
                <c:pt idx="74">
                  <c:v>0.58884628071428602</c:v>
                </c:pt>
                <c:pt idx="75">
                  <c:v>0.60068012785714275</c:v>
                </c:pt>
                <c:pt idx="76">
                  <c:v>0.23074094785714286</c:v>
                </c:pt>
                <c:pt idx="77">
                  <c:v>0.90127687928571421</c:v>
                </c:pt>
                <c:pt idx="78">
                  <c:v>0.33656743499999997</c:v>
                </c:pt>
                <c:pt idx="79">
                  <c:v>0.61202229642857131</c:v>
                </c:pt>
                <c:pt idx="80">
                  <c:v>0.39532628142857151</c:v>
                </c:pt>
                <c:pt idx="81">
                  <c:v>0.15395293714285718</c:v>
                </c:pt>
                <c:pt idx="82">
                  <c:v>0.18420383714285707</c:v>
                </c:pt>
                <c:pt idx="83">
                  <c:v>0.22756238285714289</c:v>
                </c:pt>
                <c:pt idx="84">
                  <c:v>0.20174582857142859</c:v>
                </c:pt>
                <c:pt idx="85">
                  <c:v>0.19376332285714284</c:v>
                </c:pt>
                <c:pt idx="86">
                  <c:v>0.5882809200000001</c:v>
                </c:pt>
                <c:pt idx="87">
                  <c:v>0.93442883428571433</c:v>
                </c:pt>
                <c:pt idx="88">
                  <c:v>0.32395954666666676</c:v>
                </c:pt>
                <c:pt idx="89">
                  <c:v>0.33659614857142861</c:v>
                </c:pt>
                <c:pt idx="90">
                  <c:v>1</c:v>
                </c:pt>
                <c:pt idx="91">
                  <c:v>0.2717797171428572</c:v>
                </c:pt>
                <c:pt idx="92">
                  <c:v>0.34144486285714287</c:v>
                </c:pt>
                <c:pt idx="93">
                  <c:v>0.18630403600000003</c:v>
                </c:pt>
                <c:pt idx="94">
                  <c:v>1</c:v>
                </c:pt>
                <c:pt idx="95">
                  <c:v>0.46166419542857151</c:v>
                </c:pt>
                <c:pt idx="96">
                  <c:v>0.40719903085714293</c:v>
                </c:pt>
                <c:pt idx="97">
                  <c:v>0.14456075314285713</c:v>
                </c:pt>
                <c:pt idx="98">
                  <c:v>0.16582925142857149</c:v>
                </c:pt>
                <c:pt idx="99">
                  <c:v>8.8872860571428597E-2</c:v>
                </c:pt>
                <c:pt idx="100">
                  <c:v>0.30497131885714279</c:v>
                </c:pt>
                <c:pt idx="101">
                  <c:v>0.76701945599999999</c:v>
                </c:pt>
                <c:pt idx="102">
                  <c:v>0.18321095314285712</c:v>
                </c:pt>
                <c:pt idx="103">
                  <c:v>0.50331647657142864</c:v>
                </c:pt>
                <c:pt idx="104">
                  <c:v>1</c:v>
                </c:pt>
                <c:pt idx="105">
                  <c:v>0.33065207600000013</c:v>
                </c:pt>
                <c:pt idx="106">
                  <c:v>0.10934916</c:v>
                </c:pt>
                <c:pt idx="107">
                  <c:v>0.42457310742857141</c:v>
                </c:pt>
                <c:pt idx="108">
                  <c:v>0.23503376914285712</c:v>
                </c:pt>
                <c:pt idx="109">
                  <c:v>0.2908545805714286</c:v>
                </c:pt>
                <c:pt idx="110">
                  <c:v>0.74043934095238084</c:v>
                </c:pt>
                <c:pt idx="111">
                  <c:v>0.34640866999999981</c:v>
                </c:pt>
                <c:pt idx="112">
                  <c:v>6.3934850000000015E-2</c:v>
                </c:pt>
                <c:pt idx="113">
                  <c:v>0.65246904571428577</c:v>
                </c:pt>
                <c:pt idx="114">
                  <c:v>0.52936480285714305</c:v>
                </c:pt>
                <c:pt idx="115">
                  <c:v>0.55814183999999989</c:v>
                </c:pt>
                <c:pt idx="116">
                  <c:v>0.52541726857142868</c:v>
                </c:pt>
              </c:numCache>
            </c:numRef>
          </c:xVal>
          <c:yVal>
            <c:numRef>
              <c:f>Sheet1!$B$2:$B$118</c:f>
              <c:numCache>
                <c:formatCode>General</c:formatCode>
                <c:ptCount val="117"/>
                <c:pt idx="0">
                  <c:v>92</c:v>
                </c:pt>
                <c:pt idx="1">
                  <c:v>80</c:v>
                </c:pt>
                <c:pt idx="2">
                  <c:v>77</c:v>
                </c:pt>
                <c:pt idx="3">
                  <c:v>77</c:v>
                </c:pt>
                <c:pt idx="4">
                  <c:v>88</c:v>
                </c:pt>
                <c:pt idx="5">
                  <c:v>75</c:v>
                </c:pt>
                <c:pt idx="6">
                  <c:v>75</c:v>
                </c:pt>
                <c:pt idx="7">
                  <c:v>82</c:v>
                </c:pt>
                <c:pt idx="8">
                  <c:v>79</c:v>
                </c:pt>
                <c:pt idx="9">
                  <c:v>60</c:v>
                </c:pt>
                <c:pt idx="10">
                  <c:v>68</c:v>
                </c:pt>
                <c:pt idx="11">
                  <c:v>73</c:v>
                </c:pt>
                <c:pt idx="12">
                  <c:v>62</c:v>
                </c:pt>
                <c:pt idx="13">
                  <c:v>73</c:v>
                </c:pt>
                <c:pt idx="14">
                  <c:v>82</c:v>
                </c:pt>
                <c:pt idx="15">
                  <c:v>59</c:v>
                </c:pt>
                <c:pt idx="16">
                  <c:v>72</c:v>
                </c:pt>
                <c:pt idx="17">
                  <c:v>55</c:v>
                </c:pt>
                <c:pt idx="18">
                  <c:v>70</c:v>
                </c:pt>
                <c:pt idx="19">
                  <c:v>68</c:v>
                </c:pt>
                <c:pt idx="20">
                  <c:v>62</c:v>
                </c:pt>
                <c:pt idx="21">
                  <c:v>68</c:v>
                </c:pt>
                <c:pt idx="22">
                  <c:v>73</c:v>
                </c:pt>
                <c:pt idx="23">
                  <c:v>59</c:v>
                </c:pt>
                <c:pt idx="24">
                  <c:v>56</c:v>
                </c:pt>
                <c:pt idx="25">
                  <c:v>46</c:v>
                </c:pt>
                <c:pt idx="26">
                  <c:v>70</c:v>
                </c:pt>
                <c:pt idx="27">
                  <c:v>57</c:v>
                </c:pt>
                <c:pt idx="28">
                  <c:v>69</c:v>
                </c:pt>
                <c:pt idx="29">
                  <c:v>55</c:v>
                </c:pt>
                <c:pt idx="30">
                  <c:v>56</c:v>
                </c:pt>
                <c:pt idx="31">
                  <c:v>66</c:v>
                </c:pt>
                <c:pt idx="32">
                  <c:v>68</c:v>
                </c:pt>
                <c:pt idx="33">
                  <c:v>70</c:v>
                </c:pt>
                <c:pt idx="34">
                  <c:v>53</c:v>
                </c:pt>
                <c:pt idx="35">
                  <c:v>40</c:v>
                </c:pt>
                <c:pt idx="36">
                  <c:v>57</c:v>
                </c:pt>
                <c:pt idx="37">
                  <c:v>51</c:v>
                </c:pt>
                <c:pt idx="38">
                  <c:v>42</c:v>
                </c:pt>
                <c:pt idx="39">
                  <c:v>44</c:v>
                </c:pt>
                <c:pt idx="40">
                  <c:v>47</c:v>
                </c:pt>
                <c:pt idx="41">
                  <c:v>56</c:v>
                </c:pt>
                <c:pt idx="42">
                  <c:v>46</c:v>
                </c:pt>
                <c:pt idx="43">
                  <c:v>48</c:v>
                </c:pt>
                <c:pt idx="44">
                  <c:v>27</c:v>
                </c:pt>
                <c:pt idx="45">
                  <c:v>44</c:v>
                </c:pt>
                <c:pt idx="46">
                  <c:v>50</c:v>
                </c:pt>
                <c:pt idx="47">
                  <c:v>53</c:v>
                </c:pt>
                <c:pt idx="48">
                  <c:v>43</c:v>
                </c:pt>
                <c:pt idx="49">
                  <c:v>46</c:v>
                </c:pt>
                <c:pt idx="50">
                  <c:v>42</c:v>
                </c:pt>
                <c:pt idx="51">
                  <c:v>40</c:v>
                </c:pt>
                <c:pt idx="52">
                  <c:v>31</c:v>
                </c:pt>
                <c:pt idx="53">
                  <c:v>46</c:v>
                </c:pt>
                <c:pt idx="54">
                  <c:v>38</c:v>
                </c:pt>
                <c:pt idx="55">
                  <c:v>48</c:v>
                </c:pt>
                <c:pt idx="56">
                  <c:v>52</c:v>
                </c:pt>
                <c:pt idx="57">
                  <c:v>49</c:v>
                </c:pt>
                <c:pt idx="58">
                  <c:v>56</c:v>
                </c:pt>
                <c:pt idx="59">
                  <c:v>52</c:v>
                </c:pt>
                <c:pt idx="60">
                  <c:v>35</c:v>
                </c:pt>
                <c:pt idx="61">
                  <c:v>53</c:v>
                </c:pt>
                <c:pt idx="62">
                  <c:v>53</c:v>
                </c:pt>
                <c:pt idx="63">
                  <c:v>32</c:v>
                </c:pt>
                <c:pt idx="64">
                  <c:v>54</c:v>
                </c:pt>
                <c:pt idx="65">
                  <c:v>50</c:v>
                </c:pt>
                <c:pt idx="66">
                  <c:v>45</c:v>
                </c:pt>
                <c:pt idx="67">
                  <c:v>59</c:v>
                </c:pt>
                <c:pt idx="68">
                  <c:v>50</c:v>
                </c:pt>
                <c:pt idx="69">
                  <c:v>47</c:v>
                </c:pt>
                <c:pt idx="70">
                  <c:v>49</c:v>
                </c:pt>
                <c:pt idx="71">
                  <c:v>48</c:v>
                </c:pt>
                <c:pt idx="72">
                  <c:v>37</c:v>
                </c:pt>
                <c:pt idx="73">
                  <c:v>38</c:v>
                </c:pt>
                <c:pt idx="74">
                  <c:v>42</c:v>
                </c:pt>
                <c:pt idx="75">
                  <c:v>37</c:v>
                </c:pt>
                <c:pt idx="76">
                  <c:v>37</c:v>
                </c:pt>
                <c:pt idx="77">
                  <c:v>53</c:v>
                </c:pt>
                <c:pt idx="78">
                  <c:v>33</c:v>
                </c:pt>
                <c:pt idx="79">
                  <c:v>26</c:v>
                </c:pt>
                <c:pt idx="80">
                  <c:v>48</c:v>
                </c:pt>
                <c:pt idx="81">
                  <c:v>47</c:v>
                </c:pt>
                <c:pt idx="82">
                  <c:v>44</c:v>
                </c:pt>
                <c:pt idx="83">
                  <c:v>43</c:v>
                </c:pt>
                <c:pt idx="84">
                  <c:v>37</c:v>
                </c:pt>
                <c:pt idx="85">
                  <c:v>36</c:v>
                </c:pt>
                <c:pt idx="86">
                  <c:v>46</c:v>
                </c:pt>
                <c:pt idx="87">
                  <c:v>38</c:v>
                </c:pt>
                <c:pt idx="88">
                  <c:v>53</c:v>
                </c:pt>
                <c:pt idx="89">
                  <c:v>33</c:v>
                </c:pt>
                <c:pt idx="90">
                  <c:v>44</c:v>
                </c:pt>
                <c:pt idx="91">
                  <c:v>37</c:v>
                </c:pt>
                <c:pt idx="92">
                  <c:v>30</c:v>
                </c:pt>
                <c:pt idx="93">
                  <c:v>34</c:v>
                </c:pt>
                <c:pt idx="94">
                  <c:v>37</c:v>
                </c:pt>
                <c:pt idx="95">
                  <c:v>33</c:v>
                </c:pt>
                <c:pt idx="96">
                  <c:v>37</c:v>
                </c:pt>
                <c:pt idx="97">
                  <c:v>32</c:v>
                </c:pt>
                <c:pt idx="98">
                  <c:v>38</c:v>
                </c:pt>
                <c:pt idx="99">
                  <c:v>37</c:v>
                </c:pt>
                <c:pt idx="100">
                  <c:v>36</c:v>
                </c:pt>
                <c:pt idx="101">
                  <c:v>36</c:v>
                </c:pt>
                <c:pt idx="102">
                  <c:v>53</c:v>
                </c:pt>
                <c:pt idx="103">
                  <c:v>40</c:v>
                </c:pt>
                <c:pt idx="104">
                  <c:v>40</c:v>
                </c:pt>
                <c:pt idx="105">
                  <c:v>49</c:v>
                </c:pt>
                <c:pt idx="106">
                  <c:v>44</c:v>
                </c:pt>
                <c:pt idx="107">
                  <c:v>43</c:v>
                </c:pt>
                <c:pt idx="108">
                  <c:v>39</c:v>
                </c:pt>
                <c:pt idx="109">
                  <c:v>41</c:v>
                </c:pt>
                <c:pt idx="110">
                  <c:v>38</c:v>
                </c:pt>
                <c:pt idx="111">
                  <c:v>28</c:v>
                </c:pt>
                <c:pt idx="112">
                  <c:v>48</c:v>
                </c:pt>
                <c:pt idx="113">
                  <c:v>30</c:v>
                </c:pt>
                <c:pt idx="114">
                  <c:v>35</c:v>
                </c:pt>
                <c:pt idx="115">
                  <c:v>34</c:v>
                </c:pt>
                <c:pt idx="116">
                  <c:v>27</c:v>
                </c:pt>
              </c:numCache>
            </c:numRef>
          </c:yVal>
          <c:bubbleSize>
            <c:numRef>
              <c:f>Sheet1!$C$2:$C$118</c:f>
              <c:numCache>
                <c:formatCode>General</c:formatCode>
                <c:ptCount val="11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10</c:v>
                </c:pt>
                <c:pt idx="73">
                  <c:v>10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10</c:v>
                </c:pt>
                <c:pt idx="87">
                  <c:v>10</c:v>
                </c:pt>
                <c:pt idx="88">
                  <c:v>10</c:v>
                </c:pt>
                <c:pt idx="89">
                  <c:v>10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Sheet1!$D$2:$D$118</c15:f>
                <c15:dlblRangeCache>
                  <c:ptCount val="117"/>
                  <c:pt idx="0">
                    <c:v>客户1</c:v>
                  </c:pt>
                  <c:pt idx="1">
                    <c:v>客户2</c:v>
                  </c:pt>
                  <c:pt idx="2">
                    <c:v>客户3</c:v>
                  </c:pt>
                  <c:pt idx="3">
                    <c:v>客户4</c:v>
                  </c:pt>
                  <c:pt idx="4">
                    <c:v>客户5</c:v>
                  </c:pt>
                  <c:pt idx="5">
                    <c:v>客户6</c:v>
                  </c:pt>
                  <c:pt idx="6">
                    <c:v>客户7</c:v>
                  </c:pt>
                  <c:pt idx="7">
                    <c:v>客户8</c:v>
                  </c:pt>
                  <c:pt idx="8">
                    <c:v>客户9</c:v>
                  </c:pt>
                  <c:pt idx="9">
                    <c:v>客户10</c:v>
                  </c:pt>
                  <c:pt idx="10">
                    <c:v>客户11</c:v>
                  </c:pt>
                  <c:pt idx="11">
                    <c:v>客户12</c:v>
                  </c:pt>
                  <c:pt idx="12">
                    <c:v>客户13</c:v>
                  </c:pt>
                  <c:pt idx="13">
                    <c:v>客户14</c:v>
                  </c:pt>
                  <c:pt idx="14">
                    <c:v>客户15</c:v>
                  </c:pt>
                  <c:pt idx="15">
                    <c:v>客户16</c:v>
                  </c:pt>
                  <c:pt idx="16">
                    <c:v>客户17</c:v>
                  </c:pt>
                  <c:pt idx="17">
                    <c:v>客户18</c:v>
                  </c:pt>
                  <c:pt idx="18">
                    <c:v>客户19</c:v>
                  </c:pt>
                  <c:pt idx="19">
                    <c:v>客户20</c:v>
                  </c:pt>
                  <c:pt idx="20">
                    <c:v>客户21</c:v>
                  </c:pt>
                  <c:pt idx="21">
                    <c:v>客户22</c:v>
                  </c:pt>
                  <c:pt idx="22">
                    <c:v>客户23</c:v>
                  </c:pt>
                  <c:pt idx="23">
                    <c:v>客户24</c:v>
                  </c:pt>
                  <c:pt idx="24">
                    <c:v>客户25</c:v>
                  </c:pt>
                  <c:pt idx="25">
                    <c:v>客户26</c:v>
                  </c:pt>
                  <c:pt idx="26">
                    <c:v>客户27</c:v>
                  </c:pt>
                  <c:pt idx="27">
                    <c:v>客户28</c:v>
                  </c:pt>
                  <c:pt idx="28">
                    <c:v>客户29</c:v>
                  </c:pt>
                  <c:pt idx="29">
                    <c:v>客户30</c:v>
                  </c:pt>
                  <c:pt idx="30">
                    <c:v>客户31</c:v>
                  </c:pt>
                  <c:pt idx="31">
                    <c:v>客户32</c:v>
                  </c:pt>
                  <c:pt idx="32">
                    <c:v>客户33</c:v>
                  </c:pt>
                  <c:pt idx="33">
                    <c:v>客户34</c:v>
                  </c:pt>
                  <c:pt idx="34">
                    <c:v>客户35</c:v>
                  </c:pt>
                  <c:pt idx="35">
                    <c:v>客户36</c:v>
                  </c:pt>
                  <c:pt idx="36">
                    <c:v>客户37</c:v>
                  </c:pt>
                  <c:pt idx="37">
                    <c:v>客户38</c:v>
                  </c:pt>
                  <c:pt idx="38">
                    <c:v>客户39</c:v>
                  </c:pt>
                  <c:pt idx="39">
                    <c:v>客户40</c:v>
                  </c:pt>
                  <c:pt idx="40">
                    <c:v>客户41</c:v>
                  </c:pt>
                  <c:pt idx="41">
                    <c:v>客户42</c:v>
                  </c:pt>
                  <c:pt idx="42">
                    <c:v>客户43</c:v>
                  </c:pt>
                  <c:pt idx="43">
                    <c:v>客户44</c:v>
                  </c:pt>
                  <c:pt idx="44">
                    <c:v>客户45</c:v>
                  </c:pt>
                  <c:pt idx="45">
                    <c:v>客户46</c:v>
                  </c:pt>
                  <c:pt idx="46">
                    <c:v>客户47</c:v>
                  </c:pt>
                  <c:pt idx="47">
                    <c:v>客户48</c:v>
                  </c:pt>
                  <c:pt idx="48">
                    <c:v>客户49</c:v>
                  </c:pt>
                  <c:pt idx="49">
                    <c:v>客户50</c:v>
                  </c:pt>
                  <c:pt idx="50">
                    <c:v>客户51</c:v>
                  </c:pt>
                  <c:pt idx="51">
                    <c:v>客户52</c:v>
                  </c:pt>
                  <c:pt idx="52">
                    <c:v>客户53</c:v>
                  </c:pt>
                  <c:pt idx="53">
                    <c:v>客户54</c:v>
                  </c:pt>
                  <c:pt idx="54">
                    <c:v>客户55</c:v>
                  </c:pt>
                  <c:pt idx="55">
                    <c:v>客户56</c:v>
                  </c:pt>
                  <c:pt idx="56">
                    <c:v>客户57</c:v>
                  </c:pt>
                  <c:pt idx="57">
                    <c:v>客户58</c:v>
                  </c:pt>
                  <c:pt idx="58">
                    <c:v>客户59</c:v>
                  </c:pt>
                  <c:pt idx="59">
                    <c:v>客户60</c:v>
                  </c:pt>
                  <c:pt idx="60">
                    <c:v>客户61</c:v>
                  </c:pt>
                  <c:pt idx="61">
                    <c:v>客户62</c:v>
                  </c:pt>
                  <c:pt idx="62">
                    <c:v>客户63</c:v>
                  </c:pt>
                  <c:pt idx="63">
                    <c:v>客户64</c:v>
                  </c:pt>
                  <c:pt idx="64">
                    <c:v>客户65</c:v>
                  </c:pt>
                  <c:pt idx="65">
                    <c:v>客户66</c:v>
                  </c:pt>
                  <c:pt idx="66">
                    <c:v>客户67</c:v>
                  </c:pt>
                  <c:pt idx="67">
                    <c:v>客户68</c:v>
                  </c:pt>
                  <c:pt idx="68">
                    <c:v>客户69</c:v>
                  </c:pt>
                  <c:pt idx="69">
                    <c:v>客户70</c:v>
                  </c:pt>
                  <c:pt idx="70">
                    <c:v>客户71</c:v>
                  </c:pt>
                  <c:pt idx="71">
                    <c:v>客户72</c:v>
                  </c:pt>
                  <c:pt idx="72">
                    <c:v>客户73</c:v>
                  </c:pt>
                  <c:pt idx="73">
                    <c:v>客户74</c:v>
                  </c:pt>
                  <c:pt idx="74">
                    <c:v>客户75</c:v>
                  </c:pt>
                  <c:pt idx="75">
                    <c:v>客户76</c:v>
                  </c:pt>
                  <c:pt idx="76">
                    <c:v>客户77</c:v>
                  </c:pt>
                  <c:pt idx="77">
                    <c:v>客户78</c:v>
                  </c:pt>
                  <c:pt idx="78">
                    <c:v>客户79</c:v>
                  </c:pt>
                  <c:pt idx="79">
                    <c:v>客户80</c:v>
                  </c:pt>
                  <c:pt idx="80">
                    <c:v>客户81</c:v>
                  </c:pt>
                  <c:pt idx="81">
                    <c:v>客户82</c:v>
                  </c:pt>
                  <c:pt idx="82">
                    <c:v>客户83</c:v>
                  </c:pt>
                  <c:pt idx="83">
                    <c:v>客户84</c:v>
                  </c:pt>
                  <c:pt idx="84">
                    <c:v>客户85</c:v>
                  </c:pt>
                  <c:pt idx="85">
                    <c:v>客户86</c:v>
                  </c:pt>
                  <c:pt idx="86">
                    <c:v>客户87</c:v>
                  </c:pt>
                  <c:pt idx="87">
                    <c:v>客户88</c:v>
                  </c:pt>
                  <c:pt idx="88">
                    <c:v>客户89</c:v>
                  </c:pt>
                  <c:pt idx="89">
                    <c:v>客户90</c:v>
                  </c:pt>
                  <c:pt idx="90">
                    <c:v>客户91</c:v>
                  </c:pt>
                  <c:pt idx="91">
                    <c:v>客户92</c:v>
                  </c:pt>
                  <c:pt idx="92">
                    <c:v>客户93</c:v>
                  </c:pt>
                  <c:pt idx="93">
                    <c:v>客户94</c:v>
                  </c:pt>
                  <c:pt idx="94">
                    <c:v>客户95</c:v>
                  </c:pt>
                  <c:pt idx="95">
                    <c:v>客户96</c:v>
                  </c:pt>
                  <c:pt idx="96">
                    <c:v>客户97</c:v>
                  </c:pt>
                  <c:pt idx="97">
                    <c:v>客户98</c:v>
                  </c:pt>
                  <c:pt idx="98">
                    <c:v>客户99</c:v>
                  </c:pt>
                  <c:pt idx="99">
                    <c:v>客户100</c:v>
                  </c:pt>
                  <c:pt idx="100">
                    <c:v>客户101</c:v>
                  </c:pt>
                  <c:pt idx="101">
                    <c:v>客户102</c:v>
                  </c:pt>
                  <c:pt idx="102">
                    <c:v>客户103</c:v>
                  </c:pt>
                  <c:pt idx="103">
                    <c:v>客户104</c:v>
                  </c:pt>
                  <c:pt idx="104">
                    <c:v>客户105</c:v>
                  </c:pt>
                  <c:pt idx="105">
                    <c:v>客户106</c:v>
                  </c:pt>
                  <c:pt idx="106">
                    <c:v>客户107</c:v>
                  </c:pt>
                  <c:pt idx="107">
                    <c:v>客户108</c:v>
                  </c:pt>
                  <c:pt idx="108">
                    <c:v>客户109</c:v>
                  </c:pt>
                  <c:pt idx="109">
                    <c:v>客户110</c:v>
                  </c:pt>
                  <c:pt idx="110">
                    <c:v>客户111</c:v>
                  </c:pt>
                  <c:pt idx="111">
                    <c:v>客户112</c:v>
                  </c:pt>
                  <c:pt idx="112">
                    <c:v>客户113</c:v>
                  </c:pt>
                  <c:pt idx="113">
                    <c:v>客户114</c:v>
                  </c:pt>
                  <c:pt idx="114">
                    <c:v>客户115</c:v>
                  </c:pt>
                  <c:pt idx="115">
                    <c:v>客户116</c:v>
                  </c:pt>
                  <c:pt idx="116">
                    <c:v>客户117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E5-18AE-4048-9FA7-51E8F2A0C5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7"/>
        <c:showNegBubbles val="0"/>
        <c:axId val="82838144"/>
        <c:axId val="54790832"/>
      </c:bubbleChart>
      <c:valAx>
        <c:axId val="82838144"/>
        <c:scaling>
          <c:orientation val="minMax"/>
          <c:max val="1"/>
        </c:scaling>
        <c:delete val="1"/>
        <c:axPos val="b"/>
        <c:majorGridlines>
          <c:spPr>
            <a:ln w="3175" cap="flat" cmpd="sng" algn="ctr">
              <a:solidFill>
                <a:schemeClr val="tx1">
                  <a:lumMod val="15000"/>
                  <a:lumOff val="85000"/>
                  <a:alpha val="23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4790832"/>
        <c:crosses val="autoZero"/>
        <c:crossBetween val="midCat"/>
        <c:majorUnit val="5.000000000000001E-2"/>
      </c:valAx>
      <c:valAx>
        <c:axId val="54790832"/>
        <c:scaling>
          <c:orientation val="minMax"/>
          <c:max val="100"/>
          <c:min val="0"/>
        </c:scaling>
        <c:delete val="1"/>
        <c:axPos val="l"/>
        <c:majorGridlines>
          <c:spPr>
            <a:ln w="3175" cap="flat" cmpd="sng" algn="ctr">
              <a:solidFill>
                <a:schemeClr val="tx1">
                  <a:lumMod val="15000"/>
                  <a:lumOff val="85000"/>
                  <a:alpha val="23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28381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>
          <a:latin typeface="+mn-ea"/>
          <a:ea typeface="+mn-ea"/>
        </a:defRPr>
      </a:pPr>
      <a:endParaRPr lang="zh-CN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4.0915008368978982E-2"/>
          <c:w val="0.99999999999999978"/>
          <c:h val="0.810472384891581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每小时停机损失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内容一</c:v>
                </c:pt>
                <c:pt idx="1">
                  <c:v>内容二</c:v>
                </c:pt>
                <c:pt idx="2">
                  <c:v>内容三</c:v>
                </c:pt>
                <c:pt idx="3">
                  <c:v>内容四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13-40AA-9B1B-EB4E8048DB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axId val="2050819264"/>
        <c:axId val="2050826880"/>
      </c:barChart>
      <c:catAx>
        <c:axId val="205081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050826880"/>
        <c:crosses val="autoZero"/>
        <c:auto val="1"/>
        <c:lblAlgn val="ctr"/>
        <c:lblOffset val="100"/>
        <c:noMultiLvlLbl val="0"/>
      </c:catAx>
      <c:valAx>
        <c:axId val="205082688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2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50819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952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多媒体国芯化，星闪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72FC1-5FAA-45C0-A7C4-87096CA9FE0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422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53593F-E4A9-4D1C-837B-FCD843521D3D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8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C5D418-970F-4C7F-9452-AEC5956F87C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123" y="6350865"/>
            <a:ext cx="449351" cy="44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5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96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C5D418-970F-4C7F-9452-AEC5956F87C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78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C5D418-970F-4C7F-9452-AEC5956F87C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328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094" y="261000"/>
            <a:ext cx="10723811" cy="36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99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258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36312" y="365126"/>
            <a:ext cx="10727309" cy="10878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单击此处添加标题</a:t>
            </a:r>
            <a:endParaRPr lang="en-US" altLang="zh-CN" dirty="0"/>
          </a:p>
        </p:txBody>
      </p:sp>
      <p:grpSp>
        <p:nvGrpSpPr>
          <p:cNvPr id="67" name="Group 46"/>
          <p:cNvGrpSpPr>
            <a:grpSpLocks noChangeAspect="1"/>
          </p:cNvGrpSpPr>
          <p:nvPr/>
        </p:nvGrpSpPr>
        <p:grpSpPr>
          <a:xfrm>
            <a:off x="12290984" y="2625390"/>
            <a:ext cx="1962557" cy="4233515"/>
            <a:chOff x="5343883" y="-48857"/>
            <a:chExt cx="3263588" cy="7037279"/>
          </a:xfrm>
        </p:grpSpPr>
        <p:sp>
          <p:nvSpPr>
            <p:cNvPr id="68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69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0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1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2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3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4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5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6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7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8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79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0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1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2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3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4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5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6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7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8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9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0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1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2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3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4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5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6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7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8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99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00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1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2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03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4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736311" y="1498600"/>
            <a:ext cx="10727309" cy="4699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/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/>
            </a:lvl3pPr>
          </a:lstStyle>
          <a:p>
            <a:pPr lvl="0"/>
            <a:r>
              <a:rPr lang="zh-CN" altLang="en-US"/>
              <a:t>单击此处添加文本</a:t>
            </a:r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</a:pPr>
            <a:r>
              <a:rPr lang="zh-CN" altLang="en-US"/>
              <a:t>单击此处添加文本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</a:pPr>
            <a:r>
              <a:rPr lang="zh-CN" altLang="en-US"/>
              <a:t>单击此处添加文本</a:t>
            </a:r>
          </a:p>
        </p:txBody>
      </p:sp>
    </p:spTree>
    <p:extLst>
      <p:ext uri="{BB962C8B-B14F-4D97-AF65-F5344CB8AC3E}">
        <p14:creationId xmlns:p14="http://schemas.microsoft.com/office/powerpoint/2010/main" val="27547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标准宽度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5DAA9CE-40E8-4721-B003-C70FAB3D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261000"/>
            <a:ext cx="1116000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00000"/>
              </a:lnSpc>
              <a:defRPr sz="2399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21446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5DAA9CE-40E8-4721-B003-C70FAB3D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79" y="261000"/>
            <a:ext cx="11155642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00000"/>
              </a:lnSpc>
              <a:defRPr sz="2399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35216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884">
          <p15:clr>
            <a:srgbClr val="FBAE40"/>
          </p15:clr>
        </p15:guide>
        <p15:guide id="3" orient="horz" pos="391">
          <p15:clr>
            <a:srgbClr val="FBAE40"/>
          </p15:clr>
        </p15:guide>
        <p15:guide id="4" pos="326">
          <p15:clr>
            <a:srgbClr val="FBAE40"/>
          </p15:clr>
        </p15:guide>
        <p15:guide id="5" pos="73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8829671" y="63929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rgbClr val="C00000"/>
                </a:solidFill>
              </a:defRPr>
            </a:lvl1pPr>
          </a:lstStyle>
          <a:p>
            <a:fld id="{2EC5D418-970F-4C7F-9452-AEC5956F87C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706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7" r:id="rId5"/>
    <p:sldLayoutId id="2147483659" r:id="rId6"/>
    <p:sldLayoutId id="2147483660" r:id="rId7"/>
    <p:sldLayoutId id="2147483661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1"/>
          <p:cNvSpPr txBox="1">
            <a:spLocks/>
          </p:cNvSpPr>
          <p:nvPr/>
        </p:nvSpPr>
        <p:spPr>
          <a:xfrm>
            <a:off x="518179" y="263537"/>
            <a:ext cx="11155642" cy="35985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+mn-ea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sz="2399" dirty="0"/>
              <a:t>写在前面：</a:t>
            </a:r>
            <a:r>
              <a:rPr lang="en-US" altLang="zh-CN" sz="1999" dirty="0"/>
              <a:t>PPT</a:t>
            </a:r>
            <a:r>
              <a:rPr lang="zh-CN" altLang="en-US" sz="1999" dirty="0"/>
              <a:t>潜规则</a:t>
            </a:r>
            <a:endParaRPr lang="en-US" altLang="zh-CN" sz="2399" dirty="0"/>
          </a:p>
        </p:txBody>
      </p:sp>
      <p:sp>
        <p:nvSpPr>
          <p:cNvPr id="3" name="圆角矩形 2"/>
          <p:cNvSpPr/>
          <p:nvPr/>
        </p:nvSpPr>
        <p:spPr>
          <a:xfrm>
            <a:off x="988400" y="1989546"/>
            <a:ext cx="2388560" cy="1608720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066364" y="1989546"/>
            <a:ext cx="2388560" cy="1608720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605346" y="1989546"/>
            <a:ext cx="2388560" cy="1608720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88400" y="3809846"/>
            <a:ext cx="2388560" cy="1608720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527382" y="3809846"/>
            <a:ext cx="2388560" cy="1608720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605346" y="3809846"/>
            <a:ext cx="2388560" cy="1608720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1215329" y="2419592"/>
            <a:ext cx="1934702" cy="7486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780" tIns="50780" rIns="50780" bIns="50780" numCol="1" spcCol="38100" rtlCol="0" anchor="ctr">
            <a:spAutoFit/>
          </a:bodyPr>
          <a:lstStyle/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prstClr val="black"/>
                </a:solidFill>
                <a:latin typeface="+mn-ea"/>
                <a:sym typeface="Helvetica Neue"/>
              </a:rPr>
              <a:t>观点在标题上</a:t>
            </a:r>
            <a:endParaRPr lang="en-US" altLang="zh-CN" sz="1399" kern="0" dirty="0">
              <a:solidFill>
                <a:prstClr val="black"/>
              </a:solidFill>
              <a:latin typeface="+mn-ea"/>
              <a:sym typeface="Helvetica Neue"/>
            </a:endParaRPr>
          </a:p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b="1" kern="0" dirty="0">
                <a:solidFill>
                  <a:srgbClr val="C00000"/>
                </a:solidFill>
                <a:latin typeface="+mn-ea"/>
                <a:sym typeface="Helvetica Neue"/>
              </a:rPr>
              <a:t>简短语句表达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527382" y="1989546"/>
            <a:ext cx="2388560" cy="1608720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3754310" y="2581110"/>
            <a:ext cx="1934702" cy="4255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780" tIns="50780" rIns="50780" bIns="50780" numCol="1" spcCol="38100" rtlCol="0" anchor="ctr">
            <a:spAutoFit/>
          </a:bodyPr>
          <a:lstStyle/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prstClr val="black"/>
                </a:solidFill>
                <a:latin typeface="+mn-ea"/>
                <a:sym typeface="Helvetica Neue"/>
              </a:rPr>
              <a:t>每页传递观点</a:t>
            </a:r>
            <a:r>
              <a:rPr lang="zh-CN" altLang="en-US" sz="1399" b="1" kern="0" dirty="0">
                <a:solidFill>
                  <a:srgbClr val="C00000"/>
                </a:solidFill>
                <a:latin typeface="+mn-ea"/>
                <a:sym typeface="Helvetica Neue"/>
              </a:rPr>
              <a:t>三点以内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293292" y="2258172"/>
            <a:ext cx="1934702" cy="1071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780" tIns="50780" rIns="50780" bIns="50780" numCol="1" spcCol="38100" rtlCol="0" anchor="ctr">
            <a:spAutoFit/>
          </a:bodyPr>
          <a:lstStyle/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prstClr val="black"/>
                </a:solidFill>
                <a:latin typeface="+mn-ea"/>
                <a:sym typeface="Helvetica Neue"/>
              </a:rPr>
              <a:t>中文字体</a:t>
            </a:r>
            <a:r>
              <a:rPr lang="zh-CN" altLang="en-US" sz="1399" b="1" kern="0" dirty="0">
                <a:solidFill>
                  <a:srgbClr val="C00000"/>
                </a:solidFill>
                <a:latin typeface="+mn-ea"/>
                <a:sym typeface="Helvetica Neue"/>
              </a:rPr>
              <a:t>微软雅黑</a:t>
            </a:r>
            <a:endParaRPr lang="en-US" altLang="zh-CN" sz="1399" b="1" kern="0" dirty="0">
              <a:solidFill>
                <a:srgbClr val="C00000"/>
              </a:solidFill>
              <a:latin typeface="+mn-ea"/>
              <a:sym typeface="Helvetica Neue"/>
            </a:endParaRPr>
          </a:p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kern="0" dirty="0">
                <a:latin typeface="+mn-ea"/>
                <a:sym typeface="Helvetica Neue"/>
              </a:rPr>
              <a:t>英文字体</a:t>
            </a:r>
            <a:r>
              <a:rPr lang="en-US" altLang="zh-CN" sz="1399" b="1" kern="0" dirty="0">
                <a:solidFill>
                  <a:srgbClr val="C00000"/>
                </a:solidFill>
                <a:latin typeface="+mn-ea"/>
                <a:cs typeface="Arial" panose="020B0604020202020204" pitchFamily="34" charset="0"/>
                <a:sym typeface="Helvetica Neue"/>
              </a:rPr>
              <a:t>Times New Roman</a:t>
            </a:r>
            <a:endParaRPr lang="zh-CN" altLang="en-US" sz="1399" b="1" kern="0" dirty="0">
              <a:solidFill>
                <a:srgbClr val="C00000"/>
              </a:solidFill>
              <a:latin typeface="+mn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8832274" y="2581110"/>
            <a:ext cx="1934702" cy="4255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780" tIns="50780" rIns="50780" bIns="50780" numCol="1" spcCol="38100" rtlCol="0" anchor="ctr">
            <a:spAutoFit/>
          </a:bodyPr>
          <a:lstStyle/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b="1" kern="0" dirty="0">
                <a:solidFill>
                  <a:srgbClr val="C00000"/>
                </a:solidFill>
                <a:latin typeface="+mn-ea"/>
                <a:sym typeface="Helvetica Neue"/>
              </a:rPr>
              <a:t>字号三种以内</a:t>
            </a:r>
            <a:endParaRPr lang="en-US" altLang="zh-CN" sz="1399" b="1" kern="0" dirty="0">
              <a:solidFill>
                <a:srgbClr val="C00000"/>
              </a:solidFill>
              <a:latin typeface="+mn-ea"/>
              <a:sym typeface="Helvetica Neue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1215329" y="4401410"/>
            <a:ext cx="1934702" cy="4255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780" tIns="50780" rIns="50780" bIns="50780" numCol="1" spcCol="38100" rtlCol="0" anchor="ctr">
            <a:spAutoFit/>
          </a:bodyPr>
          <a:lstStyle/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b="1" kern="0" dirty="0">
                <a:solidFill>
                  <a:srgbClr val="C00000"/>
                </a:solidFill>
                <a:latin typeface="+mn-ea"/>
                <a:sym typeface="Helvetica Neue"/>
              </a:rPr>
              <a:t>决不允许出现动画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3754310" y="4401410"/>
            <a:ext cx="1934702" cy="4255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780" tIns="50780" rIns="50780" bIns="50780" numCol="1" spcCol="38100" rtlCol="0" anchor="ctr">
            <a:spAutoFit/>
          </a:bodyPr>
          <a:lstStyle/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prstClr val="black"/>
                </a:solidFill>
                <a:latin typeface="+mn-ea"/>
                <a:sym typeface="Helvetica Neue"/>
              </a:rPr>
              <a:t>符合视觉规范</a:t>
            </a:r>
            <a:endParaRPr lang="zh-CN" altLang="en-US" sz="1399" b="1" kern="0" dirty="0">
              <a:solidFill>
                <a:srgbClr val="C00000"/>
              </a:solidFill>
              <a:latin typeface="+mn-ea"/>
              <a:sym typeface="Helvetica Neue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8832274" y="4401410"/>
            <a:ext cx="1934702" cy="4255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780" tIns="50780" rIns="50780" bIns="50780" numCol="1" spcCol="38100" rtlCol="0" anchor="ctr">
            <a:spAutoFit/>
          </a:bodyPr>
          <a:lstStyle/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prstClr val="black"/>
                </a:solidFill>
                <a:latin typeface="+mn-ea"/>
                <a:sym typeface="Helvetica Neue"/>
              </a:rPr>
              <a:t>慎用感叹号</a:t>
            </a:r>
            <a:endParaRPr lang="zh-CN" altLang="en-US" sz="1399" b="1" kern="0" dirty="0">
              <a:solidFill>
                <a:srgbClr val="C00000"/>
              </a:solidFill>
              <a:latin typeface="+mn-ea"/>
              <a:sym typeface="Helvetica Neue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066364" y="3809846"/>
            <a:ext cx="2388560" cy="1608720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chemeClr val="bg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7C624C-4E01-4741-8DBA-6541C9BC504D}"/>
              </a:ext>
            </a:extLst>
          </p:cNvPr>
          <p:cNvSpPr txBox="1"/>
          <p:nvPr/>
        </p:nvSpPr>
        <p:spPr>
          <a:xfrm>
            <a:off x="6293292" y="4401410"/>
            <a:ext cx="1934702" cy="4255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780" tIns="50780" rIns="50780" bIns="50780" numCol="1" spcCol="38100" rtlCol="0" anchor="ctr">
            <a:spAutoFit/>
          </a:bodyPr>
          <a:lstStyle/>
          <a:p>
            <a:pPr algn="ctr" defTabSz="2437363" hangingPunct="0">
              <a:lnSpc>
                <a:spcPct val="150000"/>
              </a:lnSpc>
              <a:defRPr/>
            </a:pPr>
            <a:r>
              <a:rPr lang="zh-CN" altLang="en-US" sz="1399" kern="0" dirty="0">
                <a:solidFill>
                  <a:prstClr val="black"/>
                </a:solidFill>
                <a:latin typeface="+mn-ea"/>
                <a:sym typeface="Helvetica Neue"/>
              </a:rPr>
              <a:t>关键内容</a:t>
            </a:r>
            <a:r>
              <a:rPr lang="zh-CN" altLang="en-US" sz="1399" b="1" kern="0" dirty="0">
                <a:solidFill>
                  <a:srgbClr val="C00000"/>
                </a:solidFill>
                <a:latin typeface="+mn-ea"/>
                <a:sym typeface="Helvetica Neue"/>
              </a:rPr>
              <a:t>标红加粗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668EAF0-1C0B-4D41-AB38-4EE2BC4AC072}"/>
              </a:ext>
            </a:extLst>
          </p:cNvPr>
          <p:cNvGrpSpPr/>
          <p:nvPr/>
        </p:nvGrpSpPr>
        <p:grpSpPr>
          <a:xfrm>
            <a:off x="11781361" y="52119"/>
            <a:ext cx="359859" cy="359859"/>
            <a:chOff x="11116969" y="261000"/>
            <a:chExt cx="360000" cy="360000"/>
          </a:xfrm>
        </p:grpSpPr>
        <p:sp>
          <p:nvSpPr>
            <p:cNvPr id="22" name="矩形 21">
              <a:hlinkClick r:id="rId3" action="ppaction://hlinksldjump"/>
              <a:extLst>
                <a:ext uri="{FF2B5EF4-FFF2-40B4-BE49-F238E27FC236}">
                  <a16:creationId xmlns:a16="http://schemas.microsoft.com/office/drawing/2014/main" id="{10F993F7-B91F-4AAF-8EB9-E9D0EABBF0BE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23" name="直接连接符 22">
              <a:hlinkClick r:id="rId3" action="ppaction://hlinksldjump"/>
              <a:extLst>
                <a:ext uri="{FF2B5EF4-FFF2-40B4-BE49-F238E27FC236}">
                  <a16:creationId xmlns:a16="http://schemas.microsoft.com/office/drawing/2014/main" id="{2F59113C-B24C-4CB6-81AE-293B9A4F4101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9062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EF6A5C-03C6-3583-1459-11A5FA78CF5A}"/>
              </a:ext>
            </a:extLst>
          </p:cNvPr>
          <p:cNvSpPr/>
          <p:nvPr/>
        </p:nvSpPr>
        <p:spPr>
          <a:xfrm>
            <a:off x="1193074" y="1874147"/>
            <a:ext cx="4223657" cy="624598"/>
          </a:xfrm>
          <a:prstGeom prst="rect">
            <a:avLst/>
          </a:prstGeom>
          <a:solidFill>
            <a:srgbClr val="F9F9F9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2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3" name="副标题 1">
            <a:extLst>
              <a:ext uri="{FF2B5EF4-FFF2-40B4-BE49-F238E27FC236}">
                <a16:creationId xmlns:a16="http://schemas.microsoft.com/office/drawing/2014/main" id="{6B4770A4-A101-A602-A1C6-E04BC1C90512}"/>
              </a:ext>
            </a:extLst>
          </p:cNvPr>
          <p:cNvSpPr txBox="1">
            <a:spLocks/>
          </p:cNvSpPr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+mn-ea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pPr marL="0" marR="0" lvl="0" indent="0" defTabSz="118779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rPr>
              <a:t>如何组织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rPr>
              <a:t>PPT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rPr>
              <a:t>内在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rPr>
              <a:t>–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rPr>
              <a:t>内容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86E774-E672-2483-54B2-7338A84C4F75}"/>
              </a:ext>
            </a:extLst>
          </p:cNvPr>
          <p:cNvSpPr txBox="1"/>
          <p:nvPr/>
        </p:nvSpPr>
        <p:spPr>
          <a:xfrm>
            <a:off x="2518269" y="1071169"/>
            <a:ext cx="1529514" cy="33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125000"/>
              </a:lnSpc>
              <a:defRPr/>
            </a:pPr>
            <a:r>
              <a:rPr kumimoji="1" lang="zh-CN" altLang="en-US" sz="1400" b="1" kern="0" spc="60" dirty="0">
                <a:solidFill>
                  <a:srgbClr val="C00000"/>
                </a:solidFill>
                <a:latin typeface="微软雅黑"/>
              </a:rPr>
              <a:t>怎么写标题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9CD5C1-99A0-84CB-0F2B-9683833C87EB}"/>
              </a:ext>
            </a:extLst>
          </p:cNvPr>
          <p:cNvSpPr/>
          <p:nvPr/>
        </p:nvSpPr>
        <p:spPr>
          <a:xfrm>
            <a:off x="2204557" y="1993230"/>
            <a:ext cx="293897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kumimoji="1" lang="zh-CN" altLang="en-US" sz="1100" b="1" kern="0" dirty="0">
                <a:solidFill>
                  <a:srgbClr val="666666"/>
                </a:solidFill>
                <a:latin typeface="微软雅黑"/>
                <a:cs typeface="Arial" panose="020B0604020202020204" pitchFamily="34" charset="0"/>
              </a:rPr>
              <a:t>适用于年度</a:t>
            </a:r>
            <a:r>
              <a:rPr kumimoji="1" lang="en-US" altLang="zh-CN" sz="1100" b="1" kern="0" dirty="0">
                <a:solidFill>
                  <a:srgbClr val="666666"/>
                </a:solidFill>
                <a:latin typeface="微软雅黑"/>
                <a:cs typeface="Arial" panose="020B0604020202020204" pitchFamily="34" charset="0"/>
              </a:rPr>
              <a:t>/</a:t>
            </a:r>
            <a:r>
              <a:rPr kumimoji="1" lang="zh-CN" altLang="en-US" sz="1100" b="1" kern="0" dirty="0">
                <a:solidFill>
                  <a:srgbClr val="666666"/>
                </a:solidFill>
                <a:latin typeface="微软雅黑"/>
                <a:cs typeface="Arial" panose="020B0604020202020204" pitchFamily="34" charset="0"/>
              </a:rPr>
              <a:t>半年度总结（多讲数据）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7AB2A8-D760-8468-2814-10B7E0FF292A}"/>
              </a:ext>
            </a:extLst>
          </p:cNvPr>
          <p:cNvSpPr/>
          <p:nvPr/>
        </p:nvSpPr>
        <p:spPr>
          <a:xfrm>
            <a:off x="1193074" y="2577897"/>
            <a:ext cx="4223657" cy="624598"/>
          </a:xfrm>
          <a:prstGeom prst="rect">
            <a:avLst/>
          </a:prstGeom>
          <a:solidFill>
            <a:srgbClr val="F9F9F9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2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573174-D6E1-C495-4F4C-5D9370F6BD54}"/>
              </a:ext>
            </a:extLst>
          </p:cNvPr>
          <p:cNvSpPr/>
          <p:nvPr/>
        </p:nvSpPr>
        <p:spPr>
          <a:xfrm>
            <a:off x="1193074" y="3281646"/>
            <a:ext cx="4223657" cy="792000"/>
          </a:xfrm>
          <a:prstGeom prst="rect">
            <a:avLst/>
          </a:prstGeom>
          <a:solidFill>
            <a:srgbClr val="F9F9F9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2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E24699-5243-8156-B26B-6B721642F5F3}"/>
              </a:ext>
            </a:extLst>
          </p:cNvPr>
          <p:cNvSpPr/>
          <p:nvPr/>
        </p:nvSpPr>
        <p:spPr>
          <a:xfrm>
            <a:off x="992566" y="1604086"/>
            <a:ext cx="4580920" cy="2645766"/>
          </a:xfrm>
          <a:prstGeom prst="rect">
            <a:avLst/>
          </a:prstGeom>
          <a:noFill/>
          <a:ln w="6350" cap="flat" cmpd="sng" algn="ctr">
            <a:solidFill>
              <a:srgbClr val="C7000B"/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371417">
              <a:defRPr/>
            </a:pPr>
            <a:endParaRPr kumimoji="1" lang="zh-CN" altLang="en-US" sz="2000" kern="0" dirty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235531-9A6E-6BA4-EE89-FB5706ED4991}"/>
              </a:ext>
            </a:extLst>
          </p:cNvPr>
          <p:cNvSpPr txBox="1"/>
          <p:nvPr/>
        </p:nvSpPr>
        <p:spPr>
          <a:xfrm>
            <a:off x="2420854" y="1480003"/>
            <a:ext cx="1724345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/>
              </a:rPr>
              <a:t>一句话总结本页内容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3AB659-D7DD-786A-59A8-9F24690ECAE3}"/>
              </a:ext>
            </a:extLst>
          </p:cNvPr>
          <p:cNvSpPr/>
          <p:nvPr/>
        </p:nvSpPr>
        <p:spPr>
          <a:xfrm>
            <a:off x="1426107" y="2101808"/>
            <a:ext cx="55043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14400">
              <a:defRPr/>
            </a:pPr>
            <a:r>
              <a:rPr kumimoji="1" lang="zh-CN" altLang="en-US" sz="1100" kern="0" dirty="0">
                <a:solidFill>
                  <a:srgbClr val="C00000"/>
                </a:solidFill>
                <a:latin typeface="微软雅黑"/>
                <a:cs typeface="Arial" panose="020B0604020202020204" pitchFamily="34" charset="0"/>
              </a:rPr>
              <a:t>总结型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48368F-ECB6-1517-8CA9-2B6EC8F5F912}"/>
              </a:ext>
            </a:extLst>
          </p:cNvPr>
          <p:cNvSpPr/>
          <p:nvPr/>
        </p:nvSpPr>
        <p:spPr>
          <a:xfrm>
            <a:off x="2204557" y="2209042"/>
            <a:ext cx="2938978" cy="1832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示例：突破三大挑战，让更多业务实现“东数西算”</a:t>
            </a:r>
            <a:endParaRPr kumimoji="1" lang="zh-CN" altLang="en-US" sz="900" b="1" kern="0" dirty="0">
              <a:solidFill>
                <a:srgbClr val="C00000"/>
              </a:solidFill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B0C049A-4A70-4F8B-A10C-E59CD32DEB29}"/>
              </a:ext>
            </a:extLst>
          </p:cNvPr>
          <p:cNvSpPr/>
          <p:nvPr/>
        </p:nvSpPr>
        <p:spPr>
          <a:xfrm>
            <a:off x="1426107" y="2805558"/>
            <a:ext cx="55043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14400">
              <a:defRPr/>
            </a:pPr>
            <a:r>
              <a:rPr kumimoji="1" lang="zh-CN" altLang="en-US" sz="1100" kern="0" dirty="0">
                <a:solidFill>
                  <a:srgbClr val="C00000"/>
                </a:solidFill>
                <a:latin typeface="微软雅黑"/>
                <a:cs typeface="Arial" panose="020B0604020202020204" pitchFamily="34" charset="0"/>
              </a:rPr>
              <a:t>求助型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AE11B1-7F6E-817C-D5E7-F86D3F2A6A59}"/>
              </a:ext>
            </a:extLst>
          </p:cNvPr>
          <p:cNvSpPr/>
          <p:nvPr/>
        </p:nvSpPr>
        <p:spPr>
          <a:xfrm>
            <a:off x="2204557" y="2674546"/>
            <a:ext cx="293897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kumimoji="1" lang="zh-CN" altLang="en-US" sz="1100" b="1" kern="0" dirty="0">
                <a:solidFill>
                  <a:srgbClr val="666666"/>
                </a:solidFill>
                <a:latin typeface="微软雅黑"/>
                <a:cs typeface="Arial" panose="020B0604020202020204" pitchFamily="34" charset="0"/>
              </a:rPr>
              <a:t>适用于推动问题改进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574B9DC-A5BF-130C-665D-D673B0E344DC}"/>
              </a:ext>
            </a:extLst>
          </p:cNvPr>
          <p:cNvSpPr/>
          <p:nvPr/>
        </p:nvSpPr>
        <p:spPr>
          <a:xfrm>
            <a:off x="2204557" y="2890358"/>
            <a:ext cx="2938978" cy="1832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示例：传统产品涉及平台多、断点多，</a:t>
            </a:r>
            <a:r>
              <a:rPr kumimoji="1" lang="en-US" altLang="zh-CN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E2E</a:t>
            </a: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流程耗时长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E6F0DD-882F-FE84-341B-01BC0E66EA9E}"/>
              </a:ext>
            </a:extLst>
          </p:cNvPr>
          <p:cNvSpPr/>
          <p:nvPr/>
        </p:nvSpPr>
        <p:spPr>
          <a:xfrm>
            <a:off x="1426107" y="3623229"/>
            <a:ext cx="55043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14400">
              <a:defRPr/>
            </a:pPr>
            <a:r>
              <a:rPr kumimoji="1" lang="zh-CN" altLang="en-US" sz="1100" kern="0" dirty="0">
                <a:solidFill>
                  <a:srgbClr val="C00000"/>
                </a:solidFill>
                <a:latin typeface="微软雅黑"/>
                <a:cs typeface="Arial" panose="020B0604020202020204" pitchFamily="34" charset="0"/>
              </a:rPr>
              <a:t>方案型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7E40C5-C58D-B808-5127-A9C3D8DEC65D}"/>
              </a:ext>
            </a:extLst>
          </p:cNvPr>
          <p:cNvSpPr/>
          <p:nvPr/>
        </p:nvSpPr>
        <p:spPr>
          <a:xfrm>
            <a:off x="2204557" y="3355924"/>
            <a:ext cx="293897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defRPr/>
            </a:pPr>
            <a:r>
              <a:rPr kumimoji="1" lang="zh-CN" altLang="en-US" sz="1100" b="1" kern="0" dirty="0">
                <a:solidFill>
                  <a:srgbClr val="666666"/>
                </a:solidFill>
                <a:latin typeface="微软雅黑"/>
                <a:cs typeface="Arial" panose="020B0604020202020204" pitchFamily="34" charset="0"/>
              </a:rPr>
              <a:t>适用于适用于立项汇报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2C3076-2A5D-EFCC-2471-43FBE7F16DD9}"/>
              </a:ext>
            </a:extLst>
          </p:cNvPr>
          <p:cNvSpPr/>
          <p:nvPr/>
        </p:nvSpPr>
        <p:spPr>
          <a:xfrm>
            <a:off x="2204557" y="3571736"/>
            <a:ext cx="2938978" cy="391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示例：大云能力强化服务基座，结合企业差异化特性，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构筑最强混合云基础服务</a:t>
            </a:r>
          </a:p>
        </p:txBody>
      </p:sp>
      <p:sp>
        <p:nvSpPr>
          <p:cNvPr id="38" name="圆角矩形 33">
            <a:extLst>
              <a:ext uri="{FF2B5EF4-FFF2-40B4-BE49-F238E27FC236}">
                <a16:creationId xmlns:a16="http://schemas.microsoft.com/office/drawing/2014/main" id="{7499B11D-2986-DAA0-3D18-249309189D23}"/>
              </a:ext>
            </a:extLst>
          </p:cNvPr>
          <p:cNvSpPr/>
          <p:nvPr/>
        </p:nvSpPr>
        <p:spPr>
          <a:xfrm>
            <a:off x="992565" y="4379514"/>
            <a:ext cx="2243640" cy="1858726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39" name="圆角矩形 34">
            <a:extLst>
              <a:ext uri="{FF2B5EF4-FFF2-40B4-BE49-F238E27FC236}">
                <a16:creationId xmlns:a16="http://schemas.microsoft.com/office/drawing/2014/main" id="{F74D3A8A-9D62-1AF5-6A56-A7397FDAA359}"/>
              </a:ext>
            </a:extLst>
          </p:cNvPr>
          <p:cNvSpPr/>
          <p:nvPr/>
        </p:nvSpPr>
        <p:spPr>
          <a:xfrm>
            <a:off x="3334416" y="4384084"/>
            <a:ext cx="2243640" cy="1858726"/>
          </a:xfrm>
          <a:prstGeom prst="roundRect">
            <a:avLst>
              <a:gd name="adj" fmla="val 3709"/>
            </a:avLst>
          </a:prstGeom>
          <a:solidFill>
            <a:sysClr val="window" lastClr="FFFFFF"/>
          </a:solidFill>
          <a:ln w="3175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83D9F9-5426-83F5-E09A-D278841D4D4B}"/>
              </a:ext>
            </a:extLst>
          </p:cNvPr>
          <p:cNvSpPr/>
          <p:nvPr/>
        </p:nvSpPr>
        <p:spPr>
          <a:xfrm>
            <a:off x="1710471" y="4482927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  <a:cs typeface="Arial" panose="020B0604020202020204" pitchFamily="34" charset="0"/>
              </a:rPr>
              <a:t>有逻辑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9094E8B-C254-25F5-36E7-9C62B8CBA1E8}"/>
              </a:ext>
            </a:extLst>
          </p:cNvPr>
          <p:cNvSpPr/>
          <p:nvPr/>
        </p:nvSpPr>
        <p:spPr>
          <a:xfrm>
            <a:off x="4058195" y="4487912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  <a:cs typeface="Arial" panose="020B0604020202020204" pitchFamily="34" charset="0"/>
              </a:rPr>
              <a:t>有观点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C4CC955-9389-BE1A-20DD-920A4F8EFE97}"/>
              </a:ext>
            </a:extLst>
          </p:cNvPr>
          <p:cNvSpPr txBox="1"/>
          <p:nvPr/>
        </p:nvSpPr>
        <p:spPr>
          <a:xfrm>
            <a:off x="950091" y="5041480"/>
            <a:ext cx="88222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2438338" hangingPunct="0">
              <a:defRPr/>
            </a:pPr>
            <a:r>
              <a:rPr lang="zh-CN" altLang="en-US" sz="1000" b="1" kern="0" dirty="0">
                <a:solidFill>
                  <a:srgbClr val="C00000"/>
                </a:solidFill>
                <a:latin typeface="微软雅黑"/>
                <a:sym typeface="Helvetica Neue"/>
              </a:rPr>
              <a:t>向上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BBEB084-D4AB-2562-B5DC-54850B2D3A9D}"/>
              </a:ext>
            </a:extLst>
          </p:cNvPr>
          <p:cNvSpPr/>
          <p:nvPr/>
        </p:nvSpPr>
        <p:spPr>
          <a:xfrm>
            <a:off x="1600486" y="4882748"/>
            <a:ext cx="1733930" cy="483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服务于故事主线</a:t>
            </a:r>
            <a:endParaRPr kumimoji="1" lang="en-US" altLang="zh-CN" sz="900" kern="0" dirty="0">
              <a:solidFill>
                <a:srgbClr val="1D1D1A">
                  <a:lumMod val="85000"/>
                  <a:lumOff val="15000"/>
                </a:srgbClr>
              </a:solidFill>
              <a:latin typeface="微软雅黑"/>
              <a:cs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标题串起来是完整故事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7C35CC5-761B-BCF1-B85B-B70861AB8A7B}"/>
              </a:ext>
            </a:extLst>
          </p:cNvPr>
          <p:cNvSpPr/>
          <p:nvPr/>
        </p:nvSpPr>
        <p:spPr>
          <a:xfrm>
            <a:off x="1600486" y="5564559"/>
            <a:ext cx="1733930" cy="483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服务于正文内容</a:t>
            </a:r>
            <a:endParaRPr kumimoji="1" lang="en-US" altLang="zh-CN" sz="900" kern="0" dirty="0">
              <a:solidFill>
                <a:srgbClr val="1D1D1A">
                  <a:lumMod val="85000"/>
                  <a:lumOff val="15000"/>
                </a:srgbClr>
              </a:solidFill>
              <a:latin typeface="微软雅黑"/>
              <a:cs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符合标题</a:t>
            </a:r>
            <a:r>
              <a:rPr kumimoji="1" lang="en-US" altLang="zh-CN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/</a:t>
            </a: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正文一致性原则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34EE806-A86C-6FB4-8D99-477E7AFC0C74}"/>
              </a:ext>
            </a:extLst>
          </p:cNvPr>
          <p:cNvSpPr txBox="1"/>
          <p:nvPr/>
        </p:nvSpPr>
        <p:spPr>
          <a:xfrm>
            <a:off x="943952" y="5675045"/>
            <a:ext cx="88222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2438338" hangingPunct="0">
              <a:defRPr/>
            </a:pPr>
            <a:r>
              <a:rPr lang="zh-CN" altLang="en-US" sz="1000" b="1" kern="0" dirty="0">
                <a:solidFill>
                  <a:srgbClr val="C00000"/>
                </a:solidFill>
                <a:latin typeface="微软雅黑"/>
                <a:sym typeface="Helvetica Neue"/>
              </a:rPr>
              <a:t>向下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2EE6546-3DCF-D3E8-FC11-0062D54F618D}"/>
              </a:ext>
            </a:extLst>
          </p:cNvPr>
          <p:cNvSpPr txBox="1"/>
          <p:nvPr/>
        </p:nvSpPr>
        <p:spPr>
          <a:xfrm>
            <a:off x="3450142" y="4850021"/>
            <a:ext cx="2012188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2438338" hangingPunct="0">
              <a:defRPr/>
            </a:pPr>
            <a:r>
              <a:rPr lang="zh-CN" altLang="en-US" sz="1000" kern="0" dirty="0">
                <a:solidFill>
                  <a:srgbClr val="C00000"/>
                </a:solidFill>
                <a:latin typeface="微软雅黑"/>
                <a:sym typeface="Helvetica Neue"/>
              </a:rPr>
              <a:t>听众可以通过标题阅读跳过内容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8E2C2BD-8312-B55C-877D-D71B3306BB8A}"/>
              </a:ext>
            </a:extLst>
          </p:cNvPr>
          <p:cNvSpPr/>
          <p:nvPr/>
        </p:nvSpPr>
        <p:spPr>
          <a:xfrm>
            <a:off x="3605124" y="5211017"/>
            <a:ext cx="1733930" cy="275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论证类标题：高度总结事实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5A8435C-B507-8845-66C6-0A21EFD6DDF3}"/>
              </a:ext>
            </a:extLst>
          </p:cNvPr>
          <p:cNvSpPr/>
          <p:nvPr/>
        </p:nvSpPr>
        <p:spPr>
          <a:xfrm>
            <a:off x="3608260" y="5528210"/>
            <a:ext cx="1808471" cy="483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论述类标题：高度总结洞见，</a:t>
            </a:r>
            <a:endParaRPr kumimoji="1" lang="en-US" altLang="zh-CN" sz="900" kern="0" dirty="0">
              <a:solidFill>
                <a:srgbClr val="1D1D1A">
                  <a:lumMod val="85000"/>
                  <a:lumOff val="15000"/>
                </a:srgbClr>
              </a:solidFill>
              <a:latin typeface="微软雅黑"/>
              <a:cs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9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                     及下一步计划</a:t>
            </a: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69D8B211-92CF-F3CF-50BA-A5210CBFA7FC}"/>
              </a:ext>
            </a:extLst>
          </p:cNvPr>
          <p:cNvCxnSpPr>
            <a:cxnSpLocks/>
          </p:cNvCxnSpPr>
          <p:nvPr/>
        </p:nvCxnSpPr>
        <p:spPr>
          <a:xfrm flipV="1">
            <a:off x="5893203" y="1595980"/>
            <a:ext cx="0" cy="4716000"/>
          </a:xfrm>
          <a:prstGeom prst="line">
            <a:avLst/>
          </a:prstGeom>
          <a:noFill/>
          <a:ln w="6350" cap="flat" cmpd="sng" algn="ctr">
            <a:solidFill>
              <a:srgbClr val="1D1D1A">
                <a:lumMod val="25000"/>
                <a:lumOff val="75000"/>
              </a:srgbClr>
            </a:solidFill>
            <a:prstDash val="solid"/>
            <a:miter lim="800000"/>
          </a:ln>
          <a:effectLst/>
        </p:spPr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E0D61D8C-3A0E-ECDB-0C04-71BFA2D3EB2C}"/>
              </a:ext>
            </a:extLst>
          </p:cNvPr>
          <p:cNvSpPr txBox="1"/>
          <p:nvPr/>
        </p:nvSpPr>
        <p:spPr>
          <a:xfrm>
            <a:off x="7944580" y="1071169"/>
            <a:ext cx="1529514" cy="33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125000"/>
              </a:lnSpc>
              <a:defRPr/>
            </a:pPr>
            <a:r>
              <a:rPr kumimoji="1" lang="zh-CN" altLang="en-US" sz="1400" b="1" kern="0" spc="60" dirty="0">
                <a:solidFill>
                  <a:srgbClr val="C00000"/>
                </a:solidFill>
                <a:latin typeface="微软雅黑"/>
              </a:rPr>
              <a:t>怎么写正文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06819B9-5757-1101-E90C-F647EE34FCB1}"/>
              </a:ext>
            </a:extLst>
          </p:cNvPr>
          <p:cNvSpPr/>
          <p:nvPr/>
        </p:nvSpPr>
        <p:spPr>
          <a:xfrm>
            <a:off x="6621793" y="1590377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  <a:cs typeface="Arial" panose="020B0604020202020204" pitchFamily="34" charset="0"/>
              </a:rPr>
              <a:t>定框架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703EE7B-6CC0-FB38-3767-FF180BC6FA7D}"/>
              </a:ext>
            </a:extLst>
          </p:cNvPr>
          <p:cNvSpPr/>
          <p:nvPr/>
        </p:nvSpPr>
        <p:spPr>
          <a:xfrm>
            <a:off x="8274764" y="1590377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  <a:cs typeface="Arial" panose="020B0604020202020204" pitchFamily="34" charset="0"/>
              </a:rPr>
              <a:t>填内容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1FEF55B-946F-59DA-6A88-FC76E3015FC4}"/>
              </a:ext>
            </a:extLst>
          </p:cNvPr>
          <p:cNvSpPr/>
          <p:nvPr/>
        </p:nvSpPr>
        <p:spPr>
          <a:xfrm>
            <a:off x="9966224" y="1590377"/>
            <a:ext cx="796082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  <a:cs typeface="Arial" panose="020B0604020202020204" pitchFamily="34" charset="0"/>
              </a:rPr>
              <a:t>再加工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136A953-279D-E04C-9CA9-E68821949E32}"/>
              </a:ext>
            </a:extLst>
          </p:cNvPr>
          <p:cNvSpPr/>
          <p:nvPr/>
        </p:nvSpPr>
        <p:spPr>
          <a:xfrm>
            <a:off x="6309379" y="1911292"/>
            <a:ext cx="1420910" cy="570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确定页面布局</a:t>
            </a:r>
            <a:endParaRPr kumimoji="1" lang="en-US" altLang="zh-CN" sz="1100" kern="0" dirty="0">
              <a:solidFill>
                <a:srgbClr val="1D1D1A">
                  <a:lumMod val="85000"/>
                  <a:lumOff val="15000"/>
                </a:srgbClr>
              </a:solidFill>
              <a:latin typeface="微软雅黑"/>
              <a:cs typeface="Arial" panose="020B0604020202020204" pitchFamily="34" charset="0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（推荐使用占位法）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92BD9BC-13B8-94DF-7DD1-185C683F8C34}"/>
              </a:ext>
            </a:extLst>
          </p:cNvPr>
          <p:cNvSpPr/>
          <p:nvPr/>
        </p:nvSpPr>
        <p:spPr>
          <a:xfrm>
            <a:off x="8037380" y="1907313"/>
            <a:ext cx="1270850" cy="31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先填空，后精简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32995F3-D936-381F-A4E9-BEE37EE153AE}"/>
              </a:ext>
            </a:extLst>
          </p:cNvPr>
          <p:cNvSpPr/>
          <p:nvPr/>
        </p:nvSpPr>
        <p:spPr>
          <a:xfrm>
            <a:off x="9546638" y="1907313"/>
            <a:ext cx="1635254" cy="570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突出重点，优化样式</a:t>
            </a:r>
            <a:endParaRPr kumimoji="1" lang="en-US" altLang="zh-CN" sz="1100" kern="0" dirty="0">
              <a:solidFill>
                <a:srgbClr val="1D1D1A">
                  <a:lumMod val="85000"/>
                  <a:lumOff val="15000"/>
                </a:srgbClr>
              </a:solidFill>
              <a:latin typeface="微软雅黑"/>
              <a:cs typeface="Arial" panose="020B0604020202020204" pitchFamily="34" charset="0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kumimoji="1" lang="zh-CN" altLang="en-US" sz="1100" kern="0" dirty="0">
                <a:solidFill>
                  <a:srgbClr val="1D1D1A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（推荐使用占位法）</a:t>
            </a: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A84994CA-42B8-184F-FC86-C9C6410D53AE}"/>
              </a:ext>
            </a:extLst>
          </p:cNvPr>
          <p:cNvGrpSpPr/>
          <p:nvPr/>
        </p:nvGrpSpPr>
        <p:grpSpPr>
          <a:xfrm>
            <a:off x="9305257" y="1810125"/>
            <a:ext cx="191851" cy="302935"/>
            <a:chOff x="2281639" y="2395073"/>
            <a:chExt cx="324001" cy="802771"/>
          </a:xfrm>
        </p:grpSpPr>
        <p:sp>
          <p:nvSpPr>
            <p:cNvPr id="90" name="流程图: 摘录 89">
              <a:extLst>
                <a:ext uri="{FF2B5EF4-FFF2-40B4-BE49-F238E27FC236}">
                  <a16:creationId xmlns:a16="http://schemas.microsoft.com/office/drawing/2014/main" id="{9F193F26-BF44-BB34-65AD-722BCFFEFF09}"/>
                </a:ext>
              </a:extLst>
            </p:cNvPr>
            <p:cNvSpPr/>
            <p:nvPr/>
          </p:nvSpPr>
          <p:spPr>
            <a:xfrm rot="5400000">
              <a:off x="2084732" y="2676936"/>
              <a:ext cx="802764" cy="239052"/>
            </a:xfrm>
            <a:prstGeom prst="flowChartExtract">
              <a:avLst/>
            </a:prstGeom>
            <a:gradFill>
              <a:gsLst>
                <a:gs pos="0">
                  <a:srgbClr val="C7000B">
                    <a:alpha val="30000"/>
                  </a:srgbClr>
                </a:gs>
                <a:gs pos="100000">
                  <a:srgbClr val="C7000B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7000B"/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sz="1600" kern="0">
                <a:solidFill>
                  <a:srgbClr val="666666"/>
                </a:solidFill>
                <a:latin typeface="微软雅黑"/>
              </a:endParaRPr>
            </a:p>
          </p:txBody>
        </p:sp>
        <p:sp>
          <p:nvSpPr>
            <p:cNvPr id="91" name="流程图: 摘录 90">
              <a:extLst>
                <a:ext uri="{FF2B5EF4-FFF2-40B4-BE49-F238E27FC236}">
                  <a16:creationId xmlns:a16="http://schemas.microsoft.com/office/drawing/2014/main" id="{DCEBDD27-027E-1F7A-099E-97BDD1C83B98}"/>
                </a:ext>
              </a:extLst>
            </p:cNvPr>
            <p:cNvSpPr/>
            <p:nvPr/>
          </p:nvSpPr>
          <p:spPr>
            <a:xfrm rot="5400000">
              <a:off x="1999780" y="2676932"/>
              <a:ext cx="802770" cy="239051"/>
            </a:xfrm>
            <a:prstGeom prst="flowChartExtract">
              <a:avLst/>
            </a:prstGeom>
            <a:gradFill>
              <a:gsLst>
                <a:gs pos="0">
                  <a:srgbClr val="C7000B">
                    <a:alpha val="30000"/>
                  </a:srgbClr>
                </a:gs>
                <a:gs pos="100000">
                  <a:srgbClr val="C7000B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7000B"/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sz="1600" kern="0">
                <a:solidFill>
                  <a:srgbClr val="666666"/>
                </a:solidFill>
                <a:latin typeface="微软雅黑"/>
              </a:endParaRPr>
            </a:p>
          </p:txBody>
        </p:sp>
      </p:grpSp>
      <p:sp>
        <p:nvSpPr>
          <p:cNvPr id="92" name="圆角矩形 50">
            <a:extLst>
              <a:ext uri="{FF2B5EF4-FFF2-40B4-BE49-F238E27FC236}">
                <a16:creationId xmlns:a16="http://schemas.microsoft.com/office/drawing/2014/main" id="{085022B4-3B11-AB7A-9FE4-61421FE789BA}"/>
              </a:ext>
            </a:extLst>
          </p:cNvPr>
          <p:cNvSpPr/>
          <p:nvPr/>
        </p:nvSpPr>
        <p:spPr>
          <a:xfrm>
            <a:off x="6207751" y="2657418"/>
            <a:ext cx="5003173" cy="3579870"/>
          </a:xfrm>
          <a:prstGeom prst="roundRect">
            <a:avLst>
              <a:gd name="adj" fmla="val 2676"/>
            </a:avLst>
          </a:prstGeom>
          <a:solidFill>
            <a:sysClr val="window" lastClr="FFFFFF"/>
          </a:solidFill>
          <a:ln w="3175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>
            <a:outerShdw blurRad="355600" sx="101000" sy="101000" algn="ctr" rotWithShape="0">
              <a:prstClr val="black">
                <a:alpha val="8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FBD2C4C-7F39-6E42-1946-E0514233D337}"/>
              </a:ext>
            </a:extLst>
          </p:cNvPr>
          <p:cNvSpPr/>
          <p:nvPr/>
        </p:nvSpPr>
        <p:spPr>
          <a:xfrm>
            <a:off x="6391631" y="3127501"/>
            <a:ext cx="2680953" cy="2944317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2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461FF00-8040-1841-F8F2-5CC011F33A35}"/>
              </a:ext>
            </a:extLst>
          </p:cNvPr>
          <p:cNvSpPr/>
          <p:nvPr/>
        </p:nvSpPr>
        <p:spPr>
          <a:xfrm>
            <a:off x="9217864" y="3127501"/>
            <a:ext cx="1803651" cy="1305064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2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89E9E82-4161-80B7-E090-75F08CE771CC}"/>
              </a:ext>
            </a:extLst>
          </p:cNvPr>
          <p:cNvSpPr/>
          <p:nvPr/>
        </p:nvSpPr>
        <p:spPr>
          <a:xfrm>
            <a:off x="9217864" y="4527365"/>
            <a:ext cx="1803651" cy="1544454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sz="12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EFE3227B-FBC3-138B-551E-6BA52EC9E1E0}"/>
              </a:ext>
            </a:extLst>
          </p:cNvPr>
          <p:cNvSpPr txBox="1"/>
          <p:nvPr/>
        </p:nvSpPr>
        <p:spPr>
          <a:xfrm>
            <a:off x="6485755" y="2795970"/>
            <a:ext cx="1709285" cy="26895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/>
              </a:rPr>
              <a:t>标题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0533605-5A2B-68A4-10F5-781837D6EAC2}"/>
              </a:ext>
            </a:extLst>
          </p:cNvPr>
          <p:cNvSpPr txBox="1"/>
          <p:nvPr/>
        </p:nvSpPr>
        <p:spPr>
          <a:xfrm>
            <a:off x="6631303" y="4402087"/>
            <a:ext cx="2201608" cy="395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lnSpc>
                <a:spcPct val="125000"/>
              </a:lnSpc>
              <a:defRPr/>
            </a:pPr>
            <a:r>
              <a:rPr kumimoji="1" lang="zh-CN" altLang="en-US" kern="0" spc="60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</a:rPr>
              <a:t>能力沙盘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EDF85EC-963A-1020-C438-018F451C8685}"/>
              </a:ext>
            </a:extLst>
          </p:cNvPr>
          <p:cNvSpPr txBox="1"/>
          <p:nvPr/>
        </p:nvSpPr>
        <p:spPr>
          <a:xfrm>
            <a:off x="9403211" y="3630617"/>
            <a:ext cx="1432956" cy="29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12">
              <a:defRPr/>
            </a:pPr>
            <a:r>
              <a:rPr lang="zh-CN" altLang="en-US" sz="1400" kern="0" dirty="0">
                <a:solidFill>
                  <a:prstClr val="black"/>
                </a:solidFill>
                <a:latin typeface="微软雅黑"/>
              </a:rPr>
              <a:t>典型项目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C22DD6FC-641B-942C-5EE2-177CA175E67F}"/>
              </a:ext>
            </a:extLst>
          </p:cNvPr>
          <p:cNvSpPr txBox="1"/>
          <p:nvPr/>
        </p:nvSpPr>
        <p:spPr>
          <a:xfrm>
            <a:off x="9403211" y="5150174"/>
            <a:ext cx="1432956" cy="29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12">
              <a:defRPr/>
            </a:pPr>
            <a:r>
              <a:rPr lang="zh-CN" altLang="en-US" sz="1400" kern="0" dirty="0">
                <a:solidFill>
                  <a:prstClr val="black"/>
                </a:solidFill>
                <a:latin typeface="微软雅黑"/>
              </a:rPr>
              <a:t>服务能力规划</a:t>
            </a: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045C1189-1A91-D558-AFCD-8605D16396DA}"/>
              </a:ext>
            </a:extLst>
          </p:cNvPr>
          <p:cNvGrpSpPr/>
          <p:nvPr/>
        </p:nvGrpSpPr>
        <p:grpSpPr>
          <a:xfrm>
            <a:off x="7676270" y="1810125"/>
            <a:ext cx="191851" cy="302935"/>
            <a:chOff x="2281639" y="2395073"/>
            <a:chExt cx="324001" cy="802771"/>
          </a:xfrm>
        </p:grpSpPr>
        <p:sp>
          <p:nvSpPr>
            <p:cNvPr id="101" name="流程图: 摘录 100">
              <a:extLst>
                <a:ext uri="{FF2B5EF4-FFF2-40B4-BE49-F238E27FC236}">
                  <a16:creationId xmlns:a16="http://schemas.microsoft.com/office/drawing/2014/main" id="{191D0A04-4429-DA4A-9178-4D68682A7192}"/>
                </a:ext>
              </a:extLst>
            </p:cNvPr>
            <p:cNvSpPr/>
            <p:nvPr/>
          </p:nvSpPr>
          <p:spPr>
            <a:xfrm rot="5400000">
              <a:off x="2084732" y="2676936"/>
              <a:ext cx="802764" cy="239052"/>
            </a:xfrm>
            <a:prstGeom prst="flowChartExtract">
              <a:avLst/>
            </a:prstGeom>
            <a:gradFill>
              <a:gsLst>
                <a:gs pos="0">
                  <a:srgbClr val="C7000B">
                    <a:alpha val="30000"/>
                  </a:srgbClr>
                </a:gs>
                <a:gs pos="100000">
                  <a:srgbClr val="C7000B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7000B"/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sz="1600" kern="0">
                <a:solidFill>
                  <a:srgbClr val="666666"/>
                </a:solidFill>
                <a:latin typeface="微软雅黑"/>
              </a:endParaRPr>
            </a:p>
          </p:txBody>
        </p:sp>
        <p:sp>
          <p:nvSpPr>
            <p:cNvPr id="102" name="流程图: 摘录 101">
              <a:extLst>
                <a:ext uri="{FF2B5EF4-FFF2-40B4-BE49-F238E27FC236}">
                  <a16:creationId xmlns:a16="http://schemas.microsoft.com/office/drawing/2014/main" id="{55F873DB-645B-AE03-9BA8-D7F3B0F0D887}"/>
                </a:ext>
              </a:extLst>
            </p:cNvPr>
            <p:cNvSpPr/>
            <p:nvPr/>
          </p:nvSpPr>
          <p:spPr>
            <a:xfrm rot="5400000">
              <a:off x="1999780" y="2676932"/>
              <a:ext cx="802770" cy="239051"/>
            </a:xfrm>
            <a:prstGeom prst="flowChartExtract">
              <a:avLst/>
            </a:prstGeom>
            <a:gradFill>
              <a:gsLst>
                <a:gs pos="0">
                  <a:srgbClr val="C7000B">
                    <a:alpha val="30000"/>
                  </a:srgbClr>
                </a:gs>
                <a:gs pos="100000">
                  <a:srgbClr val="C7000B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7000B"/>
                  </a:gs>
                  <a:gs pos="100000">
                    <a:srgbClr val="C7000B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sz="1600" kern="0">
                <a:solidFill>
                  <a:srgbClr val="666666"/>
                </a:solidFill>
                <a:latin typeface="微软雅黑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57BA2A0A-E899-05A6-C6E9-AB7016A98A3D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04" name="矩形 103">
              <a:hlinkClick r:id="rId3" action="ppaction://hlinksldjump"/>
              <a:extLst>
                <a:ext uri="{FF2B5EF4-FFF2-40B4-BE49-F238E27FC236}">
                  <a16:creationId xmlns:a16="http://schemas.microsoft.com/office/drawing/2014/main" id="{4B6948D1-A480-EFF3-5AD9-8331F5280B57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05" name="直接连接符 104">
              <a:hlinkClick r:id="rId3" action="ppaction://hlinksldjump"/>
              <a:extLst>
                <a:ext uri="{FF2B5EF4-FFF2-40B4-BE49-F238E27FC236}">
                  <a16:creationId xmlns:a16="http://schemas.microsoft.com/office/drawing/2014/main" id="{B2FD5C9F-6B0B-9932-C9A4-2D5C7108F885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7667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>
            <a:extLst>
              <a:ext uri="{FF2B5EF4-FFF2-40B4-BE49-F238E27FC236}">
                <a16:creationId xmlns:a16="http://schemas.microsoft.com/office/drawing/2014/main" id="{CF66E552-BFF1-F42D-3E03-F3F74EAE5DF4}"/>
              </a:ext>
            </a:extLst>
          </p:cNvPr>
          <p:cNvSpPr txBox="1">
            <a:spLocks/>
          </p:cNvSpPr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>
                <a:latin typeface="+mn-ea"/>
                <a:ea typeface="+mn-ea"/>
                <a:cs typeface="+mn-cs"/>
              </a:rPr>
              <a:t>文本与段落样式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F62CB1-A818-C11A-023B-FAC5A00E6A6B}"/>
              </a:ext>
            </a:extLst>
          </p:cNvPr>
          <p:cNvSpPr txBox="1">
            <a:spLocks/>
          </p:cNvSpPr>
          <p:nvPr/>
        </p:nvSpPr>
        <p:spPr>
          <a:xfrm>
            <a:off x="736258" y="2026606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C7000B"/>
              </a:buClr>
            </a:pPr>
            <a:endParaRPr lang="en-US" dirty="0">
              <a:solidFill>
                <a:srgbClr val="1D1D1A"/>
              </a:solidFill>
              <a:latin typeface="微软雅黑"/>
              <a:ea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803EB5-DD82-9DD9-3985-70B20271F6C1}"/>
              </a:ext>
            </a:extLst>
          </p:cNvPr>
          <p:cNvSpPr txBox="1"/>
          <p:nvPr/>
        </p:nvSpPr>
        <p:spPr>
          <a:xfrm>
            <a:off x="3407970" y="909000"/>
            <a:ext cx="9393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400" b="1" dirty="0">
                <a:solidFill>
                  <a:srgbClr val="1D1D1A"/>
                </a:solidFill>
                <a:latin typeface="微软雅黑"/>
              </a:rPr>
              <a:t>标题</a:t>
            </a:r>
            <a:r>
              <a:rPr kumimoji="1" lang="en-US" altLang="zh-CN" sz="1400" b="1" dirty="0">
                <a:solidFill>
                  <a:srgbClr val="1D1D1A"/>
                </a:solidFill>
                <a:latin typeface="微软雅黑"/>
              </a:rPr>
              <a:t>14</a:t>
            </a:r>
            <a:r>
              <a:rPr kumimoji="1" lang="zh-CN" altLang="en-US" sz="1400" b="1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A823D4-81B2-6D91-BD90-FCB38DC3CAB0}"/>
              </a:ext>
            </a:extLst>
          </p:cNvPr>
          <p:cNvSpPr txBox="1"/>
          <p:nvPr/>
        </p:nvSpPr>
        <p:spPr>
          <a:xfrm>
            <a:off x="3407970" y="1273570"/>
            <a:ext cx="159017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200" dirty="0">
                <a:solidFill>
                  <a:srgbClr val="1D1D1A"/>
                </a:solidFill>
                <a:latin typeface="微软雅黑"/>
              </a:rPr>
              <a:t>文本</a:t>
            </a:r>
            <a:r>
              <a:rPr kumimoji="1" lang="en-US" altLang="zh-CN" sz="1200" dirty="0">
                <a:solidFill>
                  <a:srgbClr val="1D1D1A"/>
                </a:solidFill>
                <a:latin typeface="微软雅黑"/>
              </a:rPr>
              <a:t>12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/>
              </a:rPr>
              <a:t>号字文本</a:t>
            </a:r>
            <a:r>
              <a:rPr kumimoji="1" lang="en-US" altLang="zh-CN" sz="1200" dirty="0">
                <a:solidFill>
                  <a:srgbClr val="1D1D1A"/>
                </a:solidFill>
                <a:latin typeface="微软雅黑"/>
              </a:rPr>
              <a:t>12</a:t>
            </a:r>
            <a:r>
              <a:rPr kumimoji="1" lang="zh-CN" altLang="en-US" sz="1200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F9A82D-B109-A53E-C741-0227AB157170}"/>
              </a:ext>
            </a:extLst>
          </p:cNvPr>
          <p:cNvSpPr txBox="1"/>
          <p:nvPr/>
        </p:nvSpPr>
        <p:spPr>
          <a:xfrm>
            <a:off x="3407970" y="2196935"/>
            <a:ext cx="139140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050" dirty="0">
                <a:solidFill>
                  <a:srgbClr val="1D1D1A"/>
                </a:solidFill>
                <a:latin typeface="微软雅黑"/>
              </a:rPr>
              <a:t>文本</a:t>
            </a:r>
            <a:r>
              <a:rPr kumimoji="1" lang="en-US" altLang="zh-CN" sz="1050" dirty="0">
                <a:solidFill>
                  <a:srgbClr val="1D1D1A"/>
                </a:solidFill>
                <a:latin typeface="微软雅黑"/>
              </a:rPr>
              <a:t>11</a:t>
            </a:r>
            <a:r>
              <a:rPr kumimoji="1" lang="zh-CN" altLang="en-US" sz="1050" dirty="0">
                <a:solidFill>
                  <a:srgbClr val="1D1D1A"/>
                </a:solidFill>
                <a:latin typeface="微软雅黑"/>
              </a:rPr>
              <a:t>号字文本</a:t>
            </a:r>
            <a:r>
              <a:rPr kumimoji="1" lang="en-US" altLang="zh-CN" sz="1050" dirty="0">
                <a:solidFill>
                  <a:srgbClr val="1D1D1A"/>
                </a:solidFill>
                <a:latin typeface="微软雅黑"/>
              </a:rPr>
              <a:t>11</a:t>
            </a:r>
            <a:r>
              <a:rPr kumimoji="1" lang="zh-CN" altLang="en-US" sz="1050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696508C-593A-DB30-9AE5-EA6E91C3167A}"/>
              </a:ext>
            </a:extLst>
          </p:cNvPr>
          <p:cNvSpPr txBox="1"/>
          <p:nvPr/>
        </p:nvSpPr>
        <p:spPr>
          <a:xfrm>
            <a:off x="3407970" y="2822031"/>
            <a:ext cx="73738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100" b="1" dirty="0">
                <a:solidFill>
                  <a:srgbClr val="1D1D1A"/>
                </a:solidFill>
                <a:latin typeface="微软雅黑"/>
              </a:rPr>
              <a:t>标题</a:t>
            </a:r>
            <a:r>
              <a:rPr kumimoji="1" lang="en-US" altLang="zh-CN" sz="1100" b="1" dirty="0">
                <a:solidFill>
                  <a:srgbClr val="1D1D1A"/>
                </a:solidFill>
                <a:latin typeface="微软雅黑"/>
              </a:rPr>
              <a:t>11</a:t>
            </a:r>
            <a:r>
              <a:rPr kumimoji="1" lang="zh-CN" altLang="en-US" sz="1100" b="1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9D7982-E971-2DF5-DE81-A6A02F110FBA}"/>
              </a:ext>
            </a:extLst>
          </p:cNvPr>
          <p:cNvSpPr txBox="1"/>
          <p:nvPr/>
        </p:nvSpPr>
        <p:spPr>
          <a:xfrm>
            <a:off x="3407970" y="1920357"/>
            <a:ext cx="80470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200" b="1" dirty="0">
                <a:solidFill>
                  <a:srgbClr val="1D1D1A"/>
                </a:solidFill>
                <a:latin typeface="微软雅黑"/>
              </a:rPr>
              <a:t>标题</a:t>
            </a:r>
            <a:r>
              <a:rPr kumimoji="1" lang="en-US" altLang="zh-CN" sz="1200" b="1" dirty="0">
                <a:solidFill>
                  <a:srgbClr val="1D1D1A"/>
                </a:solidFill>
                <a:latin typeface="微软雅黑"/>
              </a:rPr>
              <a:t>12</a:t>
            </a:r>
            <a:r>
              <a:rPr kumimoji="1" lang="zh-CN" altLang="en-US" sz="1200" b="1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8C830C7-7EAF-B580-8F0E-ACC684D63679}"/>
              </a:ext>
            </a:extLst>
          </p:cNvPr>
          <p:cNvSpPr txBox="1"/>
          <p:nvPr/>
        </p:nvSpPr>
        <p:spPr>
          <a:xfrm>
            <a:off x="3407970" y="3121802"/>
            <a:ext cx="132728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000" dirty="0">
                <a:solidFill>
                  <a:srgbClr val="1D1D1A"/>
                </a:solidFill>
                <a:latin typeface="微软雅黑"/>
              </a:rPr>
              <a:t>文本</a:t>
            </a:r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10</a:t>
            </a:r>
            <a:r>
              <a:rPr kumimoji="1" lang="zh-CN" altLang="en-US" sz="1000" dirty="0">
                <a:solidFill>
                  <a:srgbClr val="1D1D1A"/>
                </a:solidFill>
                <a:latin typeface="微软雅黑"/>
              </a:rPr>
              <a:t>号字文本</a:t>
            </a:r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10</a:t>
            </a:r>
            <a:r>
              <a:rPr kumimoji="1" lang="zh-CN" altLang="en-US" sz="1000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2A86F8-5815-71A3-369D-02D467C41F19}"/>
              </a:ext>
            </a:extLst>
          </p:cNvPr>
          <p:cNvSpPr txBox="1"/>
          <p:nvPr/>
        </p:nvSpPr>
        <p:spPr>
          <a:xfrm>
            <a:off x="3407970" y="3734030"/>
            <a:ext cx="67005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000" dirty="0">
                <a:solidFill>
                  <a:srgbClr val="1D1D1A"/>
                </a:solidFill>
                <a:latin typeface="微软雅黑"/>
              </a:rPr>
              <a:t>标题</a:t>
            </a:r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10</a:t>
            </a:r>
            <a:r>
              <a:rPr kumimoji="1" lang="zh-CN" altLang="en-US" sz="1000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04491F-D930-E16E-90C2-187C5D883748}"/>
              </a:ext>
            </a:extLst>
          </p:cNvPr>
          <p:cNvSpPr txBox="1"/>
          <p:nvPr/>
        </p:nvSpPr>
        <p:spPr>
          <a:xfrm>
            <a:off x="3407970" y="4033801"/>
            <a:ext cx="117660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000" dirty="0">
                <a:solidFill>
                  <a:srgbClr val="1D1D1A"/>
                </a:solidFill>
                <a:latin typeface="微软雅黑"/>
              </a:rPr>
              <a:t>文本</a:t>
            </a:r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9</a:t>
            </a:r>
            <a:r>
              <a:rPr kumimoji="1" lang="zh-CN" altLang="en-US" sz="1000" dirty="0">
                <a:solidFill>
                  <a:srgbClr val="1D1D1A"/>
                </a:solidFill>
                <a:latin typeface="微软雅黑"/>
              </a:rPr>
              <a:t>号字文本</a:t>
            </a:r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9</a:t>
            </a:r>
            <a:r>
              <a:rPr kumimoji="1" lang="zh-CN" altLang="en-US" sz="1000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EB8542-E9E9-125B-ACCD-F5CC4502E48C}"/>
              </a:ext>
            </a:extLst>
          </p:cNvPr>
          <p:cNvSpPr txBox="1"/>
          <p:nvPr/>
        </p:nvSpPr>
        <p:spPr>
          <a:xfrm>
            <a:off x="3407970" y="4692620"/>
            <a:ext cx="52899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900" dirty="0">
                <a:solidFill>
                  <a:srgbClr val="1D1D1A"/>
                </a:solidFill>
                <a:latin typeface="微软雅黑"/>
              </a:rPr>
              <a:t>标题</a:t>
            </a:r>
            <a:r>
              <a:rPr kumimoji="1" lang="en-US" altLang="zh-CN" sz="900" dirty="0">
                <a:solidFill>
                  <a:srgbClr val="1D1D1A"/>
                </a:solidFill>
                <a:latin typeface="微软雅黑"/>
              </a:rPr>
              <a:t>9</a:t>
            </a:r>
            <a:r>
              <a:rPr kumimoji="1" lang="zh-CN" altLang="en-US" sz="900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CEA690B-3920-7757-4F08-A29C4C4637B2}"/>
              </a:ext>
            </a:extLst>
          </p:cNvPr>
          <p:cNvSpPr txBox="1"/>
          <p:nvPr/>
        </p:nvSpPr>
        <p:spPr>
          <a:xfrm>
            <a:off x="3407970" y="4992391"/>
            <a:ext cx="9425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800" dirty="0">
                <a:solidFill>
                  <a:srgbClr val="1D1D1A"/>
                </a:solidFill>
                <a:latin typeface="微软雅黑"/>
              </a:rPr>
              <a:t>文本</a:t>
            </a:r>
            <a:r>
              <a:rPr kumimoji="1" lang="en-US" altLang="zh-CN" sz="800" dirty="0">
                <a:solidFill>
                  <a:srgbClr val="1D1D1A"/>
                </a:solidFill>
                <a:latin typeface="微软雅黑"/>
              </a:rPr>
              <a:t>8</a:t>
            </a:r>
            <a:r>
              <a:rPr kumimoji="1" lang="zh-CN" altLang="en-US" sz="800" dirty="0">
                <a:solidFill>
                  <a:srgbClr val="1D1D1A"/>
                </a:solidFill>
                <a:latin typeface="微软雅黑"/>
              </a:rPr>
              <a:t>号字文本</a:t>
            </a:r>
            <a:r>
              <a:rPr kumimoji="1" lang="en-US" altLang="zh-CN" sz="800" dirty="0">
                <a:solidFill>
                  <a:srgbClr val="1D1D1A"/>
                </a:solidFill>
                <a:latin typeface="微软雅黑"/>
              </a:rPr>
              <a:t>8</a:t>
            </a:r>
            <a:r>
              <a:rPr kumimoji="1" lang="zh-CN" altLang="en-US" sz="800" dirty="0">
                <a:solidFill>
                  <a:srgbClr val="1D1D1A"/>
                </a:solidFill>
                <a:latin typeface="微软雅黑"/>
              </a:rPr>
              <a:t>号字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5DB8AC1-96F0-F283-19DF-F05FB99973DF}"/>
              </a:ext>
            </a:extLst>
          </p:cNvPr>
          <p:cNvSpPr txBox="1"/>
          <p:nvPr/>
        </p:nvSpPr>
        <p:spPr>
          <a:xfrm>
            <a:off x="3407970" y="5642104"/>
            <a:ext cx="129202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800" dirty="0">
                <a:solidFill>
                  <a:srgbClr val="1D1D1A"/>
                </a:solidFill>
                <a:latin typeface="微软雅黑"/>
              </a:rPr>
              <a:t>标签、注释，常用最小字</a:t>
            </a:r>
            <a:r>
              <a:rPr kumimoji="1" lang="en-US" altLang="zh-CN" sz="800" dirty="0">
                <a:solidFill>
                  <a:srgbClr val="1D1D1A"/>
                </a:solidFill>
                <a:latin typeface="微软雅黑"/>
              </a:rPr>
              <a:t>8</a:t>
            </a:r>
            <a:r>
              <a:rPr kumimoji="1" lang="zh-CN" altLang="en-US" sz="800" dirty="0">
                <a:solidFill>
                  <a:srgbClr val="1D1D1A"/>
                </a:solidFill>
                <a:latin typeface="微软雅黑"/>
              </a:rPr>
              <a:t>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459FBA9-3F3C-C5A7-9799-15C39D329A5F}"/>
              </a:ext>
            </a:extLst>
          </p:cNvPr>
          <p:cNvSpPr txBox="1"/>
          <p:nvPr/>
        </p:nvSpPr>
        <p:spPr>
          <a:xfrm>
            <a:off x="3407970" y="5878338"/>
            <a:ext cx="166071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600" dirty="0">
                <a:solidFill>
                  <a:srgbClr val="1D1D1A"/>
                </a:solidFill>
                <a:latin typeface="微软雅黑"/>
              </a:rPr>
              <a:t>标签、注释、非重点内容，允许使用最小字为</a:t>
            </a:r>
            <a:r>
              <a:rPr kumimoji="1" lang="en-US" altLang="zh-CN" sz="600" dirty="0">
                <a:solidFill>
                  <a:srgbClr val="1D1D1A"/>
                </a:solidFill>
                <a:latin typeface="微软雅黑"/>
              </a:rPr>
              <a:t>6</a:t>
            </a:r>
            <a:r>
              <a:rPr kumimoji="1" lang="zh-CN" altLang="en-US" sz="600" dirty="0">
                <a:solidFill>
                  <a:srgbClr val="1D1D1A"/>
                </a:solidFill>
                <a:latin typeface="微软雅黑"/>
              </a:rPr>
              <a:t>号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883DA84-BD32-957D-1025-FCB8FDDB56B5}"/>
              </a:ext>
            </a:extLst>
          </p:cNvPr>
          <p:cNvSpPr txBox="1"/>
          <p:nvPr/>
        </p:nvSpPr>
        <p:spPr>
          <a:xfrm>
            <a:off x="538902" y="5618635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400" b="1" dirty="0">
                <a:solidFill>
                  <a:srgbClr val="C00000"/>
                </a:solidFill>
                <a:latin typeface="微软雅黑"/>
              </a:rPr>
              <a:t>红色强调字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5BB4253-7370-AF5B-E3CF-523E374159EA}"/>
              </a:ext>
            </a:extLst>
          </p:cNvPr>
          <p:cNvSpPr txBox="1"/>
          <p:nvPr/>
        </p:nvSpPr>
        <p:spPr>
          <a:xfrm>
            <a:off x="1923544" y="5618635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400" b="1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</a:rPr>
              <a:t>灰色弱化字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1E1F5E6-ACD4-2177-A103-944E30F18283}"/>
              </a:ext>
            </a:extLst>
          </p:cNvPr>
          <p:cNvSpPr txBox="1"/>
          <p:nvPr/>
        </p:nvSpPr>
        <p:spPr>
          <a:xfrm>
            <a:off x="538902" y="5983205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200" dirty="0">
                <a:solidFill>
                  <a:srgbClr val="C00000"/>
                </a:solidFill>
                <a:latin typeface="微软雅黑"/>
              </a:rPr>
              <a:t>红色强调字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BB8AE48-9575-5A69-CBFB-2827F34A8B0B}"/>
              </a:ext>
            </a:extLst>
          </p:cNvPr>
          <p:cNvSpPr txBox="1"/>
          <p:nvPr/>
        </p:nvSpPr>
        <p:spPr>
          <a:xfrm>
            <a:off x="1923544" y="5983205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12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</a:rPr>
              <a:t>灰色弱化字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7571D81-91F4-39C7-DC85-215629D52F48}"/>
              </a:ext>
            </a:extLst>
          </p:cNvPr>
          <p:cNvSpPr/>
          <p:nvPr/>
        </p:nvSpPr>
        <p:spPr>
          <a:xfrm>
            <a:off x="520700" y="909987"/>
            <a:ext cx="2509772" cy="4524024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16000" tIns="288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文本字号：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常用卡片标题（一级标题）为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11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字号，内容文本为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10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号字；卡内标题（二级标题）为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10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号字，二级内容文本为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号字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常规文本：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通常使用黑色，强调字使用红色，极少数非重点内容和注释使用灰色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标题：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通常使用黑色，在红头卡片内通常为反白色，主要标题通常加粗处理；小标题不建议加粗处理。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红色：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常用来强调标题和文本，在文本中，使用红色强调内容时，一般不再加粗该内容。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加粗：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建议克制使用加粗效果，尤其在小标题和文本内容上，过多使用加粗效果，反而导致强调作用下降。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BB981768-3555-3EB9-14F9-9063F3F925BB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38" name="矩形 37">
              <a:hlinkClick r:id="rId3" action="ppaction://hlinksldjump"/>
              <a:extLst>
                <a:ext uri="{FF2B5EF4-FFF2-40B4-BE49-F238E27FC236}">
                  <a16:creationId xmlns:a16="http://schemas.microsoft.com/office/drawing/2014/main" id="{E449FE0B-1400-57C0-1923-549A4072FCE3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39" name="直接连接符 38">
              <a:hlinkClick r:id="rId3" action="ppaction://hlinksldjump"/>
              <a:extLst>
                <a:ext uri="{FF2B5EF4-FFF2-40B4-BE49-F238E27FC236}">
                  <a16:creationId xmlns:a16="http://schemas.microsoft.com/office/drawing/2014/main" id="{1C6AF84B-9DA8-DCCC-12A9-FA785D82A319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703ABD9D-3DD6-29A0-8D9B-23186A5354C7}"/>
              </a:ext>
            </a:extLst>
          </p:cNvPr>
          <p:cNvSpPr/>
          <p:nvPr/>
        </p:nvSpPr>
        <p:spPr>
          <a:xfrm>
            <a:off x="5708000" y="1124999"/>
            <a:ext cx="5976000" cy="504084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16000" tIns="252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默认段落行距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1.3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倍，特殊情况可调整至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1.5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和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2.0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倍，两端对齐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端前间距一般为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，端后间距一般为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12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，可根据实际内容量调整端后间距，常用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12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18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使用项目符号和编号一般使用默认样式。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结合卡片使用时，需调整边距，右侧提供了一些常用样式可直接复制使用。不使用项目符号和编号时，左右边距保持一致常用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0.4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0.6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0.8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厘米；使用项目符号和编号时，通常左边距少于右边距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0.2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厘米；灵活调整上边距从而调整内容在卡片中的位置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结合文本规范，内容较多时，大段文字不建议使用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11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号或更大的字号。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0F54E7-5267-6AF9-28B2-21163A4ACBDF}"/>
              </a:ext>
            </a:extLst>
          </p:cNvPr>
          <p:cNvSpPr/>
          <p:nvPr/>
        </p:nvSpPr>
        <p:spPr>
          <a:xfrm>
            <a:off x="5714795" y="909000"/>
            <a:ext cx="5969205" cy="216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段落样式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EFB3412-EA93-2BBB-7029-81CAEB37C9C7}"/>
              </a:ext>
            </a:extLst>
          </p:cNvPr>
          <p:cNvSpPr/>
          <p:nvPr/>
        </p:nvSpPr>
        <p:spPr>
          <a:xfrm>
            <a:off x="5924000" y="3954293"/>
            <a:ext cx="5544000" cy="1853659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16000" tIns="180000" rIns="216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默认段落行距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1.3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倍，特殊情况可调整至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1.5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和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2.0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倍，两端对齐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端前间距一般为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，端后间距一般为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12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，可根据实际内容量调整端后间距，常用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12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18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使用项目符号和编号一般使用默认样式。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结合卡片使用时，需调整边距，右侧提供了一些常用样式可直接复制使用。不使用项目符号和编号时，左右边距保持一致常用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0.4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0.6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、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0.8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厘米；使用项目符号和编号时，通常左边距少于右边距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0.2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厘米；灵活调整上边距从而调整内容在卡片中的位置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结合文本规范，内容较多时，大段文字不建议使用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11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号或更大的字号。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D5699AF-8BC1-6C8F-52FE-4ADE80AD1BA2}"/>
              </a:ext>
            </a:extLst>
          </p:cNvPr>
          <p:cNvSpPr txBox="1"/>
          <p:nvPr/>
        </p:nvSpPr>
        <p:spPr>
          <a:xfrm>
            <a:off x="8343340" y="3648107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78"/>
            <a:r>
              <a:rPr kumimoji="1" lang="zh-CN" altLang="en-US" sz="1100" b="1" dirty="0">
                <a:solidFill>
                  <a:srgbClr val="C00000"/>
                </a:solidFill>
                <a:latin typeface="微软雅黑"/>
              </a:rPr>
              <a:t>卡片内标题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C7940C9-6C04-E97A-99A8-4E9BDF5CEEBA}"/>
              </a:ext>
            </a:extLst>
          </p:cNvPr>
          <p:cNvSpPr txBox="1"/>
          <p:nvPr/>
        </p:nvSpPr>
        <p:spPr>
          <a:xfrm>
            <a:off x="5363689" y="953172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/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11</a:t>
            </a:r>
            <a:endParaRPr kumimoji="1" lang="zh-CN" altLang="en-US" sz="1000" dirty="0">
              <a:solidFill>
                <a:srgbClr val="1D1D1A"/>
              </a:solidFill>
              <a:latin typeface="微软雅黑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F61BD9D3-7471-2314-DB56-9EAA2989D6F7}"/>
              </a:ext>
            </a:extLst>
          </p:cNvPr>
          <p:cNvCxnSpPr/>
          <p:nvPr/>
        </p:nvCxnSpPr>
        <p:spPr>
          <a:xfrm>
            <a:off x="5581651" y="1030764"/>
            <a:ext cx="2556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3B072869-1139-1505-83BE-FCAEA65160F3}"/>
              </a:ext>
            </a:extLst>
          </p:cNvPr>
          <p:cNvSpPr txBox="1"/>
          <p:nvPr/>
        </p:nvSpPr>
        <p:spPr>
          <a:xfrm>
            <a:off x="5363689" y="1396009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/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10</a:t>
            </a:r>
            <a:endParaRPr kumimoji="1" lang="zh-CN" altLang="en-US" sz="1000" dirty="0">
              <a:solidFill>
                <a:srgbClr val="1D1D1A"/>
              </a:solidFill>
              <a:latin typeface="微软雅黑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492FD48-4C8D-3B92-3E1D-E71CC67E9694}"/>
              </a:ext>
            </a:extLst>
          </p:cNvPr>
          <p:cNvCxnSpPr/>
          <p:nvPr/>
        </p:nvCxnSpPr>
        <p:spPr>
          <a:xfrm>
            <a:off x="5581651" y="1472953"/>
            <a:ext cx="324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E9C557A9-CB07-2726-144A-3BC5A48E8A1E}"/>
              </a:ext>
            </a:extLst>
          </p:cNvPr>
          <p:cNvSpPr txBox="1"/>
          <p:nvPr/>
        </p:nvSpPr>
        <p:spPr>
          <a:xfrm>
            <a:off x="5363689" y="3655801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/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10</a:t>
            </a:r>
            <a:endParaRPr kumimoji="1" lang="zh-CN" altLang="en-US" sz="1000" dirty="0">
              <a:solidFill>
                <a:srgbClr val="1D1D1A"/>
              </a:solidFill>
              <a:latin typeface="微软雅黑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B63FA99F-8A9D-AEB7-BE45-2667FD2FF9E8}"/>
              </a:ext>
            </a:extLst>
          </p:cNvPr>
          <p:cNvCxnSpPr/>
          <p:nvPr/>
        </p:nvCxnSpPr>
        <p:spPr>
          <a:xfrm>
            <a:off x="5581651" y="3732745"/>
            <a:ext cx="2520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45926A89-A82A-6DF0-B8CE-ABAD2503C3AB}"/>
              </a:ext>
            </a:extLst>
          </p:cNvPr>
          <p:cNvSpPr txBox="1"/>
          <p:nvPr/>
        </p:nvSpPr>
        <p:spPr>
          <a:xfrm>
            <a:off x="9807289" y="5964230"/>
            <a:ext cx="166071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kumimoji="1" lang="zh-CN" altLang="en-US" sz="6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</a:rPr>
              <a:t>标签、注释、非重点内容，允许使用最小字为</a:t>
            </a:r>
            <a:r>
              <a:rPr kumimoji="1" lang="en-US" altLang="zh-CN" sz="6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</a:rPr>
              <a:t>6</a:t>
            </a:r>
            <a:r>
              <a:rPr kumimoji="1" lang="zh-CN" altLang="en-US" sz="6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</a:rPr>
              <a:t>号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FE5D825F-EA17-AC83-C81F-FF5C6AC7F510}"/>
              </a:ext>
            </a:extLst>
          </p:cNvPr>
          <p:cNvCxnSpPr/>
          <p:nvPr/>
        </p:nvCxnSpPr>
        <p:spPr>
          <a:xfrm>
            <a:off x="5708000" y="3516569"/>
            <a:ext cx="5976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D692B1BE-E2C0-7497-B5E3-42F70310FCF0}"/>
              </a:ext>
            </a:extLst>
          </p:cNvPr>
          <p:cNvSpPr txBox="1"/>
          <p:nvPr/>
        </p:nvSpPr>
        <p:spPr>
          <a:xfrm>
            <a:off x="5363689" y="4153675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/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9</a:t>
            </a:r>
            <a:endParaRPr kumimoji="1" lang="zh-CN" altLang="en-US" sz="1000" dirty="0">
              <a:solidFill>
                <a:srgbClr val="1D1D1A"/>
              </a:solidFill>
              <a:latin typeface="微软雅黑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A94180F7-44DB-C689-ABAB-6EAD7A8708F5}"/>
              </a:ext>
            </a:extLst>
          </p:cNvPr>
          <p:cNvCxnSpPr/>
          <p:nvPr/>
        </p:nvCxnSpPr>
        <p:spPr>
          <a:xfrm>
            <a:off x="5581651" y="4230619"/>
            <a:ext cx="540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9D85A408-EDDE-F515-4ABA-2631D45151A5}"/>
              </a:ext>
            </a:extLst>
          </p:cNvPr>
          <p:cNvSpPr txBox="1"/>
          <p:nvPr/>
        </p:nvSpPr>
        <p:spPr>
          <a:xfrm>
            <a:off x="5363689" y="5938011"/>
            <a:ext cx="21796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/>
            <a:r>
              <a:rPr kumimoji="1" lang="en-US" altLang="zh-CN" sz="1000" dirty="0">
                <a:solidFill>
                  <a:srgbClr val="1D1D1A"/>
                </a:solidFill>
                <a:latin typeface="微软雅黑"/>
              </a:rPr>
              <a:t>6</a:t>
            </a:r>
            <a:endParaRPr kumimoji="1" lang="zh-CN" altLang="en-US" sz="1000" dirty="0">
              <a:solidFill>
                <a:srgbClr val="1D1D1A"/>
              </a:solidFill>
              <a:latin typeface="微软雅黑"/>
            </a:endParaRP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94606440-43CC-4FC2-76DD-6621FD9B8A63}"/>
              </a:ext>
            </a:extLst>
          </p:cNvPr>
          <p:cNvCxnSpPr/>
          <p:nvPr/>
        </p:nvCxnSpPr>
        <p:spPr>
          <a:xfrm>
            <a:off x="5581651" y="6014955"/>
            <a:ext cx="4068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3AD69D4-BDB8-2C56-B93E-804AF5E59C7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84" name="矩形 83">
              <a:hlinkClick r:id="rId3" action="ppaction://hlinksldjump"/>
              <a:extLst>
                <a:ext uri="{FF2B5EF4-FFF2-40B4-BE49-F238E27FC236}">
                  <a16:creationId xmlns:a16="http://schemas.microsoft.com/office/drawing/2014/main" id="{58F90701-502A-A580-9744-F11390EC8667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85" name="直接连接符 84">
              <a:hlinkClick r:id="rId3" action="ppaction://hlinksldjump"/>
              <a:extLst>
                <a:ext uri="{FF2B5EF4-FFF2-40B4-BE49-F238E27FC236}">
                  <a16:creationId xmlns:a16="http://schemas.microsoft.com/office/drawing/2014/main" id="{5AD6B80C-507D-801E-5A88-66D85D30588D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657417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副标题 1">
            <a:extLst>
              <a:ext uri="{FF2B5EF4-FFF2-40B4-BE49-F238E27FC236}">
                <a16:creationId xmlns:a16="http://schemas.microsoft.com/office/drawing/2014/main" id="{9624A237-D647-C919-D1F8-71E5DF789E20}"/>
              </a:ext>
            </a:extLst>
          </p:cNvPr>
          <p:cNvSpPr txBox="1">
            <a:spLocks/>
          </p:cNvSpPr>
          <p:nvPr/>
        </p:nvSpPr>
        <p:spPr>
          <a:xfrm>
            <a:off x="518381" y="261000"/>
            <a:ext cx="11160000" cy="36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18779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DF4C1F3-6CDB-5B6C-1564-FB735E0C157C}"/>
              </a:ext>
            </a:extLst>
          </p:cNvPr>
          <p:cNvSpPr/>
          <p:nvPr/>
        </p:nvSpPr>
        <p:spPr>
          <a:xfrm>
            <a:off x="1418381" y="2184530"/>
            <a:ext cx="2467191" cy="864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6191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86" tIns="45692" rIns="91386" bIns="456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943">
              <a:defRPr/>
            </a:pPr>
            <a:endParaRPr lang="zh-CN" altLang="en-US" sz="1400" b="1" kern="0">
              <a:solidFill>
                <a:srgbClr val="666666"/>
              </a:solidFill>
              <a:latin typeface="微软雅黑"/>
              <a:cs typeface="+mn-ea"/>
              <a:sym typeface="+mn-lt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D54D8A8-F4B2-2C67-20C3-B13415F7E1BA}"/>
              </a:ext>
            </a:extLst>
          </p:cNvPr>
          <p:cNvSpPr/>
          <p:nvPr/>
        </p:nvSpPr>
        <p:spPr>
          <a:xfrm>
            <a:off x="4864785" y="2184532"/>
            <a:ext cx="2467191" cy="864000"/>
          </a:xfrm>
          <a:prstGeom prst="rect">
            <a:avLst/>
          </a:prstGeom>
          <a:solidFill>
            <a:srgbClr val="666666">
              <a:lumMod val="20000"/>
              <a:lumOff val="80000"/>
            </a:srgbClr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86" tIns="45692" rIns="91386" bIns="456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666666">
                  <a:lumMod val="75000"/>
                </a:srgbClr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F65588A-968C-82F0-6077-D5FEBE776B85}"/>
              </a:ext>
            </a:extLst>
          </p:cNvPr>
          <p:cNvSpPr/>
          <p:nvPr/>
        </p:nvSpPr>
        <p:spPr>
          <a:xfrm>
            <a:off x="8311190" y="2184530"/>
            <a:ext cx="2467191" cy="864000"/>
          </a:xfrm>
          <a:prstGeom prst="rect">
            <a:avLst/>
          </a:prstGeom>
          <a:solidFill>
            <a:srgbClr val="666666">
              <a:lumMod val="20000"/>
              <a:lumOff val="80000"/>
            </a:srgbClr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86" tIns="45692" rIns="91386" bIns="4569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94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666666">
                  <a:lumMod val="75000"/>
                </a:srgbClr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B08C687-2A08-73D9-1124-6E91C6065FF4}"/>
              </a:ext>
            </a:extLst>
          </p:cNvPr>
          <p:cNvSpPr txBox="1"/>
          <p:nvPr/>
        </p:nvSpPr>
        <p:spPr>
          <a:xfrm>
            <a:off x="1547591" y="2282779"/>
            <a:ext cx="44242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21"/>
            <a:r>
              <a:rPr lang="en-US" altLang="zh-CN" sz="2800" b="1" dirty="0">
                <a:solidFill>
                  <a:srgbClr val="FFFFFF"/>
                </a:solidFill>
                <a:latin typeface="微软雅黑"/>
                <a:cs typeface="Arial" panose="020B0604020202020204" pitchFamily="34" charset="0"/>
                <a:sym typeface="+mn-lt"/>
              </a:rPr>
              <a:t>01</a:t>
            </a:r>
            <a:endParaRPr lang="zh-CN" altLang="en-US" sz="2800" b="1" dirty="0">
              <a:solidFill>
                <a:srgbClr val="FFFFFF"/>
              </a:solidFill>
              <a:latin typeface="微软雅黑"/>
              <a:cs typeface="Arial" panose="020B0604020202020204" pitchFamily="34" charset="0"/>
              <a:sym typeface="+mn-lt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0883E91-4761-9E0F-FF48-1C89D228A87A}"/>
              </a:ext>
            </a:extLst>
          </p:cNvPr>
          <p:cNvSpPr txBox="1"/>
          <p:nvPr/>
        </p:nvSpPr>
        <p:spPr>
          <a:xfrm>
            <a:off x="2142044" y="2402542"/>
            <a:ext cx="1570031" cy="5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021">
              <a:lnSpc>
                <a:spcPct val="125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微软雅黑"/>
                <a:cs typeface="+mn-ea"/>
                <a:sym typeface="+mn-lt"/>
              </a:rPr>
              <a:t>PPT</a:t>
            </a:r>
            <a:r>
              <a:rPr lang="zh-CN" altLang="en-US" sz="1400" b="1" dirty="0">
                <a:solidFill>
                  <a:srgbClr val="FFFFFF"/>
                </a:solidFill>
                <a:latin typeface="微软雅黑"/>
                <a:cs typeface="+mn-ea"/>
                <a:sym typeface="+mn-lt"/>
              </a:rPr>
              <a:t>写作基础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BD3B1E7-D2F8-BBED-717C-4C1202BCE888}"/>
              </a:ext>
            </a:extLst>
          </p:cNvPr>
          <p:cNvSpPr txBox="1"/>
          <p:nvPr/>
        </p:nvSpPr>
        <p:spPr>
          <a:xfrm>
            <a:off x="1438162" y="3269818"/>
            <a:ext cx="2317664" cy="11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写在前面：我司</a:t>
            </a:r>
            <a:r>
              <a:rPr lang="en-US" altLang="zh-CN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PPT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潜规则</a:t>
            </a:r>
            <a:endParaRPr lang="en-US" altLang="zh-CN" sz="1200" dirty="0">
              <a:solidFill>
                <a:srgbClr val="1D1D1A"/>
              </a:solidFill>
              <a:latin typeface="微软雅黑"/>
              <a:cs typeface="+mn-ea"/>
              <a:sym typeface="+mn-lt"/>
            </a:endParaRP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如何搭好</a:t>
            </a:r>
            <a:r>
              <a:rPr lang="en-US" altLang="zh-CN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PPT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骨架 </a:t>
            </a:r>
            <a:r>
              <a:rPr lang="en-US" altLang="zh-CN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– 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逻辑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如何组织</a:t>
            </a:r>
            <a:r>
              <a:rPr lang="en-US" altLang="zh-CN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PPT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内在 </a:t>
            </a:r>
            <a:r>
              <a:rPr lang="en-US" altLang="zh-CN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– 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内容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59F6233-41F1-DE46-9877-BA14C90309CA}"/>
              </a:ext>
            </a:extLst>
          </p:cNvPr>
          <p:cNvSpPr txBox="1"/>
          <p:nvPr/>
        </p:nvSpPr>
        <p:spPr>
          <a:xfrm>
            <a:off x="4853446" y="3269818"/>
            <a:ext cx="2317664" cy="15561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+mn-ea"/>
                <a:sym typeface="+mn-lt"/>
              </a:rPr>
              <a:t>文本与段落样式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+mn-ea"/>
                <a:sym typeface="+mn-lt"/>
              </a:rPr>
              <a:t>常用组件样式汇总</a:t>
            </a: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+mn-ea"/>
                <a:sym typeface="+mn-lt"/>
              </a:rPr>
              <a:t>建议配色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757CEEC8-8557-2547-78B0-2314DC80A1E9}"/>
              </a:ext>
            </a:extLst>
          </p:cNvPr>
          <p:cNvGrpSpPr/>
          <p:nvPr/>
        </p:nvGrpSpPr>
        <p:grpSpPr>
          <a:xfrm>
            <a:off x="4375178" y="2184530"/>
            <a:ext cx="3446404" cy="3771770"/>
            <a:chOff x="4375178" y="2184530"/>
            <a:chExt cx="3446404" cy="2173498"/>
          </a:xfrm>
        </p:grpSpPr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7A443521-B86E-E115-6BF4-3EC8B93FE3E2}"/>
                </a:ext>
              </a:extLst>
            </p:cNvPr>
            <p:cNvCxnSpPr>
              <a:cxnSpLocks/>
            </p:cNvCxnSpPr>
            <p:nvPr/>
          </p:nvCxnSpPr>
          <p:spPr>
            <a:xfrm>
              <a:off x="4375178" y="2198028"/>
              <a:ext cx="0" cy="2160000"/>
            </a:xfrm>
            <a:prstGeom prst="line">
              <a:avLst/>
            </a:prstGeom>
            <a:noFill/>
            <a:ln w="6350" cap="flat" cmpd="sng" algn="ctr">
              <a:solidFill>
                <a:srgbClr val="1D1D1A">
                  <a:lumMod val="25000"/>
                  <a:lumOff val="7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2CDDBE4-70AD-7F42-F32F-B4D515BA2AAA}"/>
                </a:ext>
              </a:extLst>
            </p:cNvPr>
            <p:cNvCxnSpPr>
              <a:cxnSpLocks/>
            </p:cNvCxnSpPr>
            <p:nvPr/>
          </p:nvCxnSpPr>
          <p:spPr>
            <a:xfrm>
              <a:off x="7821582" y="2184530"/>
              <a:ext cx="0" cy="2160000"/>
            </a:xfrm>
            <a:prstGeom prst="line">
              <a:avLst/>
            </a:prstGeom>
            <a:noFill/>
            <a:ln w="6350" cap="flat" cmpd="sng" algn="ctr">
              <a:solidFill>
                <a:srgbClr val="1D1D1A">
                  <a:lumMod val="25000"/>
                  <a:lumOff val="75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FA368D1F-2E57-09F8-71D1-94E4AC64DEB3}"/>
              </a:ext>
            </a:extLst>
          </p:cNvPr>
          <p:cNvSpPr txBox="1"/>
          <p:nvPr/>
        </p:nvSpPr>
        <p:spPr>
          <a:xfrm>
            <a:off x="5007630" y="2282779"/>
            <a:ext cx="44242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21"/>
            <a:r>
              <a:rPr lang="en-US" altLang="zh-CN" sz="2800" b="1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Arial" panose="020B0604020202020204" pitchFamily="34" charset="0"/>
                <a:sym typeface="+mn-lt"/>
              </a:rPr>
              <a:t>02</a:t>
            </a:r>
            <a:endParaRPr lang="zh-CN" altLang="en-US" sz="2800" b="1" dirty="0">
              <a:solidFill>
                <a:srgbClr val="666666">
                  <a:lumMod val="60000"/>
                  <a:lumOff val="40000"/>
                </a:srgbClr>
              </a:solidFill>
              <a:latin typeface="微软雅黑"/>
              <a:cs typeface="Arial" panose="020B0604020202020204" pitchFamily="34" charset="0"/>
              <a:sym typeface="+mn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19778E7-86E1-C3CF-B770-FFF32ED1C01C}"/>
              </a:ext>
            </a:extLst>
          </p:cNvPr>
          <p:cNvSpPr txBox="1"/>
          <p:nvPr/>
        </p:nvSpPr>
        <p:spPr>
          <a:xfrm>
            <a:off x="5601080" y="2402542"/>
            <a:ext cx="1570031" cy="5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021">
              <a:lnSpc>
                <a:spcPct val="125000"/>
              </a:lnSpc>
            </a:pPr>
            <a:r>
              <a:rPr lang="zh-CN" altLang="en-US" sz="1400" b="1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+mn-ea"/>
                <a:sym typeface="+mn-lt"/>
              </a:rPr>
              <a:t>排版规范与布局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D3F8069-BD18-FD84-B478-FF17F885C8DB}"/>
              </a:ext>
            </a:extLst>
          </p:cNvPr>
          <p:cNvSpPr txBox="1"/>
          <p:nvPr/>
        </p:nvSpPr>
        <p:spPr>
          <a:xfrm>
            <a:off x="8442406" y="2282779"/>
            <a:ext cx="44242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21"/>
            <a:r>
              <a:rPr lang="en-US" altLang="zh-CN" sz="2800" b="1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Arial" panose="020B0604020202020204" pitchFamily="34" charset="0"/>
                <a:sym typeface="+mn-lt"/>
              </a:rPr>
              <a:t>03</a:t>
            </a:r>
            <a:endParaRPr lang="zh-CN" altLang="en-US" sz="2800" b="1" dirty="0">
              <a:solidFill>
                <a:srgbClr val="666666">
                  <a:lumMod val="60000"/>
                  <a:lumOff val="40000"/>
                </a:srgbClr>
              </a:solidFill>
              <a:latin typeface="微软雅黑"/>
              <a:cs typeface="Arial" panose="020B0604020202020204" pitchFamily="34" charset="0"/>
              <a:sym typeface="+mn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AC5393A-7C02-BF89-E80A-260B6D17F154}"/>
              </a:ext>
            </a:extLst>
          </p:cNvPr>
          <p:cNvSpPr txBox="1"/>
          <p:nvPr/>
        </p:nvSpPr>
        <p:spPr>
          <a:xfrm>
            <a:off x="9034853" y="2402542"/>
            <a:ext cx="1570031" cy="5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914021">
              <a:lnSpc>
                <a:spcPct val="125000"/>
              </a:lnSpc>
            </a:pPr>
            <a:r>
              <a:rPr lang="zh-CN" altLang="en-US" sz="1400" b="1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+mn-ea"/>
                <a:sym typeface="+mn-lt"/>
              </a:rPr>
              <a:t>常见页面类型参考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E120D69C-F2FA-88F5-9EED-DF7E911C22C1}"/>
              </a:ext>
            </a:extLst>
          </p:cNvPr>
          <p:cNvSpPr txBox="1"/>
          <p:nvPr/>
        </p:nvSpPr>
        <p:spPr>
          <a:xfrm>
            <a:off x="8330971" y="3269818"/>
            <a:ext cx="2317664" cy="11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+mn-ea"/>
                <a:sym typeface="+mn-lt"/>
              </a:rPr>
              <a:t>图文页</a:t>
            </a:r>
            <a:endParaRPr lang="en-US" altLang="zh-CN" sz="1200" dirty="0">
              <a:solidFill>
                <a:srgbClr val="666666">
                  <a:lumMod val="60000"/>
                  <a:lumOff val="40000"/>
                </a:srgbClr>
              </a:solidFill>
              <a:latin typeface="微软雅黑"/>
              <a:cs typeface="+mn-ea"/>
              <a:sym typeface="+mn-lt"/>
            </a:endParaRP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+mn-ea"/>
                <a:sym typeface="+mn-lt"/>
              </a:rPr>
              <a:t>数据展示</a:t>
            </a:r>
            <a:endParaRPr lang="en-US" altLang="zh-CN" sz="1200" dirty="0">
              <a:solidFill>
                <a:srgbClr val="666666">
                  <a:lumMod val="60000"/>
                  <a:lumOff val="40000"/>
                </a:srgbClr>
              </a:solidFill>
              <a:latin typeface="微软雅黑"/>
              <a:cs typeface="+mn-ea"/>
              <a:sym typeface="+mn-lt"/>
            </a:endParaRPr>
          </a:p>
          <a:p>
            <a:pPr marL="285607" indent="-285607" defTabSz="914021">
              <a:lnSpc>
                <a:spcPct val="150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12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+mn-ea"/>
                <a:sym typeface="+mn-lt"/>
              </a:rPr>
              <a:t>图表页</a:t>
            </a:r>
            <a:endParaRPr lang="en-US" altLang="zh-CN" sz="1200" dirty="0">
              <a:solidFill>
                <a:srgbClr val="666666">
                  <a:lumMod val="60000"/>
                  <a:lumOff val="40000"/>
                </a:srgbClr>
              </a:solidFill>
              <a:latin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576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>
            <a:extLst>
              <a:ext uri="{FF2B5EF4-FFF2-40B4-BE49-F238E27FC236}">
                <a16:creationId xmlns:a16="http://schemas.microsoft.com/office/drawing/2014/main" id="{E3FB8477-78AA-60BE-2130-29AF96AB251F}"/>
              </a:ext>
            </a:extLst>
          </p:cNvPr>
          <p:cNvSpPr txBox="1">
            <a:spLocks/>
          </p:cNvSpPr>
          <p:nvPr/>
        </p:nvSpPr>
        <p:spPr>
          <a:xfrm>
            <a:off x="518381" y="261000"/>
            <a:ext cx="1116000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>
                <a:latin typeface="+mn-ea"/>
                <a:ea typeface="+mn-ea"/>
                <a:cs typeface="+mn-cs"/>
              </a:rPr>
              <a:t>常用组件样式汇总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D6E56723-8061-91FD-2091-4F8AAD1D9ED9}"/>
              </a:ext>
            </a:extLst>
          </p:cNvPr>
          <p:cNvSpPr/>
          <p:nvPr/>
        </p:nvSpPr>
        <p:spPr>
          <a:xfrm flipH="1">
            <a:off x="4408617" y="5603626"/>
            <a:ext cx="1048737" cy="559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47" y="12897"/>
                </a:moveTo>
                <a:lnTo>
                  <a:pt x="19319" y="12559"/>
                </a:lnTo>
                <a:lnTo>
                  <a:pt x="19276" y="12220"/>
                </a:lnTo>
                <a:lnTo>
                  <a:pt x="19227" y="11894"/>
                </a:lnTo>
                <a:lnTo>
                  <a:pt x="19115" y="11269"/>
                </a:lnTo>
                <a:lnTo>
                  <a:pt x="19045" y="10956"/>
                </a:lnTo>
                <a:lnTo>
                  <a:pt x="18968" y="10657"/>
                </a:lnTo>
                <a:lnTo>
                  <a:pt x="18883" y="10370"/>
                </a:lnTo>
                <a:lnTo>
                  <a:pt x="18792" y="10083"/>
                </a:lnTo>
                <a:lnTo>
                  <a:pt x="18694" y="9810"/>
                </a:lnTo>
                <a:lnTo>
                  <a:pt x="18483" y="9289"/>
                </a:lnTo>
                <a:lnTo>
                  <a:pt x="18371" y="9041"/>
                </a:lnTo>
                <a:lnTo>
                  <a:pt x="18245" y="8794"/>
                </a:lnTo>
                <a:lnTo>
                  <a:pt x="17992" y="8351"/>
                </a:lnTo>
                <a:lnTo>
                  <a:pt x="17851" y="8142"/>
                </a:lnTo>
                <a:lnTo>
                  <a:pt x="17571" y="7752"/>
                </a:lnTo>
                <a:lnTo>
                  <a:pt x="17262" y="7413"/>
                </a:lnTo>
                <a:lnTo>
                  <a:pt x="17107" y="7269"/>
                </a:lnTo>
                <a:lnTo>
                  <a:pt x="16939" y="7126"/>
                </a:lnTo>
                <a:lnTo>
                  <a:pt x="16777" y="6996"/>
                </a:lnTo>
                <a:lnTo>
                  <a:pt x="16609" y="6892"/>
                </a:lnTo>
                <a:lnTo>
                  <a:pt x="16433" y="6787"/>
                </a:lnTo>
                <a:lnTo>
                  <a:pt x="16258" y="6709"/>
                </a:lnTo>
                <a:lnTo>
                  <a:pt x="15893" y="6579"/>
                </a:lnTo>
                <a:lnTo>
                  <a:pt x="15710" y="6540"/>
                </a:lnTo>
                <a:lnTo>
                  <a:pt x="15331" y="6514"/>
                </a:lnTo>
                <a:lnTo>
                  <a:pt x="15100" y="6527"/>
                </a:lnTo>
                <a:lnTo>
                  <a:pt x="14868" y="6566"/>
                </a:lnTo>
                <a:lnTo>
                  <a:pt x="14784" y="6201"/>
                </a:lnTo>
                <a:lnTo>
                  <a:pt x="14685" y="5849"/>
                </a:lnTo>
                <a:lnTo>
                  <a:pt x="14587" y="5511"/>
                </a:lnTo>
                <a:lnTo>
                  <a:pt x="14482" y="5172"/>
                </a:lnTo>
                <a:lnTo>
                  <a:pt x="14370" y="4846"/>
                </a:lnTo>
                <a:lnTo>
                  <a:pt x="14250" y="4521"/>
                </a:lnTo>
                <a:lnTo>
                  <a:pt x="14124" y="4208"/>
                </a:lnTo>
                <a:lnTo>
                  <a:pt x="13998" y="3908"/>
                </a:lnTo>
                <a:lnTo>
                  <a:pt x="13857" y="3609"/>
                </a:lnTo>
                <a:lnTo>
                  <a:pt x="13717" y="3335"/>
                </a:lnTo>
                <a:lnTo>
                  <a:pt x="13569" y="3062"/>
                </a:lnTo>
                <a:lnTo>
                  <a:pt x="13415" y="2788"/>
                </a:lnTo>
                <a:lnTo>
                  <a:pt x="13260" y="2540"/>
                </a:lnTo>
                <a:lnTo>
                  <a:pt x="13099" y="2293"/>
                </a:lnTo>
                <a:lnTo>
                  <a:pt x="12931" y="2058"/>
                </a:lnTo>
                <a:lnTo>
                  <a:pt x="12762" y="1837"/>
                </a:lnTo>
                <a:lnTo>
                  <a:pt x="12587" y="1615"/>
                </a:lnTo>
                <a:lnTo>
                  <a:pt x="12404" y="1420"/>
                </a:lnTo>
                <a:lnTo>
                  <a:pt x="12222" y="1238"/>
                </a:lnTo>
                <a:lnTo>
                  <a:pt x="12032" y="1055"/>
                </a:lnTo>
                <a:lnTo>
                  <a:pt x="11639" y="743"/>
                </a:lnTo>
                <a:lnTo>
                  <a:pt x="11442" y="599"/>
                </a:lnTo>
                <a:lnTo>
                  <a:pt x="11035" y="365"/>
                </a:lnTo>
                <a:lnTo>
                  <a:pt x="10825" y="274"/>
                </a:lnTo>
                <a:lnTo>
                  <a:pt x="10614" y="195"/>
                </a:lnTo>
                <a:lnTo>
                  <a:pt x="10396" y="117"/>
                </a:lnTo>
                <a:lnTo>
                  <a:pt x="10179" y="65"/>
                </a:lnTo>
                <a:lnTo>
                  <a:pt x="9961" y="26"/>
                </a:lnTo>
                <a:lnTo>
                  <a:pt x="9736" y="0"/>
                </a:lnTo>
                <a:lnTo>
                  <a:pt x="9512" y="0"/>
                </a:lnTo>
                <a:lnTo>
                  <a:pt x="9231" y="13"/>
                </a:lnTo>
                <a:lnTo>
                  <a:pt x="8950" y="52"/>
                </a:lnTo>
                <a:lnTo>
                  <a:pt x="8677" y="104"/>
                </a:lnTo>
                <a:lnTo>
                  <a:pt x="8403" y="195"/>
                </a:lnTo>
                <a:lnTo>
                  <a:pt x="8136" y="300"/>
                </a:lnTo>
                <a:lnTo>
                  <a:pt x="7869" y="430"/>
                </a:lnTo>
                <a:lnTo>
                  <a:pt x="7609" y="586"/>
                </a:lnTo>
                <a:lnTo>
                  <a:pt x="7357" y="756"/>
                </a:lnTo>
                <a:lnTo>
                  <a:pt x="7111" y="951"/>
                </a:lnTo>
                <a:lnTo>
                  <a:pt x="6872" y="1172"/>
                </a:lnTo>
                <a:lnTo>
                  <a:pt x="6641" y="1407"/>
                </a:lnTo>
                <a:lnTo>
                  <a:pt x="6409" y="1668"/>
                </a:lnTo>
                <a:lnTo>
                  <a:pt x="6191" y="1928"/>
                </a:lnTo>
                <a:lnTo>
                  <a:pt x="5974" y="2228"/>
                </a:lnTo>
                <a:lnTo>
                  <a:pt x="5770" y="2527"/>
                </a:lnTo>
                <a:lnTo>
                  <a:pt x="5567" y="2853"/>
                </a:lnTo>
                <a:lnTo>
                  <a:pt x="5377" y="3192"/>
                </a:lnTo>
                <a:lnTo>
                  <a:pt x="5195" y="3557"/>
                </a:lnTo>
                <a:lnTo>
                  <a:pt x="5026" y="3921"/>
                </a:lnTo>
                <a:lnTo>
                  <a:pt x="4865" y="4312"/>
                </a:lnTo>
                <a:lnTo>
                  <a:pt x="4703" y="4716"/>
                </a:lnTo>
                <a:lnTo>
                  <a:pt x="4563" y="5120"/>
                </a:lnTo>
                <a:lnTo>
                  <a:pt x="4430" y="5550"/>
                </a:lnTo>
                <a:lnTo>
                  <a:pt x="4303" y="5993"/>
                </a:lnTo>
                <a:lnTo>
                  <a:pt x="4191" y="6436"/>
                </a:lnTo>
                <a:lnTo>
                  <a:pt x="4086" y="6892"/>
                </a:lnTo>
                <a:lnTo>
                  <a:pt x="3994" y="7374"/>
                </a:lnTo>
                <a:lnTo>
                  <a:pt x="3917" y="7843"/>
                </a:lnTo>
                <a:lnTo>
                  <a:pt x="3847" y="8338"/>
                </a:lnTo>
                <a:lnTo>
                  <a:pt x="3791" y="8833"/>
                </a:lnTo>
                <a:lnTo>
                  <a:pt x="3749" y="9341"/>
                </a:lnTo>
                <a:lnTo>
                  <a:pt x="3713" y="9862"/>
                </a:lnTo>
                <a:lnTo>
                  <a:pt x="3587" y="9823"/>
                </a:lnTo>
                <a:lnTo>
                  <a:pt x="3320" y="9771"/>
                </a:lnTo>
                <a:lnTo>
                  <a:pt x="3187" y="9771"/>
                </a:lnTo>
                <a:lnTo>
                  <a:pt x="3019" y="9784"/>
                </a:lnTo>
                <a:lnTo>
                  <a:pt x="2857" y="9797"/>
                </a:lnTo>
                <a:lnTo>
                  <a:pt x="2703" y="9836"/>
                </a:lnTo>
                <a:lnTo>
                  <a:pt x="2541" y="9888"/>
                </a:lnTo>
                <a:lnTo>
                  <a:pt x="2387" y="9953"/>
                </a:lnTo>
                <a:lnTo>
                  <a:pt x="2239" y="10031"/>
                </a:lnTo>
                <a:lnTo>
                  <a:pt x="1944" y="10240"/>
                </a:lnTo>
                <a:lnTo>
                  <a:pt x="1804" y="10357"/>
                </a:lnTo>
                <a:lnTo>
                  <a:pt x="1664" y="10487"/>
                </a:lnTo>
                <a:lnTo>
                  <a:pt x="1530" y="10631"/>
                </a:lnTo>
                <a:lnTo>
                  <a:pt x="1278" y="10943"/>
                </a:lnTo>
                <a:lnTo>
                  <a:pt x="1039" y="11308"/>
                </a:lnTo>
                <a:lnTo>
                  <a:pt x="934" y="11503"/>
                </a:lnTo>
                <a:lnTo>
                  <a:pt x="723" y="11920"/>
                </a:lnTo>
                <a:lnTo>
                  <a:pt x="632" y="12142"/>
                </a:lnTo>
                <a:lnTo>
                  <a:pt x="541" y="12376"/>
                </a:lnTo>
                <a:lnTo>
                  <a:pt x="456" y="12624"/>
                </a:lnTo>
                <a:lnTo>
                  <a:pt x="316" y="13119"/>
                </a:lnTo>
                <a:lnTo>
                  <a:pt x="246" y="13379"/>
                </a:lnTo>
                <a:lnTo>
                  <a:pt x="190" y="13653"/>
                </a:lnTo>
                <a:lnTo>
                  <a:pt x="140" y="13927"/>
                </a:lnTo>
                <a:lnTo>
                  <a:pt x="98" y="14213"/>
                </a:lnTo>
                <a:lnTo>
                  <a:pt x="63" y="14487"/>
                </a:lnTo>
                <a:lnTo>
                  <a:pt x="35" y="14786"/>
                </a:lnTo>
                <a:lnTo>
                  <a:pt x="14" y="15086"/>
                </a:lnTo>
                <a:lnTo>
                  <a:pt x="0" y="15386"/>
                </a:lnTo>
                <a:lnTo>
                  <a:pt x="0" y="15985"/>
                </a:lnTo>
                <a:lnTo>
                  <a:pt x="14" y="16285"/>
                </a:lnTo>
                <a:lnTo>
                  <a:pt x="35" y="16584"/>
                </a:lnTo>
                <a:lnTo>
                  <a:pt x="63" y="16871"/>
                </a:lnTo>
                <a:lnTo>
                  <a:pt x="98" y="17158"/>
                </a:lnTo>
                <a:lnTo>
                  <a:pt x="140" y="17444"/>
                </a:lnTo>
                <a:lnTo>
                  <a:pt x="190" y="17718"/>
                </a:lnTo>
                <a:lnTo>
                  <a:pt x="246" y="17991"/>
                </a:lnTo>
                <a:lnTo>
                  <a:pt x="316" y="18252"/>
                </a:lnTo>
                <a:lnTo>
                  <a:pt x="456" y="18747"/>
                </a:lnTo>
                <a:lnTo>
                  <a:pt x="541" y="18994"/>
                </a:lnTo>
                <a:lnTo>
                  <a:pt x="632" y="19229"/>
                </a:lnTo>
                <a:lnTo>
                  <a:pt x="723" y="19450"/>
                </a:lnTo>
                <a:lnTo>
                  <a:pt x="934" y="19867"/>
                </a:lnTo>
                <a:lnTo>
                  <a:pt x="1039" y="20063"/>
                </a:lnTo>
                <a:lnTo>
                  <a:pt x="1278" y="20428"/>
                </a:lnTo>
                <a:lnTo>
                  <a:pt x="1530" y="20740"/>
                </a:lnTo>
                <a:lnTo>
                  <a:pt x="1664" y="20883"/>
                </a:lnTo>
                <a:lnTo>
                  <a:pt x="1804" y="21014"/>
                </a:lnTo>
                <a:lnTo>
                  <a:pt x="1944" y="21131"/>
                </a:lnTo>
                <a:lnTo>
                  <a:pt x="2239" y="21339"/>
                </a:lnTo>
                <a:lnTo>
                  <a:pt x="2387" y="21418"/>
                </a:lnTo>
                <a:lnTo>
                  <a:pt x="2541" y="21483"/>
                </a:lnTo>
                <a:lnTo>
                  <a:pt x="2703" y="21535"/>
                </a:lnTo>
                <a:lnTo>
                  <a:pt x="2857" y="21574"/>
                </a:lnTo>
                <a:lnTo>
                  <a:pt x="3019" y="21587"/>
                </a:lnTo>
                <a:lnTo>
                  <a:pt x="3187" y="21600"/>
                </a:lnTo>
                <a:lnTo>
                  <a:pt x="19375" y="21600"/>
                </a:lnTo>
                <a:lnTo>
                  <a:pt x="19613" y="21548"/>
                </a:lnTo>
                <a:lnTo>
                  <a:pt x="19726" y="21509"/>
                </a:lnTo>
                <a:lnTo>
                  <a:pt x="19950" y="21405"/>
                </a:lnTo>
                <a:lnTo>
                  <a:pt x="20063" y="21339"/>
                </a:lnTo>
                <a:lnTo>
                  <a:pt x="20168" y="21261"/>
                </a:lnTo>
                <a:lnTo>
                  <a:pt x="20273" y="21170"/>
                </a:lnTo>
                <a:lnTo>
                  <a:pt x="20372" y="21079"/>
                </a:lnTo>
                <a:lnTo>
                  <a:pt x="20470" y="20975"/>
                </a:lnTo>
                <a:lnTo>
                  <a:pt x="20568" y="20857"/>
                </a:lnTo>
                <a:lnTo>
                  <a:pt x="20659" y="20740"/>
                </a:lnTo>
                <a:lnTo>
                  <a:pt x="20744" y="20610"/>
                </a:lnTo>
                <a:lnTo>
                  <a:pt x="20912" y="20323"/>
                </a:lnTo>
                <a:lnTo>
                  <a:pt x="21066" y="20011"/>
                </a:lnTo>
                <a:lnTo>
                  <a:pt x="21137" y="19854"/>
                </a:lnTo>
                <a:lnTo>
                  <a:pt x="21200" y="19685"/>
                </a:lnTo>
                <a:lnTo>
                  <a:pt x="21263" y="19503"/>
                </a:lnTo>
                <a:lnTo>
                  <a:pt x="21319" y="19320"/>
                </a:lnTo>
                <a:lnTo>
                  <a:pt x="21368" y="19138"/>
                </a:lnTo>
                <a:lnTo>
                  <a:pt x="21417" y="18942"/>
                </a:lnTo>
                <a:lnTo>
                  <a:pt x="21460" y="18747"/>
                </a:lnTo>
                <a:lnTo>
                  <a:pt x="21530" y="18330"/>
                </a:lnTo>
                <a:lnTo>
                  <a:pt x="21551" y="18122"/>
                </a:lnTo>
                <a:lnTo>
                  <a:pt x="21572" y="17900"/>
                </a:lnTo>
                <a:lnTo>
                  <a:pt x="21586" y="17692"/>
                </a:lnTo>
                <a:lnTo>
                  <a:pt x="21600" y="17470"/>
                </a:lnTo>
                <a:lnTo>
                  <a:pt x="21600" y="17027"/>
                </a:lnTo>
                <a:lnTo>
                  <a:pt x="21586" y="16806"/>
                </a:lnTo>
                <a:lnTo>
                  <a:pt x="21558" y="16389"/>
                </a:lnTo>
                <a:lnTo>
                  <a:pt x="21502" y="15972"/>
                </a:lnTo>
                <a:lnTo>
                  <a:pt x="21467" y="15777"/>
                </a:lnTo>
                <a:lnTo>
                  <a:pt x="21425" y="15581"/>
                </a:lnTo>
                <a:lnTo>
                  <a:pt x="21382" y="15399"/>
                </a:lnTo>
                <a:lnTo>
                  <a:pt x="21333" y="15216"/>
                </a:lnTo>
                <a:lnTo>
                  <a:pt x="21277" y="15034"/>
                </a:lnTo>
                <a:lnTo>
                  <a:pt x="21221" y="14865"/>
                </a:lnTo>
                <a:lnTo>
                  <a:pt x="21158" y="14695"/>
                </a:lnTo>
                <a:lnTo>
                  <a:pt x="21088" y="14526"/>
                </a:lnTo>
                <a:lnTo>
                  <a:pt x="21017" y="14370"/>
                </a:lnTo>
                <a:lnTo>
                  <a:pt x="20947" y="14226"/>
                </a:lnTo>
                <a:lnTo>
                  <a:pt x="20870" y="14083"/>
                </a:lnTo>
                <a:lnTo>
                  <a:pt x="20786" y="13940"/>
                </a:lnTo>
                <a:lnTo>
                  <a:pt x="20701" y="13809"/>
                </a:lnTo>
                <a:lnTo>
                  <a:pt x="20519" y="13575"/>
                </a:lnTo>
                <a:lnTo>
                  <a:pt x="20428" y="13471"/>
                </a:lnTo>
                <a:lnTo>
                  <a:pt x="20231" y="13288"/>
                </a:lnTo>
                <a:lnTo>
                  <a:pt x="20126" y="13197"/>
                </a:lnTo>
                <a:lnTo>
                  <a:pt x="19915" y="13067"/>
                </a:lnTo>
                <a:lnTo>
                  <a:pt x="19803" y="13015"/>
                </a:lnTo>
                <a:lnTo>
                  <a:pt x="19698" y="12963"/>
                </a:lnTo>
                <a:lnTo>
                  <a:pt x="19578" y="12937"/>
                </a:lnTo>
                <a:lnTo>
                  <a:pt x="19466" y="12910"/>
                </a:lnTo>
                <a:lnTo>
                  <a:pt x="19347" y="12897"/>
                </a:lnTo>
                <a:close/>
              </a:path>
            </a:pathLst>
          </a:cu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7" tIns="45719" rIns="91437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7" name="右箭头 26">
            <a:extLst>
              <a:ext uri="{FF2B5EF4-FFF2-40B4-BE49-F238E27FC236}">
                <a16:creationId xmlns:a16="http://schemas.microsoft.com/office/drawing/2014/main" id="{56D1BD16-7402-5626-1861-906C1134AC8C}"/>
              </a:ext>
            </a:extLst>
          </p:cNvPr>
          <p:cNvSpPr/>
          <p:nvPr/>
        </p:nvSpPr>
        <p:spPr>
          <a:xfrm>
            <a:off x="3854701" y="3404786"/>
            <a:ext cx="3096000" cy="134408"/>
          </a:xfrm>
          <a:prstGeom prst="rightArrow">
            <a:avLst>
              <a:gd name="adj1" fmla="val 50991"/>
              <a:gd name="adj2" fmla="val 103311"/>
            </a:avLst>
          </a:prstGeom>
          <a:gradFill flip="none" rotWithShape="1">
            <a:gsLst>
              <a:gs pos="20000">
                <a:srgbClr val="C00000">
                  <a:alpha val="60000"/>
                </a:srgbClr>
              </a:gs>
              <a:gs pos="0">
                <a:srgbClr val="C00000">
                  <a:alpha val="0"/>
                </a:srgbClr>
              </a:gs>
              <a:gs pos="7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 cap="flat" cmpd="sng" algn="ctr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8" name="右箭头 27">
            <a:extLst>
              <a:ext uri="{FF2B5EF4-FFF2-40B4-BE49-F238E27FC236}">
                <a16:creationId xmlns:a16="http://schemas.microsoft.com/office/drawing/2014/main" id="{E231A5B4-9FCD-8026-9F49-5119BCF16808}"/>
              </a:ext>
            </a:extLst>
          </p:cNvPr>
          <p:cNvSpPr/>
          <p:nvPr/>
        </p:nvSpPr>
        <p:spPr>
          <a:xfrm>
            <a:off x="3854701" y="4063841"/>
            <a:ext cx="279980" cy="167717"/>
          </a:xfrm>
          <a:prstGeom prst="rightArrow">
            <a:avLst>
              <a:gd name="adj1" fmla="val 50991"/>
              <a:gd name="adj2" fmla="val 7496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 cap="flat" cmpd="sng" algn="ctr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9" name="右箭头 28">
            <a:extLst>
              <a:ext uri="{FF2B5EF4-FFF2-40B4-BE49-F238E27FC236}">
                <a16:creationId xmlns:a16="http://schemas.microsoft.com/office/drawing/2014/main" id="{240F92BF-D281-1151-3617-D9765F5EF6EE}"/>
              </a:ext>
            </a:extLst>
          </p:cNvPr>
          <p:cNvSpPr/>
          <p:nvPr/>
        </p:nvSpPr>
        <p:spPr>
          <a:xfrm>
            <a:off x="4362208" y="4063841"/>
            <a:ext cx="279980" cy="167717"/>
          </a:xfrm>
          <a:prstGeom prst="rightArrow">
            <a:avLst>
              <a:gd name="adj1" fmla="val 50991"/>
              <a:gd name="adj2" fmla="val 74964"/>
            </a:avLst>
          </a:prstGeom>
          <a:gradFill flip="none" rotWithShape="1">
            <a:gsLst>
              <a:gs pos="0">
                <a:srgbClr val="666666">
                  <a:lumMod val="60000"/>
                  <a:lumOff val="40000"/>
                  <a:alpha val="0"/>
                </a:srgbClr>
              </a:gs>
              <a:gs pos="80000">
                <a:srgbClr val="666666">
                  <a:lumMod val="60000"/>
                  <a:lumOff val="40000"/>
                  <a:alpha val="80000"/>
                </a:srgbClr>
              </a:gs>
            </a:gsLst>
            <a:lin ang="0" scaled="1"/>
            <a:tileRect/>
          </a:gradFill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  <a:alpha val="0"/>
                  </a:srgbClr>
                </a:gs>
                <a:gs pos="60000">
                  <a:srgbClr val="666666">
                    <a:lumMod val="60000"/>
                    <a:lumOff val="4000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0" name="左右箭头 29">
            <a:extLst>
              <a:ext uri="{FF2B5EF4-FFF2-40B4-BE49-F238E27FC236}">
                <a16:creationId xmlns:a16="http://schemas.microsoft.com/office/drawing/2014/main" id="{021D2F26-2E8B-2B74-46C2-E6CC4F288505}"/>
              </a:ext>
            </a:extLst>
          </p:cNvPr>
          <p:cNvSpPr/>
          <p:nvPr/>
        </p:nvSpPr>
        <p:spPr>
          <a:xfrm>
            <a:off x="3845955" y="4442487"/>
            <a:ext cx="3096000" cy="177253"/>
          </a:xfrm>
          <a:prstGeom prst="leftRightArrow">
            <a:avLst>
              <a:gd name="adj1" fmla="val 67908"/>
              <a:gd name="adj2" fmla="val 94943"/>
            </a:avLst>
          </a:prstGeom>
          <a:gradFill>
            <a:gsLst>
              <a:gs pos="30000">
                <a:srgbClr val="C00000"/>
              </a:gs>
              <a:gs pos="0">
                <a:srgbClr val="C00000">
                  <a:alpha val="30000"/>
                </a:srgbClr>
              </a:gs>
              <a:gs pos="70000">
                <a:srgbClr val="C00000"/>
              </a:gs>
              <a:gs pos="98000">
                <a:srgbClr val="C00000">
                  <a:alpha val="30000"/>
                </a:srgbClr>
              </a:gs>
            </a:gsLst>
            <a:lin ang="0" scaled="1"/>
          </a:gra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端到端的业务流程</a:t>
            </a:r>
          </a:p>
        </p:txBody>
      </p:sp>
      <p:sp>
        <p:nvSpPr>
          <p:cNvPr id="11" name="左右箭头 32">
            <a:extLst>
              <a:ext uri="{FF2B5EF4-FFF2-40B4-BE49-F238E27FC236}">
                <a16:creationId xmlns:a16="http://schemas.microsoft.com/office/drawing/2014/main" id="{D7E199EC-F147-AE9C-0CD0-22FA0C304A3B}"/>
              </a:ext>
            </a:extLst>
          </p:cNvPr>
          <p:cNvSpPr/>
          <p:nvPr/>
        </p:nvSpPr>
        <p:spPr>
          <a:xfrm>
            <a:off x="3854701" y="3640758"/>
            <a:ext cx="3096000" cy="134408"/>
          </a:xfrm>
          <a:prstGeom prst="leftRightArrow">
            <a:avLst>
              <a:gd name="adj1" fmla="val 50000"/>
              <a:gd name="adj2" fmla="val 103149"/>
            </a:avLst>
          </a:prstGeom>
          <a:gradFill flip="none" rotWithShape="1">
            <a:gsLst>
              <a:gs pos="30000">
                <a:srgbClr val="C00000">
                  <a:alpha val="60000"/>
                </a:srgbClr>
              </a:gs>
              <a:gs pos="0">
                <a:srgbClr val="C00000"/>
              </a:gs>
              <a:gs pos="70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 cap="flat" cmpd="sng" algn="ctr">
            <a:gradFill>
              <a:gsLst>
                <a:gs pos="0">
                  <a:srgbClr val="C00000"/>
                </a:gs>
                <a:gs pos="100000">
                  <a:srgbClr val="C00000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1A5905-0D07-78A9-7FBF-6F805E441023}"/>
              </a:ext>
            </a:extLst>
          </p:cNvPr>
          <p:cNvSpPr/>
          <p:nvPr/>
        </p:nvSpPr>
        <p:spPr>
          <a:xfrm>
            <a:off x="3869125" y="4883366"/>
            <a:ext cx="144000" cy="144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2E8FDF-605F-E68F-6839-6FB6A58ECFA5}"/>
              </a:ext>
            </a:extLst>
          </p:cNvPr>
          <p:cNvSpPr/>
          <p:nvPr/>
        </p:nvSpPr>
        <p:spPr>
          <a:xfrm>
            <a:off x="4356235" y="4883366"/>
            <a:ext cx="144000" cy="144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C0FD8B-3982-C7E4-003E-0706A3AE9228}"/>
              </a:ext>
            </a:extLst>
          </p:cNvPr>
          <p:cNvSpPr/>
          <p:nvPr/>
        </p:nvSpPr>
        <p:spPr>
          <a:xfrm>
            <a:off x="4843345" y="4883366"/>
            <a:ext cx="144000" cy="144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DCB9D9-7A42-5968-F95B-5A7A80C6DE88}"/>
              </a:ext>
            </a:extLst>
          </p:cNvPr>
          <p:cNvSpPr/>
          <p:nvPr/>
        </p:nvSpPr>
        <p:spPr>
          <a:xfrm>
            <a:off x="5330455" y="4883366"/>
            <a:ext cx="144000" cy="144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E04977-3BD6-76E0-8DEA-C58C00917B62}"/>
              </a:ext>
            </a:extLst>
          </p:cNvPr>
          <p:cNvSpPr/>
          <p:nvPr/>
        </p:nvSpPr>
        <p:spPr>
          <a:xfrm>
            <a:off x="5817565" y="4883366"/>
            <a:ext cx="144000" cy="144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4D089A-A0C9-6CA4-04FF-3F347885F1AC}"/>
              </a:ext>
            </a:extLst>
          </p:cNvPr>
          <p:cNvSpPr/>
          <p:nvPr/>
        </p:nvSpPr>
        <p:spPr>
          <a:xfrm>
            <a:off x="6304675" y="4883366"/>
            <a:ext cx="144000" cy="144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9EE8357D-AE1A-B780-EF5D-8FDB432ADEFC}"/>
              </a:ext>
            </a:extLst>
          </p:cNvPr>
          <p:cNvSpPr/>
          <p:nvPr/>
        </p:nvSpPr>
        <p:spPr>
          <a:xfrm flipH="1">
            <a:off x="3839686" y="5603626"/>
            <a:ext cx="1048737" cy="559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47" y="12897"/>
                </a:moveTo>
                <a:lnTo>
                  <a:pt x="19319" y="12559"/>
                </a:lnTo>
                <a:lnTo>
                  <a:pt x="19276" y="12220"/>
                </a:lnTo>
                <a:lnTo>
                  <a:pt x="19227" y="11894"/>
                </a:lnTo>
                <a:lnTo>
                  <a:pt x="19115" y="11269"/>
                </a:lnTo>
                <a:lnTo>
                  <a:pt x="19045" y="10956"/>
                </a:lnTo>
                <a:lnTo>
                  <a:pt x="18968" y="10657"/>
                </a:lnTo>
                <a:lnTo>
                  <a:pt x="18883" y="10370"/>
                </a:lnTo>
                <a:lnTo>
                  <a:pt x="18792" y="10083"/>
                </a:lnTo>
                <a:lnTo>
                  <a:pt x="18694" y="9810"/>
                </a:lnTo>
                <a:lnTo>
                  <a:pt x="18483" y="9289"/>
                </a:lnTo>
                <a:lnTo>
                  <a:pt x="18371" y="9041"/>
                </a:lnTo>
                <a:lnTo>
                  <a:pt x="18245" y="8794"/>
                </a:lnTo>
                <a:lnTo>
                  <a:pt x="17992" y="8351"/>
                </a:lnTo>
                <a:lnTo>
                  <a:pt x="17851" y="8142"/>
                </a:lnTo>
                <a:lnTo>
                  <a:pt x="17571" y="7752"/>
                </a:lnTo>
                <a:lnTo>
                  <a:pt x="17262" y="7413"/>
                </a:lnTo>
                <a:lnTo>
                  <a:pt x="17107" y="7269"/>
                </a:lnTo>
                <a:lnTo>
                  <a:pt x="16939" y="7126"/>
                </a:lnTo>
                <a:lnTo>
                  <a:pt x="16777" y="6996"/>
                </a:lnTo>
                <a:lnTo>
                  <a:pt x="16609" y="6892"/>
                </a:lnTo>
                <a:lnTo>
                  <a:pt x="16433" y="6787"/>
                </a:lnTo>
                <a:lnTo>
                  <a:pt x="16258" y="6709"/>
                </a:lnTo>
                <a:lnTo>
                  <a:pt x="15893" y="6579"/>
                </a:lnTo>
                <a:lnTo>
                  <a:pt x="15710" y="6540"/>
                </a:lnTo>
                <a:lnTo>
                  <a:pt x="15331" y="6514"/>
                </a:lnTo>
                <a:lnTo>
                  <a:pt x="15100" y="6527"/>
                </a:lnTo>
                <a:lnTo>
                  <a:pt x="14868" y="6566"/>
                </a:lnTo>
                <a:lnTo>
                  <a:pt x="14784" y="6201"/>
                </a:lnTo>
                <a:lnTo>
                  <a:pt x="14685" y="5849"/>
                </a:lnTo>
                <a:lnTo>
                  <a:pt x="14587" y="5511"/>
                </a:lnTo>
                <a:lnTo>
                  <a:pt x="14482" y="5172"/>
                </a:lnTo>
                <a:lnTo>
                  <a:pt x="14370" y="4846"/>
                </a:lnTo>
                <a:lnTo>
                  <a:pt x="14250" y="4521"/>
                </a:lnTo>
                <a:lnTo>
                  <a:pt x="14124" y="4208"/>
                </a:lnTo>
                <a:lnTo>
                  <a:pt x="13998" y="3908"/>
                </a:lnTo>
                <a:lnTo>
                  <a:pt x="13857" y="3609"/>
                </a:lnTo>
                <a:lnTo>
                  <a:pt x="13717" y="3335"/>
                </a:lnTo>
                <a:lnTo>
                  <a:pt x="13569" y="3062"/>
                </a:lnTo>
                <a:lnTo>
                  <a:pt x="13415" y="2788"/>
                </a:lnTo>
                <a:lnTo>
                  <a:pt x="13260" y="2540"/>
                </a:lnTo>
                <a:lnTo>
                  <a:pt x="13099" y="2293"/>
                </a:lnTo>
                <a:lnTo>
                  <a:pt x="12931" y="2058"/>
                </a:lnTo>
                <a:lnTo>
                  <a:pt x="12762" y="1837"/>
                </a:lnTo>
                <a:lnTo>
                  <a:pt x="12587" y="1615"/>
                </a:lnTo>
                <a:lnTo>
                  <a:pt x="12404" y="1420"/>
                </a:lnTo>
                <a:lnTo>
                  <a:pt x="12222" y="1238"/>
                </a:lnTo>
                <a:lnTo>
                  <a:pt x="12032" y="1055"/>
                </a:lnTo>
                <a:lnTo>
                  <a:pt x="11639" y="743"/>
                </a:lnTo>
                <a:lnTo>
                  <a:pt x="11442" y="599"/>
                </a:lnTo>
                <a:lnTo>
                  <a:pt x="11035" y="365"/>
                </a:lnTo>
                <a:lnTo>
                  <a:pt x="10825" y="274"/>
                </a:lnTo>
                <a:lnTo>
                  <a:pt x="10614" y="195"/>
                </a:lnTo>
                <a:lnTo>
                  <a:pt x="10396" y="117"/>
                </a:lnTo>
                <a:lnTo>
                  <a:pt x="10179" y="65"/>
                </a:lnTo>
                <a:lnTo>
                  <a:pt x="9961" y="26"/>
                </a:lnTo>
                <a:lnTo>
                  <a:pt x="9736" y="0"/>
                </a:lnTo>
                <a:lnTo>
                  <a:pt x="9512" y="0"/>
                </a:lnTo>
                <a:lnTo>
                  <a:pt x="9231" y="13"/>
                </a:lnTo>
                <a:lnTo>
                  <a:pt x="8950" y="52"/>
                </a:lnTo>
                <a:lnTo>
                  <a:pt x="8677" y="104"/>
                </a:lnTo>
                <a:lnTo>
                  <a:pt x="8403" y="195"/>
                </a:lnTo>
                <a:lnTo>
                  <a:pt x="8136" y="300"/>
                </a:lnTo>
                <a:lnTo>
                  <a:pt x="7869" y="430"/>
                </a:lnTo>
                <a:lnTo>
                  <a:pt x="7609" y="586"/>
                </a:lnTo>
                <a:lnTo>
                  <a:pt x="7357" y="756"/>
                </a:lnTo>
                <a:lnTo>
                  <a:pt x="7111" y="951"/>
                </a:lnTo>
                <a:lnTo>
                  <a:pt x="6872" y="1172"/>
                </a:lnTo>
                <a:lnTo>
                  <a:pt x="6641" y="1407"/>
                </a:lnTo>
                <a:lnTo>
                  <a:pt x="6409" y="1668"/>
                </a:lnTo>
                <a:lnTo>
                  <a:pt x="6191" y="1928"/>
                </a:lnTo>
                <a:lnTo>
                  <a:pt x="5974" y="2228"/>
                </a:lnTo>
                <a:lnTo>
                  <a:pt x="5770" y="2527"/>
                </a:lnTo>
                <a:lnTo>
                  <a:pt x="5567" y="2853"/>
                </a:lnTo>
                <a:lnTo>
                  <a:pt x="5377" y="3192"/>
                </a:lnTo>
                <a:lnTo>
                  <a:pt x="5195" y="3557"/>
                </a:lnTo>
                <a:lnTo>
                  <a:pt x="5026" y="3921"/>
                </a:lnTo>
                <a:lnTo>
                  <a:pt x="4865" y="4312"/>
                </a:lnTo>
                <a:lnTo>
                  <a:pt x="4703" y="4716"/>
                </a:lnTo>
                <a:lnTo>
                  <a:pt x="4563" y="5120"/>
                </a:lnTo>
                <a:lnTo>
                  <a:pt x="4430" y="5550"/>
                </a:lnTo>
                <a:lnTo>
                  <a:pt x="4303" y="5993"/>
                </a:lnTo>
                <a:lnTo>
                  <a:pt x="4191" y="6436"/>
                </a:lnTo>
                <a:lnTo>
                  <a:pt x="4086" y="6892"/>
                </a:lnTo>
                <a:lnTo>
                  <a:pt x="3994" y="7374"/>
                </a:lnTo>
                <a:lnTo>
                  <a:pt x="3917" y="7843"/>
                </a:lnTo>
                <a:lnTo>
                  <a:pt x="3847" y="8338"/>
                </a:lnTo>
                <a:lnTo>
                  <a:pt x="3791" y="8833"/>
                </a:lnTo>
                <a:lnTo>
                  <a:pt x="3749" y="9341"/>
                </a:lnTo>
                <a:lnTo>
                  <a:pt x="3713" y="9862"/>
                </a:lnTo>
                <a:lnTo>
                  <a:pt x="3587" y="9823"/>
                </a:lnTo>
                <a:lnTo>
                  <a:pt x="3320" y="9771"/>
                </a:lnTo>
                <a:lnTo>
                  <a:pt x="3187" y="9771"/>
                </a:lnTo>
                <a:lnTo>
                  <a:pt x="3019" y="9784"/>
                </a:lnTo>
                <a:lnTo>
                  <a:pt x="2857" y="9797"/>
                </a:lnTo>
                <a:lnTo>
                  <a:pt x="2703" y="9836"/>
                </a:lnTo>
                <a:lnTo>
                  <a:pt x="2541" y="9888"/>
                </a:lnTo>
                <a:lnTo>
                  <a:pt x="2387" y="9953"/>
                </a:lnTo>
                <a:lnTo>
                  <a:pt x="2239" y="10031"/>
                </a:lnTo>
                <a:lnTo>
                  <a:pt x="1944" y="10240"/>
                </a:lnTo>
                <a:lnTo>
                  <a:pt x="1804" y="10357"/>
                </a:lnTo>
                <a:lnTo>
                  <a:pt x="1664" y="10487"/>
                </a:lnTo>
                <a:lnTo>
                  <a:pt x="1530" y="10631"/>
                </a:lnTo>
                <a:lnTo>
                  <a:pt x="1278" y="10943"/>
                </a:lnTo>
                <a:lnTo>
                  <a:pt x="1039" y="11308"/>
                </a:lnTo>
                <a:lnTo>
                  <a:pt x="934" y="11503"/>
                </a:lnTo>
                <a:lnTo>
                  <a:pt x="723" y="11920"/>
                </a:lnTo>
                <a:lnTo>
                  <a:pt x="632" y="12142"/>
                </a:lnTo>
                <a:lnTo>
                  <a:pt x="541" y="12376"/>
                </a:lnTo>
                <a:lnTo>
                  <a:pt x="456" y="12624"/>
                </a:lnTo>
                <a:lnTo>
                  <a:pt x="316" y="13119"/>
                </a:lnTo>
                <a:lnTo>
                  <a:pt x="246" y="13379"/>
                </a:lnTo>
                <a:lnTo>
                  <a:pt x="190" y="13653"/>
                </a:lnTo>
                <a:lnTo>
                  <a:pt x="140" y="13927"/>
                </a:lnTo>
                <a:lnTo>
                  <a:pt x="98" y="14213"/>
                </a:lnTo>
                <a:lnTo>
                  <a:pt x="63" y="14487"/>
                </a:lnTo>
                <a:lnTo>
                  <a:pt x="35" y="14786"/>
                </a:lnTo>
                <a:lnTo>
                  <a:pt x="14" y="15086"/>
                </a:lnTo>
                <a:lnTo>
                  <a:pt x="0" y="15386"/>
                </a:lnTo>
                <a:lnTo>
                  <a:pt x="0" y="15985"/>
                </a:lnTo>
                <a:lnTo>
                  <a:pt x="14" y="16285"/>
                </a:lnTo>
                <a:lnTo>
                  <a:pt x="35" y="16584"/>
                </a:lnTo>
                <a:lnTo>
                  <a:pt x="63" y="16871"/>
                </a:lnTo>
                <a:lnTo>
                  <a:pt x="98" y="17158"/>
                </a:lnTo>
                <a:lnTo>
                  <a:pt x="140" y="17444"/>
                </a:lnTo>
                <a:lnTo>
                  <a:pt x="190" y="17718"/>
                </a:lnTo>
                <a:lnTo>
                  <a:pt x="246" y="17991"/>
                </a:lnTo>
                <a:lnTo>
                  <a:pt x="316" y="18252"/>
                </a:lnTo>
                <a:lnTo>
                  <a:pt x="456" y="18747"/>
                </a:lnTo>
                <a:lnTo>
                  <a:pt x="541" y="18994"/>
                </a:lnTo>
                <a:lnTo>
                  <a:pt x="632" y="19229"/>
                </a:lnTo>
                <a:lnTo>
                  <a:pt x="723" y="19450"/>
                </a:lnTo>
                <a:lnTo>
                  <a:pt x="934" y="19867"/>
                </a:lnTo>
                <a:lnTo>
                  <a:pt x="1039" y="20063"/>
                </a:lnTo>
                <a:lnTo>
                  <a:pt x="1278" y="20428"/>
                </a:lnTo>
                <a:lnTo>
                  <a:pt x="1530" y="20740"/>
                </a:lnTo>
                <a:lnTo>
                  <a:pt x="1664" y="20883"/>
                </a:lnTo>
                <a:lnTo>
                  <a:pt x="1804" y="21014"/>
                </a:lnTo>
                <a:lnTo>
                  <a:pt x="1944" y="21131"/>
                </a:lnTo>
                <a:lnTo>
                  <a:pt x="2239" y="21339"/>
                </a:lnTo>
                <a:lnTo>
                  <a:pt x="2387" y="21418"/>
                </a:lnTo>
                <a:lnTo>
                  <a:pt x="2541" y="21483"/>
                </a:lnTo>
                <a:lnTo>
                  <a:pt x="2703" y="21535"/>
                </a:lnTo>
                <a:lnTo>
                  <a:pt x="2857" y="21574"/>
                </a:lnTo>
                <a:lnTo>
                  <a:pt x="3019" y="21587"/>
                </a:lnTo>
                <a:lnTo>
                  <a:pt x="3187" y="21600"/>
                </a:lnTo>
                <a:lnTo>
                  <a:pt x="19375" y="21600"/>
                </a:lnTo>
                <a:lnTo>
                  <a:pt x="19613" y="21548"/>
                </a:lnTo>
                <a:lnTo>
                  <a:pt x="19726" y="21509"/>
                </a:lnTo>
                <a:lnTo>
                  <a:pt x="19950" y="21405"/>
                </a:lnTo>
                <a:lnTo>
                  <a:pt x="20063" y="21339"/>
                </a:lnTo>
                <a:lnTo>
                  <a:pt x="20168" y="21261"/>
                </a:lnTo>
                <a:lnTo>
                  <a:pt x="20273" y="21170"/>
                </a:lnTo>
                <a:lnTo>
                  <a:pt x="20372" y="21079"/>
                </a:lnTo>
                <a:lnTo>
                  <a:pt x="20470" y="20975"/>
                </a:lnTo>
                <a:lnTo>
                  <a:pt x="20568" y="20857"/>
                </a:lnTo>
                <a:lnTo>
                  <a:pt x="20659" y="20740"/>
                </a:lnTo>
                <a:lnTo>
                  <a:pt x="20744" y="20610"/>
                </a:lnTo>
                <a:lnTo>
                  <a:pt x="20912" y="20323"/>
                </a:lnTo>
                <a:lnTo>
                  <a:pt x="21066" y="20011"/>
                </a:lnTo>
                <a:lnTo>
                  <a:pt x="21137" y="19854"/>
                </a:lnTo>
                <a:lnTo>
                  <a:pt x="21200" y="19685"/>
                </a:lnTo>
                <a:lnTo>
                  <a:pt x="21263" y="19503"/>
                </a:lnTo>
                <a:lnTo>
                  <a:pt x="21319" y="19320"/>
                </a:lnTo>
                <a:lnTo>
                  <a:pt x="21368" y="19138"/>
                </a:lnTo>
                <a:lnTo>
                  <a:pt x="21417" y="18942"/>
                </a:lnTo>
                <a:lnTo>
                  <a:pt x="21460" y="18747"/>
                </a:lnTo>
                <a:lnTo>
                  <a:pt x="21530" y="18330"/>
                </a:lnTo>
                <a:lnTo>
                  <a:pt x="21551" y="18122"/>
                </a:lnTo>
                <a:lnTo>
                  <a:pt x="21572" y="17900"/>
                </a:lnTo>
                <a:lnTo>
                  <a:pt x="21586" y="17692"/>
                </a:lnTo>
                <a:lnTo>
                  <a:pt x="21600" y="17470"/>
                </a:lnTo>
                <a:lnTo>
                  <a:pt x="21600" y="17027"/>
                </a:lnTo>
                <a:lnTo>
                  <a:pt x="21586" y="16806"/>
                </a:lnTo>
                <a:lnTo>
                  <a:pt x="21558" y="16389"/>
                </a:lnTo>
                <a:lnTo>
                  <a:pt x="21502" y="15972"/>
                </a:lnTo>
                <a:lnTo>
                  <a:pt x="21467" y="15777"/>
                </a:lnTo>
                <a:lnTo>
                  <a:pt x="21425" y="15581"/>
                </a:lnTo>
                <a:lnTo>
                  <a:pt x="21382" y="15399"/>
                </a:lnTo>
                <a:lnTo>
                  <a:pt x="21333" y="15216"/>
                </a:lnTo>
                <a:lnTo>
                  <a:pt x="21277" y="15034"/>
                </a:lnTo>
                <a:lnTo>
                  <a:pt x="21221" y="14865"/>
                </a:lnTo>
                <a:lnTo>
                  <a:pt x="21158" y="14695"/>
                </a:lnTo>
                <a:lnTo>
                  <a:pt x="21088" y="14526"/>
                </a:lnTo>
                <a:lnTo>
                  <a:pt x="21017" y="14370"/>
                </a:lnTo>
                <a:lnTo>
                  <a:pt x="20947" y="14226"/>
                </a:lnTo>
                <a:lnTo>
                  <a:pt x="20870" y="14083"/>
                </a:lnTo>
                <a:lnTo>
                  <a:pt x="20786" y="13940"/>
                </a:lnTo>
                <a:lnTo>
                  <a:pt x="20701" y="13809"/>
                </a:lnTo>
                <a:lnTo>
                  <a:pt x="20519" y="13575"/>
                </a:lnTo>
                <a:lnTo>
                  <a:pt x="20428" y="13471"/>
                </a:lnTo>
                <a:lnTo>
                  <a:pt x="20231" y="13288"/>
                </a:lnTo>
                <a:lnTo>
                  <a:pt x="20126" y="13197"/>
                </a:lnTo>
                <a:lnTo>
                  <a:pt x="19915" y="13067"/>
                </a:lnTo>
                <a:lnTo>
                  <a:pt x="19803" y="13015"/>
                </a:lnTo>
                <a:lnTo>
                  <a:pt x="19698" y="12963"/>
                </a:lnTo>
                <a:lnTo>
                  <a:pt x="19578" y="12937"/>
                </a:lnTo>
                <a:lnTo>
                  <a:pt x="19466" y="12910"/>
                </a:lnTo>
                <a:lnTo>
                  <a:pt x="19347" y="12897"/>
                </a:lnTo>
                <a:close/>
              </a:path>
            </a:pathLst>
          </a:custGeom>
          <a:gradFill>
            <a:gsLst>
              <a:gs pos="0">
                <a:srgbClr val="FFE9E5"/>
              </a:gs>
              <a:gs pos="35000">
                <a:srgbClr val="FFFFFF"/>
              </a:gs>
            </a:gsLst>
            <a:lin ang="5400000" scaled="0"/>
          </a:gra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7" tIns="45719" rIns="91437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8705E2BB-8808-EE20-D59E-44A0052B962B}"/>
              </a:ext>
            </a:extLst>
          </p:cNvPr>
          <p:cNvSpPr/>
          <p:nvPr/>
        </p:nvSpPr>
        <p:spPr>
          <a:xfrm>
            <a:off x="5205893" y="5577395"/>
            <a:ext cx="1071512" cy="5857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13" h="20030" extrusionOk="0">
                <a:moveTo>
                  <a:pt x="17866" y="20018"/>
                </a:moveTo>
                <a:lnTo>
                  <a:pt x="2253" y="19811"/>
                </a:lnTo>
                <a:cubicBezTo>
                  <a:pt x="2253" y="19811"/>
                  <a:pt x="-382" y="18821"/>
                  <a:pt x="48" y="13929"/>
                </a:cubicBezTo>
                <a:cubicBezTo>
                  <a:pt x="534" y="8620"/>
                  <a:pt x="3156" y="8201"/>
                  <a:pt x="3156" y="8201"/>
                </a:cubicBezTo>
                <a:cubicBezTo>
                  <a:pt x="3156" y="8201"/>
                  <a:pt x="3314" y="1593"/>
                  <a:pt x="7839" y="189"/>
                </a:cubicBezTo>
                <a:cubicBezTo>
                  <a:pt x="12252" y="-1165"/>
                  <a:pt x="14055" y="5185"/>
                  <a:pt x="14055" y="5185"/>
                </a:cubicBezTo>
                <a:cubicBezTo>
                  <a:pt x="14055" y="5185"/>
                  <a:pt x="16319" y="2166"/>
                  <a:pt x="18239" y="5028"/>
                </a:cubicBezTo>
                <a:cubicBezTo>
                  <a:pt x="19842" y="7371"/>
                  <a:pt x="19175" y="11130"/>
                  <a:pt x="19175" y="11130"/>
                </a:cubicBezTo>
                <a:cubicBezTo>
                  <a:pt x="19175" y="11130"/>
                  <a:pt x="21218" y="12575"/>
                  <a:pt x="20875" y="16322"/>
                </a:cubicBezTo>
                <a:cubicBezTo>
                  <a:pt x="20501" y="20435"/>
                  <a:pt x="17866" y="20018"/>
                  <a:pt x="17866" y="20018"/>
                </a:cubicBezTo>
                <a:close/>
              </a:path>
            </a:pathLst>
          </a:custGeom>
          <a:gradFill flip="none" rotWithShape="1">
            <a:gsLst>
              <a:gs pos="0">
                <a:srgbClr val="666666">
                  <a:lumMod val="40000"/>
                  <a:lumOff val="60000"/>
                  <a:alpha val="20000"/>
                </a:srgbClr>
              </a:gs>
              <a:gs pos="95000">
                <a:srgbClr val="666666">
                  <a:lumMod val="40000"/>
                  <a:lumOff val="60000"/>
                  <a:alpha val="0"/>
                </a:srgbClr>
              </a:gs>
            </a:gsLst>
            <a:lin ang="5400000" scaled="0"/>
            <a:tileRect/>
          </a:gradFill>
          <a:ln w="6350">
            <a:gradFill flip="none" rotWithShape="1">
              <a:gsLst>
                <a:gs pos="0">
                  <a:srgbClr val="666666">
                    <a:lumMod val="60000"/>
                    <a:lumOff val="40000"/>
                  </a:srgbClr>
                </a:gs>
                <a:gs pos="95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  <a:tileRect/>
            </a:gradFill>
          </a:ln>
        </p:spPr>
        <p:txBody>
          <a:bodyPr vert="horz" wrap="none" lIns="0" tIns="0" rIns="0" bIns="0" numCol="1" anchor="ctr" anchorCtr="0" compatLnSpc="1"/>
          <a:lstStyle/>
          <a:p>
            <a:pPr marL="0" marR="0" lvl="0" indent="0" algn="ctr" defTabSz="12176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/>
              <a:cs typeface="Arial" pitchFamily="34" charset="0"/>
              <a:sym typeface="微软雅黑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41F75A1-D1B0-7B20-CF7C-D733C9FEEFED}"/>
              </a:ext>
            </a:extLst>
          </p:cNvPr>
          <p:cNvGrpSpPr/>
          <p:nvPr/>
        </p:nvGrpSpPr>
        <p:grpSpPr>
          <a:xfrm>
            <a:off x="4869715" y="3998947"/>
            <a:ext cx="275161" cy="297504"/>
            <a:chOff x="5937782" y="3978482"/>
            <a:chExt cx="275161" cy="297504"/>
          </a:xfrm>
        </p:grpSpPr>
        <p:sp>
          <p:nvSpPr>
            <p:cNvPr id="21" name="流程图: 摘录 20">
              <a:extLst>
                <a:ext uri="{FF2B5EF4-FFF2-40B4-BE49-F238E27FC236}">
                  <a16:creationId xmlns:a16="http://schemas.microsoft.com/office/drawing/2014/main" id="{D4753AED-6A88-2207-759F-987A4EE1FE32}"/>
                </a:ext>
              </a:extLst>
            </p:cNvPr>
            <p:cNvSpPr/>
            <p:nvPr/>
          </p:nvSpPr>
          <p:spPr>
            <a:xfrm rot="5400000" flipH="1">
              <a:off x="5977092" y="4040134"/>
              <a:ext cx="297504" cy="174199"/>
            </a:xfrm>
            <a:prstGeom prst="flowChartExtract">
              <a:avLst/>
            </a:prstGeom>
            <a:gradFill>
              <a:gsLst>
                <a:gs pos="30000">
                  <a:srgbClr val="C00000">
                    <a:alpha val="20000"/>
                  </a:srgbClr>
                </a:gs>
                <a:gs pos="0">
                  <a:srgbClr val="C00000"/>
                </a:gs>
                <a:gs pos="73000">
                  <a:srgbClr val="C00000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00000"/>
                  </a:gs>
                  <a:gs pos="94000">
                    <a:srgbClr val="C00000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="horz" wrap="none" lIns="0" tIns="0" rIns="0" bIns="0" numCol="1" spcCol="0" rtlCol="0" fromWordArt="0" anchor="ctr" anchorCtr="0" forceAA="0" compatLnSpc="1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9624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9184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8808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8432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7993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7617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7241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6801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635">
                <a:solidFill>
                  <a:srgbClr val="666666"/>
                </a:solidFill>
                <a:latin typeface="微软雅黑"/>
                <a:sym typeface="微软雅黑" panose="020B0503020204020204" pitchFamily="34" charset="-122"/>
              </a:endParaRPr>
            </a:p>
          </p:txBody>
        </p:sp>
        <p:sp>
          <p:nvSpPr>
            <p:cNvPr id="22" name="流程图: 摘录 21">
              <a:extLst>
                <a:ext uri="{FF2B5EF4-FFF2-40B4-BE49-F238E27FC236}">
                  <a16:creationId xmlns:a16="http://schemas.microsoft.com/office/drawing/2014/main" id="{CC632FCE-375D-0952-6FB9-284EB3866BF8}"/>
                </a:ext>
              </a:extLst>
            </p:cNvPr>
            <p:cNvSpPr/>
            <p:nvPr/>
          </p:nvSpPr>
          <p:spPr>
            <a:xfrm rot="5400000" flipH="1">
              <a:off x="5876130" y="4040134"/>
              <a:ext cx="297504" cy="174199"/>
            </a:xfrm>
            <a:prstGeom prst="flowChartExtract">
              <a:avLst/>
            </a:prstGeom>
            <a:gradFill>
              <a:gsLst>
                <a:gs pos="30000">
                  <a:srgbClr val="C00000">
                    <a:alpha val="20000"/>
                  </a:srgbClr>
                </a:gs>
                <a:gs pos="0">
                  <a:srgbClr val="C00000"/>
                </a:gs>
                <a:gs pos="73000">
                  <a:srgbClr val="C00000">
                    <a:alpha val="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C00000"/>
                  </a:gs>
                  <a:gs pos="94000">
                    <a:srgbClr val="C00000"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="horz" wrap="none" lIns="0" tIns="0" rIns="0" bIns="0" numCol="1" spcCol="0" rtlCol="0" fromWordArt="0" anchor="ctr" anchorCtr="0" forceAA="0" compatLnSpc="1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9624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9184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8808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8432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7993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7617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7241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6801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1635">
                <a:solidFill>
                  <a:srgbClr val="666666"/>
                </a:solidFill>
                <a:latin typeface="微软雅黑"/>
                <a:sym typeface="微软雅黑" panose="020B0503020204020204" pitchFamily="34" charset="-122"/>
              </a:endParaRPr>
            </a:p>
          </p:txBody>
        </p:sp>
      </p:grpSp>
      <p:sp>
        <p:nvSpPr>
          <p:cNvPr id="23" name="椭圆 22">
            <a:extLst>
              <a:ext uri="{FF2B5EF4-FFF2-40B4-BE49-F238E27FC236}">
                <a16:creationId xmlns:a16="http://schemas.microsoft.com/office/drawing/2014/main" id="{294FA9B6-FD6D-4F3D-1CC0-7DCE47C032E3}"/>
              </a:ext>
            </a:extLst>
          </p:cNvPr>
          <p:cNvSpPr/>
          <p:nvPr/>
        </p:nvSpPr>
        <p:spPr>
          <a:xfrm>
            <a:off x="3851125" y="5155611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F2D8CD6C-DF88-1E7A-4BFE-6C8367A47F67}"/>
              </a:ext>
            </a:extLst>
          </p:cNvPr>
          <p:cNvSpPr/>
          <p:nvPr/>
        </p:nvSpPr>
        <p:spPr>
          <a:xfrm>
            <a:off x="4338177" y="5155611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FE870DD-8C70-AD5D-0779-AC3D0CCC41D3}"/>
              </a:ext>
            </a:extLst>
          </p:cNvPr>
          <p:cNvSpPr/>
          <p:nvPr/>
        </p:nvSpPr>
        <p:spPr>
          <a:xfrm>
            <a:off x="4825229" y="5155611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3A35A8B-7811-C070-5E7D-EE6F37CE4C1A}"/>
              </a:ext>
            </a:extLst>
          </p:cNvPr>
          <p:cNvSpPr/>
          <p:nvPr/>
        </p:nvSpPr>
        <p:spPr>
          <a:xfrm>
            <a:off x="5312281" y="5155611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E77C145-B2AC-35A3-B93F-4BDA7B053215}"/>
              </a:ext>
            </a:extLst>
          </p:cNvPr>
          <p:cNvSpPr/>
          <p:nvPr/>
        </p:nvSpPr>
        <p:spPr>
          <a:xfrm>
            <a:off x="5799333" y="5155611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926F5E3D-D1C1-279C-F787-070D615AE7CD}"/>
              </a:ext>
            </a:extLst>
          </p:cNvPr>
          <p:cNvSpPr/>
          <p:nvPr/>
        </p:nvSpPr>
        <p:spPr>
          <a:xfrm>
            <a:off x="6286385" y="5155611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D0B28DE-608A-8796-D1B0-5926FAB91607}"/>
              </a:ext>
            </a:extLst>
          </p:cNvPr>
          <p:cNvSpPr/>
          <p:nvPr/>
        </p:nvSpPr>
        <p:spPr>
          <a:xfrm>
            <a:off x="6791784" y="4883366"/>
            <a:ext cx="144000" cy="144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7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E94F9743-64FD-8584-37C5-2F290B254C4F}"/>
              </a:ext>
            </a:extLst>
          </p:cNvPr>
          <p:cNvSpPr/>
          <p:nvPr/>
        </p:nvSpPr>
        <p:spPr>
          <a:xfrm>
            <a:off x="6773439" y="5155611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7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7" name="Freeform 6">
            <a:extLst>
              <a:ext uri="{FF2B5EF4-FFF2-40B4-BE49-F238E27FC236}">
                <a16:creationId xmlns:a16="http://schemas.microsoft.com/office/drawing/2014/main" id="{8C17280A-D38A-6E95-DE13-DB18F5E5722B}"/>
              </a:ext>
            </a:extLst>
          </p:cNvPr>
          <p:cNvSpPr/>
          <p:nvPr/>
        </p:nvSpPr>
        <p:spPr>
          <a:xfrm>
            <a:off x="5879189" y="5577395"/>
            <a:ext cx="1071512" cy="5857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13" h="20030" extrusionOk="0">
                <a:moveTo>
                  <a:pt x="17866" y="20018"/>
                </a:moveTo>
                <a:lnTo>
                  <a:pt x="2253" y="19811"/>
                </a:lnTo>
                <a:cubicBezTo>
                  <a:pt x="2253" y="19811"/>
                  <a:pt x="-382" y="18821"/>
                  <a:pt x="48" y="13929"/>
                </a:cubicBezTo>
                <a:cubicBezTo>
                  <a:pt x="534" y="8620"/>
                  <a:pt x="3156" y="8201"/>
                  <a:pt x="3156" y="8201"/>
                </a:cubicBezTo>
                <a:cubicBezTo>
                  <a:pt x="3156" y="8201"/>
                  <a:pt x="3314" y="1593"/>
                  <a:pt x="7839" y="189"/>
                </a:cubicBezTo>
                <a:cubicBezTo>
                  <a:pt x="12252" y="-1165"/>
                  <a:pt x="14055" y="5185"/>
                  <a:pt x="14055" y="5185"/>
                </a:cubicBezTo>
                <a:cubicBezTo>
                  <a:pt x="14055" y="5185"/>
                  <a:pt x="16319" y="2166"/>
                  <a:pt x="18239" y="5028"/>
                </a:cubicBezTo>
                <a:cubicBezTo>
                  <a:pt x="19842" y="7371"/>
                  <a:pt x="19175" y="11130"/>
                  <a:pt x="19175" y="11130"/>
                </a:cubicBezTo>
                <a:cubicBezTo>
                  <a:pt x="19175" y="11130"/>
                  <a:pt x="21218" y="12575"/>
                  <a:pt x="20875" y="16322"/>
                </a:cubicBezTo>
                <a:cubicBezTo>
                  <a:pt x="20501" y="20435"/>
                  <a:pt x="17866" y="20018"/>
                  <a:pt x="17866" y="20018"/>
                </a:cubicBezTo>
                <a:close/>
              </a:path>
            </a:pathLst>
          </a:custGeom>
          <a:solidFill>
            <a:srgbClr val="FBFBFB"/>
          </a:solidFill>
          <a:ln w="6350">
            <a:solidFill>
              <a:srgbClr val="666666">
                <a:lumMod val="40000"/>
                <a:lumOff val="60000"/>
              </a:srgbClr>
            </a:solidFill>
          </a:ln>
        </p:spPr>
        <p:txBody>
          <a:bodyPr vert="horz" wrap="none" lIns="0" tIns="0" rIns="0" bIns="0" numCol="1" anchor="ctr" anchorCtr="0" compatLnSpc="1"/>
          <a:lstStyle/>
          <a:p>
            <a:pPr marL="0" marR="0" lvl="0" indent="0" algn="ctr" defTabSz="12176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/>
              <a:cs typeface="Arial" pitchFamily="34" charset="0"/>
              <a:sym typeface="微软雅黑"/>
            </a:endParaRPr>
          </a:p>
        </p:txBody>
      </p:sp>
      <p:sp>
        <p:nvSpPr>
          <p:cNvPr id="48" name="流程图: 摘录 47">
            <a:extLst>
              <a:ext uri="{FF2B5EF4-FFF2-40B4-BE49-F238E27FC236}">
                <a16:creationId xmlns:a16="http://schemas.microsoft.com/office/drawing/2014/main" id="{021B2CF6-1A7F-A42C-B9A3-3E01A25CE63B}"/>
              </a:ext>
            </a:extLst>
          </p:cNvPr>
          <p:cNvSpPr/>
          <p:nvPr/>
        </p:nvSpPr>
        <p:spPr>
          <a:xfrm rot="5400000" flipH="1">
            <a:off x="5813439" y="4060600"/>
            <a:ext cx="297504" cy="174199"/>
          </a:xfrm>
          <a:prstGeom prst="flowChartExtract">
            <a:avLst/>
          </a:prstGeom>
          <a:gradFill>
            <a:gsLst>
              <a:gs pos="60000">
                <a:srgbClr val="C00000">
                  <a:alpha val="20000"/>
                </a:srgbClr>
              </a:gs>
              <a:gs pos="0">
                <a:srgbClr val="C00000"/>
              </a:gs>
              <a:gs pos="90000">
                <a:srgbClr val="C00000">
                  <a:alpha val="0"/>
                </a:srgbClr>
              </a:gs>
            </a:gsLst>
            <a:lin ang="5400000" scaled="0"/>
          </a:gradFill>
          <a:ln w="6350" cap="flat" cmpd="sng" algn="ctr">
            <a:gradFill>
              <a:gsLst>
                <a:gs pos="0">
                  <a:srgbClr val="C00000"/>
                </a:gs>
                <a:gs pos="94000">
                  <a:srgbClr val="C00000"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rot="0" spcFirstLastPara="0" vert="horz" wrap="none" lIns="0" tIns="0" rIns="0" bIns="0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9624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9184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08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8432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97993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37617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77241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16801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1635">
              <a:solidFill>
                <a:srgbClr val="666666"/>
              </a:solidFill>
              <a:latin typeface="微软雅黑"/>
              <a:sym typeface="微软雅黑" panose="020B0503020204020204" pitchFamily="34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353165B-A774-A5A4-F151-3B039B4F113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50" name="矩形 49">
              <a:hlinkClick r:id="rId2" action="ppaction://hlinksldjump"/>
              <a:extLst>
                <a:ext uri="{FF2B5EF4-FFF2-40B4-BE49-F238E27FC236}">
                  <a16:creationId xmlns:a16="http://schemas.microsoft.com/office/drawing/2014/main" id="{EA6D1E3A-95F2-DA8D-1041-D92ABF29F709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51" name="直接连接符 50">
              <a:hlinkClick r:id="rId2" action="ppaction://hlinksldjump"/>
              <a:extLst>
                <a:ext uri="{FF2B5EF4-FFF2-40B4-BE49-F238E27FC236}">
                  <a16:creationId xmlns:a16="http://schemas.microsoft.com/office/drawing/2014/main" id="{E268B392-7419-65E3-FCDC-23CD7A2A7402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pic>
        <p:nvPicPr>
          <p:cNvPr id="52" name="Picture 19">
            <a:extLst>
              <a:ext uri="{FF2B5EF4-FFF2-40B4-BE49-F238E27FC236}">
                <a16:creationId xmlns:a16="http://schemas.microsoft.com/office/drawing/2014/main" id="{A2BF2358-6202-021A-AADA-76CD527842A8}"/>
              </a:ext>
            </a:extLst>
          </p:cNvPr>
          <p:cNvPicPr>
            <a:picLocks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0280140" y="2807070"/>
            <a:ext cx="1331086" cy="75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3" name="组合 52">
            <a:extLst>
              <a:ext uri="{FF2B5EF4-FFF2-40B4-BE49-F238E27FC236}">
                <a16:creationId xmlns:a16="http://schemas.microsoft.com/office/drawing/2014/main" id="{E240BBF0-BA23-BB31-022C-1F92A0250933}"/>
              </a:ext>
            </a:extLst>
          </p:cNvPr>
          <p:cNvGrpSpPr/>
          <p:nvPr/>
        </p:nvGrpSpPr>
        <p:grpSpPr>
          <a:xfrm>
            <a:off x="7429650" y="909000"/>
            <a:ext cx="4246412" cy="1207713"/>
            <a:chOff x="6448675" y="1098103"/>
            <a:chExt cx="5227387" cy="1207713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8FD9DA15-2D09-8D34-9A05-8DC20C9F4969}"/>
                </a:ext>
              </a:extLst>
            </p:cNvPr>
            <p:cNvSpPr/>
            <p:nvPr/>
          </p:nvSpPr>
          <p:spPr>
            <a:xfrm>
              <a:off x="6448675" y="1098103"/>
              <a:ext cx="2520000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灰框线 </a:t>
              </a:r>
              <a:r>
                <a: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- </a:t>
              </a: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白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填充</a:t>
              </a:r>
            </a:p>
          </p:txBody>
        </p:sp>
        <p:sp>
          <p:nvSpPr>
            <p:cNvPr id="55" name="Bevel 16">
              <a:extLst>
                <a:ext uri="{FF2B5EF4-FFF2-40B4-BE49-F238E27FC236}">
                  <a16:creationId xmlns:a16="http://schemas.microsoft.com/office/drawing/2014/main" id="{A72DA1A3-C5E8-F832-F00F-B15B36711815}"/>
                </a:ext>
              </a:extLst>
            </p:cNvPr>
            <p:cNvSpPr/>
            <p:nvPr/>
          </p:nvSpPr>
          <p:spPr bwMode="auto">
            <a:xfrm>
              <a:off x="6448675" y="1557275"/>
              <a:ext cx="2520000" cy="288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灰框线 </a:t>
              </a:r>
              <a:r>
                <a: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– </a:t>
              </a: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浅灰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填充</a:t>
              </a:r>
            </a:p>
          </p:txBody>
        </p:sp>
        <p:sp>
          <p:nvSpPr>
            <p:cNvPr id="56" name="Bevel 16">
              <a:extLst>
                <a:ext uri="{FF2B5EF4-FFF2-40B4-BE49-F238E27FC236}">
                  <a16:creationId xmlns:a16="http://schemas.microsoft.com/office/drawing/2014/main" id="{651014D9-8671-AD5C-7B85-6A8A5EB738D6}"/>
                </a:ext>
              </a:extLst>
            </p:cNvPr>
            <p:cNvSpPr/>
            <p:nvPr/>
          </p:nvSpPr>
          <p:spPr bwMode="auto">
            <a:xfrm>
              <a:off x="6448675" y="2017816"/>
              <a:ext cx="2520000" cy="288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灰框线 </a:t>
              </a:r>
              <a:r>
                <a:rPr kumimoji="0" lang="en-US" altLang="zh-CN" sz="9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– </a:t>
              </a:r>
              <a:r>
                <a:rPr kumimoji="0" lang="zh-CN" altLang="en-US" sz="90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灰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填充</a:t>
              </a: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78275E54-503B-372E-FCF9-98E68DA4F29C}"/>
                </a:ext>
              </a:extLst>
            </p:cNvPr>
            <p:cNvSpPr/>
            <p:nvPr/>
          </p:nvSpPr>
          <p:spPr>
            <a:xfrm>
              <a:off x="9156062" y="1098103"/>
              <a:ext cx="2520000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C00000">
                  <a:alpha val="67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红框线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- 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白填充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– 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红字</a:t>
              </a:r>
            </a:p>
          </p:txBody>
        </p:sp>
        <p:sp>
          <p:nvSpPr>
            <p:cNvPr id="58" name="Bevel 16">
              <a:extLst>
                <a:ext uri="{FF2B5EF4-FFF2-40B4-BE49-F238E27FC236}">
                  <a16:creationId xmlns:a16="http://schemas.microsoft.com/office/drawing/2014/main" id="{D941A8D8-8935-DA3A-6060-3B4B8F77CFB5}"/>
                </a:ext>
              </a:extLst>
            </p:cNvPr>
            <p:cNvSpPr/>
            <p:nvPr/>
          </p:nvSpPr>
          <p:spPr bwMode="auto">
            <a:xfrm>
              <a:off x="9156062" y="1557275"/>
              <a:ext cx="2520000" cy="288000"/>
            </a:xfrm>
            <a:prstGeom prst="rect">
              <a:avLst/>
            </a:prstGeom>
            <a:gradFill>
              <a:gsLst>
                <a:gs pos="0">
                  <a:srgbClr val="FFEAE7"/>
                </a:gs>
                <a:gs pos="31000">
                  <a:srgbClr val="FFFFFF"/>
                </a:gs>
              </a:gsLst>
              <a:lin ang="3600000" scaled="0"/>
            </a:gradFill>
            <a:ln w="6350" cap="flat" cmpd="sng" algn="ctr">
              <a:solidFill>
                <a:srgbClr val="C00000">
                  <a:alpha val="67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红框线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– 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渐变填充</a:t>
              </a:r>
            </a:p>
          </p:txBody>
        </p:sp>
        <p:sp>
          <p:nvSpPr>
            <p:cNvPr id="59" name="Bevel 16">
              <a:extLst>
                <a:ext uri="{FF2B5EF4-FFF2-40B4-BE49-F238E27FC236}">
                  <a16:creationId xmlns:a16="http://schemas.microsoft.com/office/drawing/2014/main" id="{3CCAAAC1-2F70-1CF0-8AD8-803E73CE5ABB}"/>
                </a:ext>
              </a:extLst>
            </p:cNvPr>
            <p:cNvSpPr/>
            <p:nvPr/>
          </p:nvSpPr>
          <p:spPr bwMode="auto">
            <a:xfrm>
              <a:off x="9156062" y="2017816"/>
              <a:ext cx="2520000" cy="288000"/>
            </a:xfrm>
            <a:prstGeom prst="rect">
              <a:avLst/>
            </a:prstGeom>
            <a:solidFill>
              <a:srgbClr val="FFF5F3"/>
            </a:solidFill>
            <a:ln w="6350" cap="flat" cmpd="sng" algn="ctr">
              <a:solidFill>
                <a:srgbClr val="C00000">
                  <a:alpha val="54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9097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64945" algn="l"/>
                </a:tabLst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Arial" pitchFamily="34" charset="0"/>
                </a:rPr>
                <a:t>红框线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Arial" pitchFamily="34" charset="0"/>
                </a:rPr>
                <a:t>– 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Arial" pitchFamily="34" charset="0"/>
                </a:rPr>
                <a:t>浅红橙填充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4D8A7D4-8108-346C-BFD1-9F4D0B748D51}"/>
              </a:ext>
            </a:extLst>
          </p:cNvPr>
          <p:cNvGrpSpPr/>
          <p:nvPr/>
        </p:nvGrpSpPr>
        <p:grpSpPr>
          <a:xfrm>
            <a:off x="7429650" y="3740155"/>
            <a:ext cx="4248000" cy="572718"/>
            <a:chOff x="7429650" y="3074202"/>
            <a:chExt cx="4248000" cy="572718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3E1121AB-945A-4DB5-B0D3-5FAFF9CAF487}"/>
                </a:ext>
              </a:extLst>
            </p:cNvPr>
            <p:cNvSpPr/>
            <p:nvPr/>
          </p:nvSpPr>
          <p:spPr>
            <a:xfrm>
              <a:off x="7429650" y="3214920"/>
              <a:ext cx="4248000" cy="432000"/>
            </a:xfrm>
            <a:prstGeom prst="rect">
              <a:avLst/>
            </a:prstGeom>
            <a:gradFill flip="none" rotWithShape="1">
              <a:gsLst>
                <a:gs pos="0">
                  <a:srgbClr val="666666">
                    <a:lumMod val="20000"/>
                    <a:lumOff val="80000"/>
                    <a:alpha val="60000"/>
                  </a:srgbClr>
                </a:gs>
                <a:gs pos="95000">
                  <a:srgbClr val="666666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rgbClr val="666666">
                      <a:lumMod val="40000"/>
                      <a:lumOff val="60000"/>
                    </a:srgbClr>
                  </a:gs>
                  <a:gs pos="95000">
                    <a:srgbClr val="666666">
                      <a:lumMod val="40000"/>
                      <a:lumOff val="60000"/>
                      <a:alpha val="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marL="0" marR="0" lvl="0" indent="-21104" algn="ctr" defTabSz="143192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C9900"/>
                </a:buClr>
                <a:buSzPct val="100000"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  <p:sp>
          <p:nvSpPr>
            <p:cNvPr id="62" name="梯形 61">
              <a:extLst>
                <a:ext uri="{FF2B5EF4-FFF2-40B4-BE49-F238E27FC236}">
                  <a16:creationId xmlns:a16="http://schemas.microsoft.com/office/drawing/2014/main" id="{D87D7E9A-C08A-E59E-3FC5-2A7B4469030E}"/>
                </a:ext>
              </a:extLst>
            </p:cNvPr>
            <p:cNvSpPr/>
            <p:nvPr/>
          </p:nvSpPr>
          <p:spPr>
            <a:xfrm>
              <a:off x="7429650" y="3074202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35947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</p:grpSp>
      <p:sp>
        <p:nvSpPr>
          <p:cNvPr id="63" name="梯形 62">
            <a:extLst>
              <a:ext uri="{FF2B5EF4-FFF2-40B4-BE49-F238E27FC236}">
                <a16:creationId xmlns:a16="http://schemas.microsoft.com/office/drawing/2014/main" id="{0293A53D-8EB9-1412-8255-E1AFC0E82E58}"/>
              </a:ext>
            </a:extLst>
          </p:cNvPr>
          <p:cNvSpPr/>
          <p:nvPr/>
        </p:nvSpPr>
        <p:spPr>
          <a:xfrm>
            <a:off x="7429650" y="5336389"/>
            <a:ext cx="4248000" cy="216000"/>
          </a:xfrm>
          <a:prstGeom prst="trapezoid">
            <a:avLst>
              <a:gd name="adj" fmla="val 200412"/>
            </a:avLst>
          </a:prstGeom>
          <a:gradFill flip="none" rotWithShape="1">
            <a:gsLst>
              <a:gs pos="0">
                <a:srgbClr val="FFFFFF">
                  <a:lumMod val="95000"/>
                  <a:alpha val="60000"/>
                </a:srgbClr>
              </a:gs>
              <a:gs pos="96250">
                <a:srgbClr val="FFFFFF">
                  <a:lumMod val="95000"/>
                  <a:alpha val="0"/>
                </a:srgbClr>
              </a:gs>
            </a:gsLst>
            <a:lin ang="16200000" scaled="1"/>
            <a:tileRect/>
          </a:gradFill>
          <a:ln w="6350" cap="flat" cmpd="sng" algn="ctr">
            <a:gradFill>
              <a:gsLst>
                <a:gs pos="4000">
                  <a:srgbClr val="666666">
                    <a:lumMod val="40000"/>
                    <a:lumOff val="60000"/>
                    <a:alpha val="0"/>
                  </a:srgbClr>
                </a:gs>
                <a:gs pos="10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35947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D3B11CA-9B41-23E4-DB09-A9E099BC242B}"/>
              </a:ext>
            </a:extLst>
          </p:cNvPr>
          <p:cNvGrpSpPr/>
          <p:nvPr/>
        </p:nvGrpSpPr>
        <p:grpSpPr>
          <a:xfrm>
            <a:off x="7429650" y="5777788"/>
            <a:ext cx="4248000" cy="295363"/>
            <a:chOff x="7429650" y="5561888"/>
            <a:chExt cx="4248000" cy="295363"/>
          </a:xfrm>
        </p:grpSpPr>
        <p:sp>
          <p:nvSpPr>
            <p:cNvPr id="65" name="梯形 64">
              <a:extLst>
                <a:ext uri="{FF2B5EF4-FFF2-40B4-BE49-F238E27FC236}">
                  <a16:creationId xmlns:a16="http://schemas.microsoft.com/office/drawing/2014/main" id="{8D17E59F-BC95-8309-66C9-18677F4E1B57}"/>
                </a:ext>
              </a:extLst>
            </p:cNvPr>
            <p:cNvSpPr/>
            <p:nvPr/>
          </p:nvSpPr>
          <p:spPr>
            <a:xfrm>
              <a:off x="7429650" y="5641251"/>
              <a:ext cx="4248000" cy="216000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35947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  <p:sp>
          <p:nvSpPr>
            <p:cNvPr id="66" name="梯形 65">
              <a:extLst>
                <a:ext uri="{FF2B5EF4-FFF2-40B4-BE49-F238E27FC236}">
                  <a16:creationId xmlns:a16="http://schemas.microsoft.com/office/drawing/2014/main" id="{2B6AE7FA-20D2-581E-1E9F-DC7BB4F98E65}"/>
                </a:ext>
              </a:extLst>
            </p:cNvPr>
            <p:cNvSpPr/>
            <p:nvPr/>
          </p:nvSpPr>
          <p:spPr>
            <a:xfrm>
              <a:off x="7429650" y="5561888"/>
              <a:ext cx="4248000" cy="216000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35947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FCEC6E82-7C9A-45FC-5B88-6D660B81C74F}"/>
              </a:ext>
            </a:extLst>
          </p:cNvPr>
          <p:cNvGrpSpPr/>
          <p:nvPr/>
        </p:nvGrpSpPr>
        <p:grpSpPr>
          <a:xfrm>
            <a:off x="7429650" y="4538272"/>
            <a:ext cx="4248000" cy="572718"/>
            <a:chOff x="7429650" y="4070457"/>
            <a:chExt cx="4248000" cy="572718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09E7699D-AF93-0993-59A9-6B84A8EDD2AB}"/>
                </a:ext>
              </a:extLst>
            </p:cNvPr>
            <p:cNvSpPr/>
            <p:nvPr/>
          </p:nvSpPr>
          <p:spPr>
            <a:xfrm>
              <a:off x="7429650" y="4211175"/>
              <a:ext cx="4248000" cy="432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marL="0" marR="0" lvl="0" indent="-21104" algn="ctr" defTabSz="143192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C9900"/>
                </a:buClr>
                <a:buSzPct val="100000"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  <p:sp>
          <p:nvSpPr>
            <p:cNvPr id="75" name="梯形 74">
              <a:extLst>
                <a:ext uri="{FF2B5EF4-FFF2-40B4-BE49-F238E27FC236}">
                  <a16:creationId xmlns:a16="http://schemas.microsoft.com/office/drawing/2014/main" id="{93ED4B26-F54E-11DD-0C3B-4A973EA42A47}"/>
                </a:ext>
              </a:extLst>
            </p:cNvPr>
            <p:cNvSpPr/>
            <p:nvPr/>
          </p:nvSpPr>
          <p:spPr>
            <a:xfrm>
              <a:off x="7429650" y="4070457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35947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F14C5D19-C874-9DB2-4FC8-92E96ACC6E42}"/>
              </a:ext>
            </a:extLst>
          </p:cNvPr>
          <p:cNvGrpSpPr/>
          <p:nvPr/>
        </p:nvGrpSpPr>
        <p:grpSpPr>
          <a:xfrm>
            <a:off x="3845955" y="1000678"/>
            <a:ext cx="3107484" cy="315745"/>
            <a:chOff x="-2218581" y="-2943967"/>
            <a:chExt cx="3816000" cy="315745"/>
          </a:xfrm>
        </p:grpSpPr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122ECC10-7E8B-BBF1-A4EB-B678257C3ABC}"/>
                </a:ext>
              </a:extLst>
            </p:cNvPr>
            <p:cNvCxnSpPr/>
            <p:nvPr/>
          </p:nvCxnSpPr>
          <p:spPr>
            <a:xfrm>
              <a:off x="-2218581" y="-2943967"/>
              <a:ext cx="3816000" cy="0"/>
            </a:xfrm>
            <a:prstGeom prst="line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AFEAF6AB-DA1D-5EDC-53DD-881FFDD957F0}"/>
                </a:ext>
              </a:extLst>
            </p:cNvPr>
            <p:cNvCxnSpPr/>
            <p:nvPr/>
          </p:nvCxnSpPr>
          <p:spPr>
            <a:xfrm>
              <a:off x="-2218581" y="-2852078"/>
              <a:ext cx="3816000" cy="0"/>
            </a:xfrm>
            <a:prstGeom prst="line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0595214-C089-71C6-42E0-440AF947C820}"/>
                </a:ext>
              </a:extLst>
            </p:cNvPr>
            <p:cNvSpPr/>
            <p:nvPr/>
          </p:nvSpPr>
          <p:spPr>
            <a:xfrm>
              <a:off x="-882575" y="-2766721"/>
              <a:ext cx="121062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箭头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- 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黑色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– 0.5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磅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0C288257-2374-858B-7111-4AB61D5E7E1E}"/>
              </a:ext>
            </a:extLst>
          </p:cNvPr>
          <p:cNvGrpSpPr/>
          <p:nvPr/>
        </p:nvGrpSpPr>
        <p:grpSpPr>
          <a:xfrm>
            <a:off x="3845955" y="1555375"/>
            <a:ext cx="3107484" cy="328505"/>
            <a:chOff x="-2218581" y="-2304111"/>
            <a:chExt cx="3816000" cy="328505"/>
          </a:xfrm>
        </p:grpSpPr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54A26EF9-84A1-5B57-530C-2459B90832CF}"/>
                </a:ext>
              </a:extLst>
            </p:cNvPr>
            <p:cNvCxnSpPr/>
            <p:nvPr/>
          </p:nvCxnSpPr>
          <p:spPr>
            <a:xfrm>
              <a:off x="-2218581" y="-2212222"/>
              <a:ext cx="3816000" cy="0"/>
            </a:xfrm>
            <a:prstGeom prst="line">
              <a:avLst/>
            </a:prstGeom>
            <a:noFill/>
            <a:ln w="6350" cap="flat" cmpd="sng" algn="ctr">
              <a:solidFill>
                <a:srgbClr val="C00000"/>
              </a:solidFill>
              <a:prstDash val="solid"/>
              <a:miter lim="800000"/>
              <a:headEnd type="triangle" w="sm" len="sm"/>
              <a:tailEnd type="triangle" w="sm" len="sm"/>
            </a:ln>
            <a:effectLst/>
          </p:spPr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D0AC4214-8314-A96A-8510-451FBBC41364}"/>
                </a:ext>
              </a:extLst>
            </p:cNvPr>
            <p:cNvCxnSpPr/>
            <p:nvPr/>
          </p:nvCxnSpPr>
          <p:spPr>
            <a:xfrm>
              <a:off x="-2218581" y="-2304111"/>
              <a:ext cx="3816000" cy="0"/>
            </a:xfrm>
            <a:prstGeom prst="line">
              <a:avLst/>
            </a:prstGeom>
            <a:noFill/>
            <a:ln w="6350" cap="flat" cmpd="sng" algn="ctr">
              <a:solidFill>
                <a:srgbClr val="C00000"/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77A92C14-5EF6-AFDB-CC0C-FE0F0AFECBF5}"/>
                </a:ext>
              </a:extLst>
            </p:cNvPr>
            <p:cNvSpPr/>
            <p:nvPr/>
          </p:nvSpPr>
          <p:spPr>
            <a:xfrm>
              <a:off x="-882575" y="-2114105"/>
              <a:ext cx="1210623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箭头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- 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红色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– 0.5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磅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56504B71-216A-56E3-D2CD-616479E3D616}"/>
              </a:ext>
            </a:extLst>
          </p:cNvPr>
          <p:cNvGrpSpPr/>
          <p:nvPr/>
        </p:nvGrpSpPr>
        <p:grpSpPr>
          <a:xfrm>
            <a:off x="3845955" y="2122832"/>
            <a:ext cx="3107484" cy="315745"/>
            <a:chOff x="1875954" y="-2943967"/>
            <a:chExt cx="3816000" cy="315745"/>
          </a:xfrm>
        </p:grpSpPr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937B0200-EF64-FB1A-B22C-45EC8AEF5259}"/>
                </a:ext>
              </a:extLst>
            </p:cNvPr>
            <p:cNvCxnSpPr/>
            <p:nvPr/>
          </p:nvCxnSpPr>
          <p:spPr>
            <a:xfrm>
              <a:off x="1875954" y="-2852078"/>
              <a:ext cx="3816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665073A7-E0A7-C356-6CE4-C851BD83E342}"/>
                </a:ext>
              </a:extLst>
            </p:cNvPr>
            <p:cNvCxnSpPr/>
            <p:nvPr/>
          </p:nvCxnSpPr>
          <p:spPr>
            <a:xfrm>
              <a:off x="1875954" y="-2943967"/>
              <a:ext cx="3816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</p:cxn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CCE84CE3-CF88-1DF5-48D4-8852795F34A3}"/>
                </a:ext>
              </a:extLst>
            </p:cNvPr>
            <p:cNvSpPr/>
            <p:nvPr/>
          </p:nvSpPr>
          <p:spPr>
            <a:xfrm>
              <a:off x="2920624" y="-2766721"/>
              <a:ext cx="1793297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连接线、虚线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– 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灰色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– 0.5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磅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93238327-3290-CC4B-9FEF-1A629D7D589D}"/>
              </a:ext>
            </a:extLst>
          </p:cNvPr>
          <p:cNvGrpSpPr/>
          <p:nvPr/>
        </p:nvGrpSpPr>
        <p:grpSpPr>
          <a:xfrm>
            <a:off x="3845955" y="2677528"/>
            <a:ext cx="3107484" cy="328505"/>
            <a:chOff x="4013892" y="-785167"/>
            <a:chExt cx="3816000" cy="328505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8DFC1575-BAB5-9D77-95C4-1EB285A7409A}"/>
                </a:ext>
              </a:extLst>
            </p:cNvPr>
            <p:cNvSpPr/>
            <p:nvPr/>
          </p:nvSpPr>
          <p:spPr>
            <a:xfrm>
              <a:off x="5058563" y="-595161"/>
              <a:ext cx="1793297" cy="138499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连接线、虚线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– 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黑色 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– 0.5</a:t>
              </a: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磅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7ABC4AD6-7E9B-8D0A-52D0-58B2C70A5EFE}"/>
                </a:ext>
              </a:extLst>
            </p:cNvPr>
            <p:cNvCxnSpPr/>
            <p:nvPr/>
          </p:nvCxnSpPr>
          <p:spPr>
            <a:xfrm>
              <a:off x="4013892" y="-693278"/>
              <a:ext cx="3816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75000"/>
                </a:srgbClr>
              </a:solidFill>
              <a:prstDash val="dash"/>
              <a:miter lim="800000"/>
            </a:ln>
            <a:effectLst/>
          </p:spPr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C3AF3BEF-B537-EB2D-235C-641E7FD47D0B}"/>
                </a:ext>
              </a:extLst>
            </p:cNvPr>
            <p:cNvCxnSpPr/>
            <p:nvPr/>
          </p:nvCxnSpPr>
          <p:spPr>
            <a:xfrm>
              <a:off x="4013892" y="-785167"/>
              <a:ext cx="3816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75000"/>
                </a:srgbClr>
              </a:solidFill>
              <a:prstDash val="solid"/>
              <a:miter lim="800000"/>
            </a:ln>
            <a:effectLst/>
          </p:spPr>
        </p:cxnSp>
      </p:grpSp>
      <p:sp>
        <p:nvSpPr>
          <p:cNvPr id="138" name="矩形 137">
            <a:extLst>
              <a:ext uri="{FF2B5EF4-FFF2-40B4-BE49-F238E27FC236}">
                <a16:creationId xmlns:a16="http://schemas.microsoft.com/office/drawing/2014/main" id="{E4BCA28E-E481-6261-77AD-67A21C67DE52}"/>
              </a:ext>
            </a:extLst>
          </p:cNvPr>
          <p:cNvSpPr/>
          <p:nvPr/>
        </p:nvSpPr>
        <p:spPr>
          <a:xfrm>
            <a:off x="517525" y="908999"/>
            <a:ext cx="2880000" cy="5254183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16000" tIns="828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卡片形状轮廓多以浅灰框、深灰框、红色框为主；形状填充多以纯白、浅灰、红色为主。线框粗细多使用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磅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，除特殊需要，尽量不使用其他粗细。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箭头线、连接线、分割线等线条类元素，为保证统一性，尽量使用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磅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宽度的线条，箭头连接类型尽量参考右侧样式，箭头大小一般选最小。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其他线性元素，多使用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磅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宽度的线条呈现，描边使用不同程度的灰色、黑色、或红色，填充一般使用不同程度的灰色、或渐变灰色和红色，具体使用方式可参考右侧样例。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12582F1-9D6A-B28E-E2D9-751A7FC753F9}"/>
              </a:ext>
            </a:extLst>
          </p:cNvPr>
          <p:cNvSpPr/>
          <p:nvPr/>
        </p:nvSpPr>
        <p:spPr>
          <a:xfrm>
            <a:off x="520701" y="909000"/>
            <a:ext cx="2880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这里是标题区域 样式</a:t>
            </a:r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87CDD8BA-E8E8-F73B-3649-8E4CAB6D72CC}"/>
              </a:ext>
            </a:extLst>
          </p:cNvPr>
          <p:cNvGrpSpPr/>
          <p:nvPr/>
        </p:nvGrpSpPr>
        <p:grpSpPr>
          <a:xfrm>
            <a:off x="7429650" y="2659101"/>
            <a:ext cx="1048861" cy="1048861"/>
            <a:chOff x="10073820" y="1360925"/>
            <a:chExt cx="1295494" cy="1295494"/>
          </a:xfrm>
        </p:grpSpPr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809D2A50-75AF-8971-844B-2E18D1BE7A3A}"/>
                </a:ext>
              </a:extLst>
            </p:cNvPr>
            <p:cNvSpPr/>
            <p:nvPr/>
          </p:nvSpPr>
          <p:spPr>
            <a:xfrm>
              <a:off x="10073820" y="1360925"/>
              <a:ext cx="1295494" cy="1295494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57" tIns="47927" rIns="95857" bIns="47927" numCol="1" anchor="t" anchorCtr="0" compatLnSpc="1"/>
            <a:lstStyle/>
            <a:p>
              <a:pPr defTabSz="1218225">
                <a:defRPr/>
              </a:pPr>
              <a:endParaRPr lang="zh-CN" altLang="en-US" sz="3996" kern="0">
                <a:solidFill>
                  <a:sysClr val="windowText" lastClr="000000"/>
                </a:solidFill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4932B84F-7B79-7AE0-157C-80FD60F207E7}"/>
                </a:ext>
              </a:extLst>
            </p:cNvPr>
            <p:cNvSpPr/>
            <p:nvPr/>
          </p:nvSpPr>
          <p:spPr>
            <a:xfrm>
              <a:off x="10127567" y="1414672"/>
              <a:ext cx="1188000" cy="1188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57" tIns="47927" rIns="95857" bIns="47927" numCol="1" anchor="t" anchorCtr="0" compatLnSpc="1"/>
            <a:lstStyle/>
            <a:p>
              <a:pPr defTabSz="1218225">
                <a:defRPr/>
              </a:pPr>
              <a:endParaRPr lang="zh-CN" altLang="en-US" sz="3996" kern="0">
                <a:solidFill>
                  <a:sysClr val="windowText" lastClr="000000"/>
                </a:solidFill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95389926-AE28-AF35-2D66-A8406497B51C}"/>
                </a:ext>
              </a:extLst>
            </p:cNvPr>
            <p:cNvSpPr/>
            <p:nvPr/>
          </p:nvSpPr>
          <p:spPr>
            <a:xfrm>
              <a:off x="10517269" y="2133869"/>
              <a:ext cx="429647" cy="190074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 defTabSz="913381">
                <a:defRPr/>
              </a:pPr>
              <a:r>
                <a:rPr lang="en-US" altLang="zh-CN" sz="1000" kern="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ARPU</a:t>
              </a:r>
              <a:endParaRPr lang="zh-CN" altLang="en-US" sz="700" kern="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44447055-B948-2CB6-1950-DC7A41F7ED8D}"/>
                </a:ext>
              </a:extLst>
            </p:cNvPr>
            <p:cNvSpPr/>
            <p:nvPr/>
          </p:nvSpPr>
          <p:spPr>
            <a:xfrm>
              <a:off x="10274411" y="1756269"/>
              <a:ext cx="681179" cy="341975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pPr algn="ctr" defTabSz="913381">
                <a:defRPr/>
              </a:pPr>
              <a:r>
                <a:rPr lang="en-US" altLang="zh-CN" sz="1799" b="1" kern="0" dirty="0">
                  <a:solidFill>
                    <a:srgbClr val="C00000"/>
                  </a:solidFill>
                  <a:latin typeface="微软雅黑"/>
                  <a:cs typeface="Huawei Sans Bold" panose="020C0803030203020204" pitchFamily="34" charset="0"/>
                </a:rPr>
                <a:t>30%</a:t>
              </a:r>
            </a:p>
          </p:txBody>
        </p:sp>
        <p:sp>
          <p:nvSpPr>
            <p:cNvPr id="159" name="Freeform 139">
              <a:extLst>
                <a:ext uri="{FF2B5EF4-FFF2-40B4-BE49-F238E27FC236}">
                  <a16:creationId xmlns:a16="http://schemas.microsoft.com/office/drawing/2014/main" id="{2B52A01A-6245-BEE5-6880-B4011F74815A}"/>
                </a:ext>
              </a:extLst>
            </p:cNvPr>
            <p:cNvSpPr/>
            <p:nvPr/>
          </p:nvSpPr>
          <p:spPr>
            <a:xfrm rot="16200000">
              <a:off x="10828022" y="1824996"/>
              <a:ext cx="442950" cy="211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514" y="18418"/>
                  </a:moveTo>
                  <a:lnTo>
                    <a:pt x="15191" y="18192"/>
                  </a:lnTo>
                  <a:lnTo>
                    <a:pt x="13891" y="17770"/>
                  </a:lnTo>
                  <a:lnTo>
                    <a:pt x="12636" y="17179"/>
                  </a:lnTo>
                  <a:lnTo>
                    <a:pt x="11427" y="16390"/>
                  </a:lnTo>
                  <a:lnTo>
                    <a:pt x="10241" y="15489"/>
                  </a:lnTo>
                  <a:lnTo>
                    <a:pt x="9124" y="14503"/>
                  </a:lnTo>
                  <a:lnTo>
                    <a:pt x="8029" y="13377"/>
                  </a:lnTo>
                  <a:lnTo>
                    <a:pt x="7002" y="12166"/>
                  </a:lnTo>
                  <a:lnTo>
                    <a:pt x="6022" y="10899"/>
                  </a:lnTo>
                  <a:lnTo>
                    <a:pt x="5086" y="9603"/>
                  </a:lnTo>
                  <a:lnTo>
                    <a:pt x="4197" y="8251"/>
                  </a:lnTo>
                  <a:lnTo>
                    <a:pt x="3353" y="6928"/>
                  </a:lnTo>
                  <a:lnTo>
                    <a:pt x="2577" y="5632"/>
                  </a:lnTo>
                  <a:lnTo>
                    <a:pt x="2281" y="5069"/>
                  </a:lnTo>
                  <a:lnTo>
                    <a:pt x="1962" y="4450"/>
                  </a:lnTo>
                  <a:lnTo>
                    <a:pt x="1665" y="3802"/>
                  </a:lnTo>
                  <a:lnTo>
                    <a:pt x="1026" y="2450"/>
                  </a:lnTo>
                  <a:lnTo>
                    <a:pt x="753" y="1831"/>
                  </a:lnTo>
                  <a:lnTo>
                    <a:pt x="525" y="1211"/>
                  </a:lnTo>
                  <a:lnTo>
                    <a:pt x="319" y="732"/>
                  </a:lnTo>
                  <a:lnTo>
                    <a:pt x="160" y="338"/>
                  </a:lnTo>
                  <a:lnTo>
                    <a:pt x="68" y="56"/>
                  </a:lnTo>
                  <a:lnTo>
                    <a:pt x="0" y="0"/>
                  </a:lnTo>
                  <a:lnTo>
                    <a:pt x="68" y="56"/>
                  </a:lnTo>
                  <a:lnTo>
                    <a:pt x="182" y="225"/>
                  </a:lnTo>
                  <a:lnTo>
                    <a:pt x="365" y="479"/>
                  </a:lnTo>
                  <a:lnTo>
                    <a:pt x="570" y="817"/>
                  </a:lnTo>
                  <a:lnTo>
                    <a:pt x="821" y="1183"/>
                  </a:lnTo>
                  <a:lnTo>
                    <a:pt x="1095" y="1605"/>
                  </a:lnTo>
                  <a:lnTo>
                    <a:pt x="1642" y="2337"/>
                  </a:lnTo>
                  <a:lnTo>
                    <a:pt x="1848" y="2675"/>
                  </a:lnTo>
                  <a:lnTo>
                    <a:pt x="2805" y="4027"/>
                  </a:lnTo>
                  <a:lnTo>
                    <a:pt x="3878" y="5323"/>
                  </a:lnTo>
                  <a:lnTo>
                    <a:pt x="5018" y="6590"/>
                  </a:lnTo>
                  <a:lnTo>
                    <a:pt x="6227" y="7744"/>
                  </a:lnTo>
                  <a:lnTo>
                    <a:pt x="7550" y="8871"/>
                  </a:lnTo>
                  <a:lnTo>
                    <a:pt x="8941" y="9828"/>
                  </a:lnTo>
                  <a:lnTo>
                    <a:pt x="10355" y="10701"/>
                  </a:lnTo>
                  <a:lnTo>
                    <a:pt x="11838" y="11349"/>
                  </a:lnTo>
                  <a:lnTo>
                    <a:pt x="13389" y="11884"/>
                  </a:lnTo>
                  <a:lnTo>
                    <a:pt x="14963" y="12222"/>
                  </a:lnTo>
                  <a:lnTo>
                    <a:pt x="16514" y="12335"/>
                  </a:lnTo>
                  <a:lnTo>
                    <a:pt x="16514" y="9124"/>
                  </a:lnTo>
                  <a:lnTo>
                    <a:pt x="21600" y="15320"/>
                  </a:lnTo>
                  <a:lnTo>
                    <a:pt x="16514" y="21600"/>
                  </a:lnTo>
                  <a:lnTo>
                    <a:pt x="16514" y="18418"/>
                  </a:lnTo>
                  <a:close/>
                </a:path>
              </a:pathLst>
            </a:custGeom>
            <a:gradFill>
              <a:gsLst>
                <a:gs pos="0">
                  <a:srgbClr val="C00000">
                    <a:alpha val="0"/>
                  </a:srgbClr>
                </a:gs>
                <a:gs pos="60000">
                  <a:srgbClr val="C00000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1664">
                <a:defRPr/>
              </a:pPr>
              <a:endParaRPr lang="en-US" sz="700" kern="0">
                <a:solidFill>
                  <a:srgbClr val="FFFFFF"/>
                </a:solidFill>
                <a:latin typeface="微软雅黑"/>
                <a:cs typeface="Arial" pitchFamily="34" charset="0"/>
                <a:sym typeface="Huawei Sans"/>
              </a:endParaRPr>
            </a:p>
          </p:txBody>
        </p:sp>
      </p:grpSp>
      <p:sp>
        <p:nvSpPr>
          <p:cNvPr id="160" name="箭头: 上 18">
            <a:extLst>
              <a:ext uri="{FF2B5EF4-FFF2-40B4-BE49-F238E27FC236}">
                <a16:creationId xmlns:a16="http://schemas.microsoft.com/office/drawing/2014/main" id="{5FCFE419-1408-1FAF-4226-1A14E8321C5F}"/>
              </a:ext>
            </a:extLst>
          </p:cNvPr>
          <p:cNvSpPr/>
          <p:nvPr/>
        </p:nvSpPr>
        <p:spPr>
          <a:xfrm rot="12406169" flipH="1" flipV="1">
            <a:off x="9325932" y="3177683"/>
            <a:ext cx="186069" cy="274658"/>
          </a:xfrm>
          <a:custGeom>
            <a:avLst/>
            <a:gdLst>
              <a:gd name="connsiteX0" fmla="*/ 0 w 176913"/>
              <a:gd name="connsiteY0" fmla="*/ 180457 h 627888"/>
              <a:gd name="connsiteX1" fmla="*/ 88457 w 176913"/>
              <a:gd name="connsiteY1" fmla="*/ 0 h 627888"/>
              <a:gd name="connsiteX2" fmla="*/ 176913 w 176913"/>
              <a:gd name="connsiteY2" fmla="*/ 180457 h 627888"/>
              <a:gd name="connsiteX3" fmla="*/ 132685 w 176913"/>
              <a:gd name="connsiteY3" fmla="*/ 180457 h 627888"/>
              <a:gd name="connsiteX4" fmla="*/ 132685 w 176913"/>
              <a:gd name="connsiteY4" fmla="*/ 627888 h 627888"/>
              <a:gd name="connsiteX5" fmla="*/ 44228 w 176913"/>
              <a:gd name="connsiteY5" fmla="*/ 627888 h 627888"/>
              <a:gd name="connsiteX6" fmla="*/ 44228 w 176913"/>
              <a:gd name="connsiteY6" fmla="*/ 180457 h 627888"/>
              <a:gd name="connsiteX7" fmla="*/ 0 w 176913"/>
              <a:gd name="connsiteY7" fmla="*/ 180457 h 627888"/>
              <a:gd name="connsiteX0" fmla="*/ 71150 w 248063"/>
              <a:gd name="connsiteY0" fmla="*/ 180457 h 1433703"/>
              <a:gd name="connsiteX1" fmla="*/ 159607 w 248063"/>
              <a:gd name="connsiteY1" fmla="*/ 0 h 1433703"/>
              <a:gd name="connsiteX2" fmla="*/ 248063 w 248063"/>
              <a:gd name="connsiteY2" fmla="*/ 180457 h 1433703"/>
              <a:gd name="connsiteX3" fmla="*/ 203835 w 248063"/>
              <a:gd name="connsiteY3" fmla="*/ 180457 h 1433703"/>
              <a:gd name="connsiteX4" fmla="*/ 0 w 248063"/>
              <a:gd name="connsiteY4" fmla="*/ 1433703 h 1433703"/>
              <a:gd name="connsiteX5" fmla="*/ 115378 w 248063"/>
              <a:gd name="connsiteY5" fmla="*/ 627888 h 1433703"/>
              <a:gd name="connsiteX6" fmla="*/ 115378 w 248063"/>
              <a:gd name="connsiteY6" fmla="*/ 180457 h 1433703"/>
              <a:gd name="connsiteX7" fmla="*/ 71150 w 248063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433703"/>
              <a:gd name="connsiteX1" fmla="*/ 242349 w 330805"/>
              <a:gd name="connsiteY1" fmla="*/ 0 h 1433703"/>
              <a:gd name="connsiteX2" fmla="*/ 330805 w 330805"/>
              <a:gd name="connsiteY2" fmla="*/ 180457 h 1433703"/>
              <a:gd name="connsiteX3" fmla="*/ 286577 w 330805"/>
              <a:gd name="connsiteY3" fmla="*/ 180457 h 1433703"/>
              <a:gd name="connsiteX4" fmla="*/ 82742 w 330805"/>
              <a:gd name="connsiteY4" fmla="*/ 1433703 h 1433703"/>
              <a:gd name="connsiteX5" fmla="*/ 0 w 330805"/>
              <a:gd name="connsiteY5" fmla="*/ 1433703 h 1433703"/>
              <a:gd name="connsiteX6" fmla="*/ 198120 w 330805"/>
              <a:gd name="connsiteY6" fmla="*/ 180457 h 1433703"/>
              <a:gd name="connsiteX7" fmla="*/ 153892 w 330805"/>
              <a:gd name="connsiteY7" fmla="*/ 180457 h 1433703"/>
              <a:gd name="connsiteX0" fmla="*/ 153892 w 330805"/>
              <a:gd name="connsiteY0" fmla="*/ 180457 h 1934718"/>
              <a:gd name="connsiteX1" fmla="*/ 242349 w 330805"/>
              <a:gd name="connsiteY1" fmla="*/ 0 h 1934718"/>
              <a:gd name="connsiteX2" fmla="*/ 330805 w 330805"/>
              <a:gd name="connsiteY2" fmla="*/ 180457 h 1934718"/>
              <a:gd name="connsiteX3" fmla="*/ 286577 w 330805"/>
              <a:gd name="connsiteY3" fmla="*/ 180457 h 1934718"/>
              <a:gd name="connsiteX4" fmla="*/ 52262 w 330805"/>
              <a:gd name="connsiteY4" fmla="*/ 1934718 h 1934718"/>
              <a:gd name="connsiteX5" fmla="*/ 0 w 330805"/>
              <a:gd name="connsiteY5" fmla="*/ 1433703 h 1934718"/>
              <a:gd name="connsiteX6" fmla="*/ 198120 w 330805"/>
              <a:gd name="connsiteY6" fmla="*/ 180457 h 1934718"/>
              <a:gd name="connsiteX7" fmla="*/ 153892 w 330805"/>
              <a:gd name="connsiteY7" fmla="*/ 180457 h 193471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223550 w 400463"/>
              <a:gd name="connsiteY0" fmla="*/ 180457 h 2132838"/>
              <a:gd name="connsiteX1" fmla="*/ 312007 w 400463"/>
              <a:gd name="connsiteY1" fmla="*/ 0 h 2132838"/>
              <a:gd name="connsiteX2" fmla="*/ 400463 w 400463"/>
              <a:gd name="connsiteY2" fmla="*/ 180457 h 2132838"/>
              <a:gd name="connsiteX3" fmla="*/ 356235 w 400463"/>
              <a:gd name="connsiteY3" fmla="*/ 180457 h 2132838"/>
              <a:gd name="connsiteX4" fmla="*/ 0 w 400463"/>
              <a:gd name="connsiteY4" fmla="*/ 2132838 h 2132838"/>
              <a:gd name="connsiteX5" fmla="*/ 69658 w 400463"/>
              <a:gd name="connsiteY5" fmla="*/ 1433703 h 2132838"/>
              <a:gd name="connsiteX6" fmla="*/ 267778 w 400463"/>
              <a:gd name="connsiteY6" fmla="*/ 180457 h 2132838"/>
              <a:gd name="connsiteX7" fmla="*/ 223550 w 400463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352012 w 528925"/>
              <a:gd name="connsiteY0" fmla="*/ 180457 h 2132838"/>
              <a:gd name="connsiteX1" fmla="*/ 440469 w 528925"/>
              <a:gd name="connsiteY1" fmla="*/ 0 h 2132838"/>
              <a:gd name="connsiteX2" fmla="*/ 528925 w 528925"/>
              <a:gd name="connsiteY2" fmla="*/ 180457 h 2132838"/>
              <a:gd name="connsiteX3" fmla="*/ 484697 w 528925"/>
              <a:gd name="connsiteY3" fmla="*/ 180457 h 2132838"/>
              <a:gd name="connsiteX4" fmla="*/ 128462 w 528925"/>
              <a:gd name="connsiteY4" fmla="*/ 2132838 h 2132838"/>
              <a:gd name="connsiteX5" fmla="*/ 0 w 528925"/>
              <a:gd name="connsiteY5" fmla="*/ 2066163 h 2132838"/>
              <a:gd name="connsiteX6" fmla="*/ 396240 w 528925"/>
              <a:gd name="connsiteY6" fmla="*/ 180457 h 2132838"/>
              <a:gd name="connsiteX7" fmla="*/ 352012 w 528925"/>
              <a:gd name="connsiteY7" fmla="*/ 180457 h 2132838"/>
              <a:gd name="connsiteX0" fmla="*/ 1079722 w 1256635"/>
              <a:gd name="connsiteY0" fmla="*/ 180457 h 2892933"/>
              <a:gd name="connsiteX1" fmla="*/ 1168179 w 1256635"/>
              <a:gd name="connsiteY1" fmla="*/ 0 h 2892933"/>
              <a:gd name="connsiteX2" fmla="*/ 1256635 w 1256635"/>
              <a:gd name="connsiteY2" fmla="*/ 180457 h 2892933"/>
              <a:gd name="connsiteX3" fmla="*/ 1212407 w 1256635"/>
              <a:gd name="connsiteY3" fmla="*/ 180457 h 2892933"/>
              <a:gd name="connsiteX4" fmla="*/ 856172 w 1256635"/>
              <a:gd name="connsiteY4" fmla="*/ 2132838 h 2892933"/>
              <a:gd name="connsiteX5" fmla="*/ 0 w 1256635"/>
              <a:gd name="connsiteY5" fmla="*/ 2892933 h 2892933"/>
              <a:gd name="connsiteX6" fmla="*/ 1123950 w 1256635"/>
              <a:gd name="connsiteY6" fmla="*/ 180457 h 2892933"/>
              <a:gd name="connsiteX7" fmla="*/ 1079722 w 1256635"/>
              <a:gd name="connsiteY7" fmla="*/ 180457 h 289293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462403"/>
              <a:gd name="connsiteX1" fmla="*/ 825279 w 913735"/>
              <a:gd name="connsiteY1" fmla="*/ 0 h 2462403"/>
              <a:gd name="connsiteX2" fmla="*/ 913735 w 913735"/>
              <a:gd name="connsiteY2" fmla="*/ 180457 h 2462403"/>
              <a:gd name="connsiteX3" fmla="*/ 869507 w 913735"/>
              <a:gd name="connsiteY3" fmla="*/ 180457 h 2462403"/>
              <a:gd name="connsiteX4" fmla="*/ 513272 w 913735"/>
              <a:gd name="connsiteY4" fmla="*/ 2132838 h 2462403"/>
              <a:gd name="connsiteX5" fmla="*/ 0 w 913735"/>
              <a:gd name="connsiteY5" fmla="*/ 2462403 h 2462403"/>
              <a:gd name="connsiteX6" fmla="*/ 781050 w 913735"/>
              <a:gd name="connsiteY6" fmla="*/ 180457 h 2462403"/>
              <a:gd name="connsiteX7" fmla="*/ 736822 w 913735"/>
              <a:gd name="connsiteY7" fmla="*/ 180457 h 2462403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736822 w 913735"/>
              <a:gd name="connsiteY0" fmla="*/ 180457 h 2532888"/>
              <a:gd name="connsiteX1" fmla="*/ 825279 w 913735"/>
              <a:gd name="connsiteY1" fmla="*/ 0 h 2532888"/>
              <a:gd name="connsiteX2" fmla="*/ 913735 w 913735"/>
              <a:gd name="connsiteY2" fmla="*/ 180457 h 2532888"/>
              <a:gd name="connsiteX3" fmla="*/ 869507 w 913735"/>
              <a:gd name="connsiteY3" fmla="*/ 180457 h 2532888"/>
              <a:gd name="connsiteX4" fmla="*/ 204662 w 913735"/>
              <a:gd name="connsiteY4" fmla="*/ 2532888 h 2532888"/>
              <a:gd name="connsiteX5" fmla="*/ 0 w 913735"/>
              <a:gd name="connsiteY5" fmla="*/ 2462403 h 2532888"/>
              <a:gd name="connsiteX6" fmla="*/ 781050 w 913735"/>
              <a:gd name="connsiteY6" fmla="*/ 180457 h 2532888"/>
              <a:gd name="connsiteX7" fmla="*/ 736822 w 91373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532888"/>
              <a:gd name="connsiteX1" fmla="*/ 779559 w 868015"/>
              <a:gd name="connsiteY1" fmla="*/ 0 h 2532888"/>
              <a:gd name="connsiteX2" fmla="*/ 868015 w 868015"/>
              <a:gd name="connsiteY2" fmla="*/ 180457 h 2532888"/>
              <a:gd name="connsiteX3" fmla="*/ 823787 w 868015"/>
              <a:gd name="connsiteY3" fmla="*/ 180457 h 2532888"/>
              <a:gd name="connsiteX4" fmla="*/ 158942 w 868015"/>
              <a:gd name="connsiteY4" fmla="*/ 2532888 h 2532888"/>
              <a:gd name="connsiteX5" fmla="*/ 0 w 868015"/>
              <a:gd name="connsiteY5" fmla="*/ 2424303 h 2532888"/>
              <a:gd name="connsiteX6" fmla="*/ 735330 w 868015"/>
              <a:gd name="connsiteY6" fmla="*/ 180457 h 2532888"/>
              <a:gd name="connsiteX7" fmla="*/ 691102 w 868015"/>
              <a:gd name="connsiteY7" fmla="*/ 180457 h 2532888"/>
              <a:gd name="connsiteX0" fmla="*/ 691102 w 868015"/>
              <a:gd name="connsiteY0" fmla="*/ 180457 h 2424303"/>
              <a:gd name="connsiteX1" fmla="*/ 779559 w 868015"/>
              <a:gd name="connsiteY1" fmla="*/ 0 h 2424303"/>
              <a:gd name="connsiteX2" fmla="*/ 868015 w 868015"/>
              <a:gd name="connsiteY2" fmla="*/ 180457 h 2424303"/>
              <a:gd name="connsiteX3" fmla="*/ 823787 w 868015"/>
              <a:gd name="connsiteY3" fmla="*/ 180457 h 2424303"/>
              <a:gd name="connsiteX4" fmla="*/ 216092 w 868015"/>
              <a:gd name="connsiteY4" fmla="*/ 2418588 h 2424303"/>
              <a:gd name="connsiteX5" fmla="*/ 0 w 868015"/>
              <a:gd name="connsiteY5" fmla="*/ 2424303 h 2424303"/>
              <a:gd name="connsiteX6" fmla="*/ 735330 w 868015"/>
              <a:gd name="connsiteY6" fmla="*/ 180457 h 2424303"/>
              <a:gd name="connsiteX7" fmla="*/ 691102 w 868015"/>
              <a:gd name="connsiteY7" fmla="*/ 180457 h 2424303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02408"/>
              <a:gd name="connsiteX1" fmla="*/ 779559 w 868015"/>
              <a:gd name="connsiteY1" fmla="*/ 0 h 2502408"/>
              <a:gd name="connsiteX2" fmla="*/ 868015 w 868015"/>
              <a:gd name="connsiteY2" fmla="*/ 180457 h 2502408"/>
              <a:gd name="connsiteX3" fmla="*/ 823787 w 868015"/>
              <a:gd name="connsiteY3" fmla="*/ 180457 h 2502408"/>
              <a:gd name="connsiteX4" fmla="*/ 147512 w 868015"/>
              <a:gd name="connsiteY4" fmla="*/ 2502408 h 2502408"/>
              <a:gd name="connsiteX5" fmla="*/ 0 w 868015"/>
              <a:gd name="connsiteY5" fmla="*/ 2424303 h 2502408"/>
              <a:gd name="connsiteX6" fmla="*/ 735330 w 868015"/>
              <a:gd name="connsiteY6" fmla="*/ 180457 h 2502408"/>
              <a:gd name="connsiteX7" fmla="*/ 691102 w 868015"/>
              <a:gd name="connsiteY7" fmla="*/ 180457 h 250240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  <a:gd name="connsiteX0" fmla="*/ 691102 w 868015"/>
              <a:gd name="connsiteY0" fmla="*/ 180457 h 2529078"/>
              <a:gd name="connsiteX1" fmla="*/ 779559 w 868015"/>
              <a:gd name="connsiteY1" fmla="*/ 0 h 2529078"/>
              <a:gd name="connsiteX2" fmla="*/ 868015 w 868015"/>
              <a:gd name="connsiteY2" fmla="*/ 180457 h 2529078"/>
              <a:gd name="connsiteX3" fmla="*/ 823787 w 868015"/>
              <a:gd name="connsiteY3" fmla="*/ 180457 h 2529078"/>
              <a:gd name="connsiteX4" fmla="*/ 197042 w 868015"/>
              <a:gd name="connsiteY4" fmla="*/ 2529078 h 2529078"/>
              <a:gd name="connsiteX5" fmla="*/ 0 w 868015"/>
              <a:gd name="connsiteY5" fmla="*/ 2424303 h 2529078"/>
              <a:gd name="connsiteX6" fmla="*/ 735330 w 868015"/>
              <a:gd name="connsiteY6" fmla="*/ 180457 h 2529078"/>
              <a:gd name="connsiteX7" fmla="*/ 691102 w 868015"/>
              <a:gd name="connsiteY7" fmla="*/ 180457 h 252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68015" h="2529078">
                <a:moveTo>
                  <a:pt x="691102" y="180457"/>
                </a:moveTo>
                <a:lnTo>
                  <a:pt x="779559" y="0"/>
                </a:lnTo>
                <a:lnTo>
                  <a:pt x="868015" y="180457"/>
                </a:lnTo>
                <a:lnTo>
                  <a:pt x="823787" y="180457"/>
                </a:lnTo>
                <a:cubicBezTo>
                  <a:pt x="805372" y="1297341"/>
                  <a:pt x="432627" y="2115139"/>
                  <a:pt x="197042" y="2529078"/>
                </a:cubicBezTo>
                <a:lnTo>
                  <a:pt x="0" y="2424303"/>
                </a:lnTo>
                <a:cubicBezTo>
                  <a:pt x="462280" y="1732234"/>
                  <a:pt x="709295" y="988731"/>
                  <a:pt x="735330" y="180457"/>
                </a:cubicBezTo>
                <a:lnTo>
                  <a:pt x="691102" y="180457"/>
                </a:lnTo>
                <a:close/>
              </a:path>
            </a:pathLst>
          </a:custGeom>
          <a:gradFill>
            <a:gsLst>
              <a:gs pos="0">
                <a:srgbClr val="C00000"/>
              </a:gs>
              <a:gs pos="93000">
                <a:srgbClr val="C00000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endParaRPr lang="zh-CN" altLang="en-US" sz="1799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161" name="灰色箭头">
            <a:extLst>
              <a:ext uri="{FF2B5EF4-FFF2-40B4-BE49-F238E27FC236}">
                <a16:creationId xmlns:a16="http://schemas.microsoft.com/office/drawing/2014/main" id="{CD8D6E17-055D-69AD-FE76-7255697A54EA}"/>
              </a:ext>
            </a:extLst>
          </p:cNvPr>
          <p:cNvSpPr/>
          <p:nvPr/>
        </p:nvSpPr>
        <p:spPr>
          <a:xfrm rot="5400000">
            <a:off x="6215165" y="4060600"/>
            <a:ext cx="297504" cy="174199"/>
          </a:xfrm>
          <a:prstGeom prst="flowChartExtract">
            <a:avLst/>
          </a:prstGeom>
          <a:gradFill flip="none" rotWithShape="1">
            <a:gsLst>
              <a:gs pos="0">
                <a:srgbClr val="666666">
                  <a:lumMod val="60000"/>
                  <a:lumOff val="40000"/>
                </a:srgbClr>
              </a:gs>
              <a:gs pos="100000">
                <a:srgbClr val="666666">
                  <a:lumMod val="40000"/>
                  <a:lumOff val="60000"/>
                  <a:alpha val="0"/>
                </a:srgbClr>
              </a:gs>
            </a:gsLst>
            <a:lin ang="5400000" scaled="1"/>
            <a:tileRect/>
          </a:gradFill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40000"/>
                    <a:lumOff val="60000"/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rot="0" spcFirstLastPara="0" vert="horz" wrap="none" lIns="90000" tIns="46800" rIns="90000" bIns="46800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9624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9184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18808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8432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97993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37617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772410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168015" algn="l" defTabSz="791845" rtl="0" eaLnBrk="1" latinLnBrk="0" hangingPunct="1">
              <a:defRPr sz="156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91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34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EF8CA3D8-780D-AA0E-336B-E7ACB115D530}"/>
              </a:ext>
            </a:extLst>
          </p:cNvPr>
          <p:cNvGrpSpPr/>
          <p:nvPr/>
        </p:nvGrpSpPr>
        <p:grpSpPr>
          <a:xfrm>
            <a:off x="5372403" y="3998947"/>
            <a:ext cx="275161" cy="297504"/>
            <a:chOff x="5937782" y="3978482"/>
            <a:chExt cx="275161" cy="297504"/>
          </a:xfrm>
        </p:grpSpPr>
        <p:sp>
          <p:nvSpPr>
            <p:cNvPr id="163" name="流程图: 摘录 162">
              <a:extLst>
                <a:ext uri="{FF2B5EF4-FFF2-40B4-BE49-F238E27FC236}">
                  <a16:creationId xmlns:a16="http://schemas.microsoft.com/office/drawing/2014/main" id="{95823886-673F-F3CF-B1A4-7A44BBC0023B}"/>
                </a:ext>
              </a:extLst>
            </p:cNvPr>
            <p:cNvSpPr/>
            <p:nvPr/>
          </p:nvSpPr>
          <p:spPr>
            <a:xfrm rot="5400000" flipH="1">
              <a:off x="5977092" y="4040134"/>
              <a:ext cx="297504" cy="174199"/>
            </a:xfrm>
            <a:prstGeom prst="flowChartExtract">
              <a:avLst/>
            </a:prstGeom>
            <a:gradFill>
              <a:gsLst>
                <a:gs pos="30000">
                  <a:srgbClr val="666666">
                    <a:lumMod val="40000"/>
                    <a:lumOff val="60000"/>
                    <a:alpha val="30000"/>
                  </a:srgbClr>
                </a:gs>
                <a:gs pos="0">
                  <a:srgbClr val="666666">
                    <a:lumMod val="40000"/>
                    <a:lumOff val="60000"/>
                  </a:srgbClr>
                </a:gs>
                <a:gs pos="73000">
                  <a:srgbClr val="666666">
                    <a:lumMod val="40000"/>
                    <a:lumOff val="60000"/>
                    <a:alpha val="300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666666">
                      <a:lumMod val="40000"/>
                      <a:lumOff val="60000"/>
                    </a:srgbClr>
                  </a:gs>
                  <a:gs pos="94000">
                    <a:srgbClr val="666666">
                      <a:lumMod val="40000"/>
                      <a:lumOff val="60000"/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="horz" wrap="none" lIns="0" tIns="0" rIns="0" bIns="0" numCol="1" spcCol="0" rtlCol="0" fromWordArt="0" anchor="ctr" anchorCtr="0" forceAA="0" compatLnSpc="1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9624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9184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8808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8432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7993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7617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7241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6801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918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3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64" name="流程图: 摘录 163">
              <a:extLst>
                <a:ext uri="{FF2B5EF4-FFF2-40B4-BE49-F238E27FC236}">
                  <a16:creationId xmlns:a16="http://schemas.microsoft.com/office/drawing/2014/main" id="{CCB1E5F1-C62E-7702-3AD9-8BD0FA64A389}"/>
                </a:ext>
              </a:extLst>
            </p:cNvPr>
            <p:cNvSpPr/>
            <p:nvPr/>
          </p:nvSpPr>
          <p:spPr>
            <a:xfrm rot="5400000" flipH="1">
              <a:off x="5876130" y="4040134"/>
              <a:ext cx="297504" cy="174199"/>
            </a:xfrm>
            <a:prstGeom prst="flowChartExtract">
              <a:avLst/>
            </a:prstGeom>
            <a:gradFill>
              <a:gsLst>
                <a:gs pos="30000">
                  <a:srgbClr val="666666">
                    <a:lumMod val="40000"/>
                    <a:lumOff val="60000"/>
                    <a:alpha val="30000"/>
                  </a:srgbClr>
                </a:gs>
                <a:gs pos="0">
                  <a:srgbClr val="666666">
                    <a:lumMod val="40000"/>
                    <a:lumOff val="60000"/>
                  </a:srgbClr>
                </a:gs>
                <a:gs pos="73000">
                  <a:srgbClr val="666666">
                    <a:lumMod val="40000"/>
                    <a:lumOff val="60000"/>
                    <a:alpha val="3000"/>
                  </a:srgbClr>
                </a:gs>
              </a:gsLst>
              <a:lin ang="5400000" scaled="0"/>
            </a:gradFill>
            <a:ln w="6350" cap="flat" cmpd="sng" algn="ctr">
              <a:gradFill>
                <a:gsLst>
                  <a:gs pos="0">
                    <a:srgbClr val="666666">
                      <a:lumMod val="40000"/>
                      <a:lumOff val="60000"/>
                    </a:srgbClr>
                  </a:gs>
                  <a:gs pos="94000">
                    <a:srgbClr val="666666">
                      <a:lumMod val="40000"/>
                      <a:lumOff val="60000"/>
                      <a:alpha val="0"/>
                    </a:srgb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ot="0" spcFirstLastPara="0" vert="horz" wrap="none" lIns="0" tIns="0" rIns="0" bIns="0" numCol="1" spcCol="0" rtlCol="0" fromWordArt="0" anchor="ctr" anchorCtr="0" forceAA="0" compatLnSpc="1">
              <a:noAutofit/>
            </a:bodyPr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9624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79184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18808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58432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97993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37617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772410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168015" algn="l" defTabSz="791845" rtl="0" eaLnBrk="1" latinLnBrk="0" hangingPunct="1">
                <a:defRPr sz="156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918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35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488759CD-0922-3852-0C6B-E05DDA09FDD2}"/>
              </a:ext>
            </a:extLst>
          </p:cNvPr>
          <p:cNvGrpSpPr/>
          <p:nvPr/>
        </p:nvGrpSpPr>
        <p:grpSpPr>
          <a:xfrm>
            <a:off x="6678544" y="4048455"/>
            <a:ext cx="263412" cy="198488"/>
            <a:chOff x="2641706" y="4970995"/>
            <a:chExt cx="288847" cy="217654"/>
          </a:xfrm>
        </p:grpSpPr>
        <p:sp>
          <p:nvSpPr>
            <p:cNvPr id="166" name="箭头: V 形 406">
              <a:extLst>
                <a:ext uri="{FF2B5EF4-FFF2-40B4-BE49-F238E27FC236}">
                  <a16:creationId xmlns:a16="http://schemas.microsoft.com/office/drawing/2014/main" id="{08D730B9-4B2E-12F3-0D18-0FF9B40A41E4}"/>
                </a:ext>
              </a:extLst>
            </p:cNvPr>
            <p:cNvSpPr/>
            <p:nvPr/>
          </p:nvSpPr>
          <p:spPr>
            <a:xfrm>
              <a:off x="2758071" y="4970995"/>
              <a:ext cx="172482" cy="217654"/>
            </a:xfrm>
            <a:prstGeom prst="chevron">
              <a:avLst>
                <a:gd name="adj" fmla="val 64512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endParaRPr lang="zh-CN" altLang="en-US" sz="1798" kern="0">
                <a:solidFill>
                  <a:srgbClr val="1D1D1A"/>
                </a:solidFill>
                <a:latin typeface="微软雅黑"/>
                <a:cs typeface="+mn-ea"/>
                <a:sym typeface="+mn-lt"/>
              </a:endParaRPr>
            </a:p>
          </p:txBody>
        </p:sp>
        <p:sp>
          <p:nvSpPr>
            <p:cNvPr id="167" name="箭头: V 形 405">
              <a:extLst>
                <a:ext uri="{FF2B5EF4-FFF2-40B4-BE49-F238E27FC236}">
                  <a16:creationId xmlns:a16="http://schemas.microsoft.com/office/drawing/2014/main" id="{CE804996-2E15-4345-E8A6-964F5AF51E6B}"/>
                </a:ext>
              </a:extLst>
            </p:cNvPr>
            <p:cNvSpPr/>
            <p:nvPr/>
          </p:nvSpPr>
          <p:spPr>
            <a:xfrm>
              <a:off x="2641706" y="4970995"/>
              <a:ext cx="172482" cy="217654"/>
            </a:xfrm>
            <a:prstGeom prst="chevron">
              <a:avLst>
                <a:gd name="adj" fmla="val 64512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3746">
                <a:defRPr/>
              </a:pPr>
              <a:endParaRPr lang="zh-CN" altLang="en-US" sz="1798" kern="0">
                <a:solidFill>
                  <a:srgbClr val="1D1D1A"/>
                </a:solidFill>
                <a:latin typeface="微软雅黑"/>
                <a:cs typeface="+mn-ea"/>
                <a:sym typeface="+mn-lt"/>
              </a:endParaRPr>
            </a:p>
          </p:txBody>
        </p:sp>
      </p:grpSp>
      <p:sp>
        <p:nvSpPr>
          <p:cNvPr id="169" name="椭圆 168">
            <a:extLst>
              <a:ext uri="{FF2B5EF4-FFF2-40B4-BE49-F238E27FC236}">
                <a16:creationId xmlns:a16="http://schemas.microsoft.com/office/drawing/2014/main" id="{2E5414E6-0DF8-AFF5-5FD0-928BE453B6BF}"/>
              </a:ext>
            </a:extLst>
          </p:cNvPr>
          <p:cNvSpPr/>
          <p:nvPr/>
        </p:nvSpPr>
        <p:spPr>
          <a:xfrm>
            <a:off x="8663911" y="3375898"/>
            <a:ext cx="1470689" cy="245927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99000">
                <a:srgbClr val="DDDDDD">
                  <a:alpha val="40000"/>
                </a:srgbClr>
              </a:gs>
            </a:gsLst>
            <a:lin ang="5400000" scaled="1"/>
          </a:gradFill>
          <a:ln w="12700" cap="flat" cmpd="sng" algn="ctr">
            <a:gradFill>
              <a:gsLst>
                <a:gs pos="44000">
                  <a:srgbClr val="DDDDDD">
                    <a:alpha val="0"/>
                  </a:srgbClr>
                </a:gs>
                <a:gs pos="99000">
                  <a:srgbClr val="C00000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975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FCFD6EE0-5A12-F5C6-880D-37610E56CE41}"/>
              </a:ext>
            </a:extLst>
          </p:cNvPr>
          <p:cNvSpPr/>
          <p:nvPr/>
        </p:nvSpPr>
        <p:spPr>
          <a:xfrm>
            <a:off x="8783294" y="3282924"/>
            <a:ext cx="432000" cy="214671"/>
          </a:xfrm>
          <a:prstGeom prst="roundRect">
            <a:avLst/>
          </a:prstGeom>
          <a:noFill/>
          <a:ln w="3175">
            <a:solidFill>
              <a:srgbClr val="666666">
                <a:lumMod val="40000"/>
                <a:lumOff val="60000"/>
              </a:srgb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marL="0" marR="0" lvl="0" indent="0" algn="ctr" defTabSz="914478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</a:rPr>
              <a:t>60.0</a:t>
            </a:r>
          </a:p>
        </p:txBody>
      </p: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0BEC2A8D-8E2D-51AB-9B89-F4077897E467}"/>
              </a:ext>
            </a:extLst>
          </p:cNvPr>
          <p:cNvSpPr/>
          <p:nvPr/>
        </p:nvSpPr>
        <p:spPr>
          <a:xfrm>
            <a:off x="9563883" y="3010509"/>
            <a:ext cx="504000" cy="214671"/>
          </a:xfrm>
          <a:prstGeom prst="roundRect">
            <a:avLst/>
          </a:prstGeom>
          <a:noFill/>
          <a:ln w="3175">
            <a:solidFill>
              <a:srgbClr val="C00000">
                <a:alpha val="67000"/>
              </a:srgbClr>
            </a:solidFill>
          </a:ln>
        </p:spPr>
        <p:txBody>
          <a:bodyPr wrap="none" lIns="0" tIns="0" rIns="0" bIns="0" anchor="ctr" anchorCtr="0">
            <a:noAutofit/>
          </a:bodyPr>
          <a:lstStyle/>
          <a:p>
            <a:pPr algn="ctr" defTabSz="914478" fontAlgn="ctr">
              <a:defRPr/>
            </a:pPr>
            <a:r>
              <a:rPr lang="en-US" altLang="zh-CN" sz="1400" b="1" dirty="0">
                <a:solidFill>
                  <a:srgbClr val="C00000"/>
                </a:solidFill>
                <a:latin typeface="微软雅黑"/>
              </a:rPr>
              <a:t>74.8</a:t>
            </a: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F65AAF78-5D04-D900-8F53-EF79B3DCC448}"/>
              </a:ext>
            </a:extLst>
          </p:cNvPr>
          <p:cNvSpPr txBox="1"/>
          <p:nvPr/>
        </p:nvSpPr>
        <p:spPr>
          <a:xfrm>
            <a:off x="8870511" y="3150499"/>
            <a:ext cx="25756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/>
            <a:r>
              <a:rPr kumimoji="1" lang="en-US" altLang="zh-CN" sz="700" dirty="0">
                <a:solidFill>
                  <a:srgbClr val="666666"/>
                </a:solidFill>
                <a:latin typeface="微软雅黑"/>
              </a:rPr>
              <a:t>2023</a:t>
            </a:r>
            <a:endParaRPr kumimoji="1" lang="zh-CN" altLang="en-US" sz="700" dirty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E297B0E-44D5-2DE3-F31F-61C85194A780}"/>
              </a:ext>
            </a:extLst>
          </p:cNvPr>
          <p:cNvSpPr txBox="1"/>
          <p:nvPr/>
        </p:nvSpPr>
        <p:spPr>
          <a:xfrm>
            <a:off x="9687100" y="2879065"/>
            <a:ext cx="25756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/>
            <a:r>
              <a:rPr kumimoji="1" lang="en-US" altLang="zh-CN" sz="700" dirty="0">
                <a:solidFill>
                  <a:srgbClr val="666666"/>
                </a:solidFill>
                <a:latin typeface="微软雅黑"/>
              </a:rPr>
              <a:t>2024</a:t>
            </a:r>
            <a:endParaRPr kumimoji="1" lang="zh-CN" altLang="en-US" sz="700" dirty="0">
              <a:solidFill>
                <a:srgbClr val="666666"/>
              </a:solidFill>
              <a:latin typeface="微软雅黑"/>
            </a:endParaRPr>
          </a:p>
        </p:txBody>
      </p:sp>
      <p:graphicFrame>
        <p:nvGraphicFramePr>
          <p:cNvPr id="178" name="表格 177">
            <a:extLst>
              <a:ext uri="{FF2B5EF4-FFF2-40B4-BE49-F238E27FC236}">
                <a16:creationId xmlns:a16="http://schemas.microsoft.com/office/drawing/2014/main" id="{961FCF42-75B0-4E33-A7B9-14DC2D1F2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649860"/>
              </p:ext>
            </p:extLst>
          </p:nvPr>
        </p:nvGraphicFramePr>
        <p:xfrm>
          <a:off x="7429650" y="2286908"/>
          <a:ext cx="4246410" cy="216000"/>
        </p:xfrm>
        <a:graphic>
          <a:graphicData uri="http://schemas.openxmlformats.org/drawingml/2006/table">
            <a:tbl>
              <a:tblPr firstRow="1" bandRow="1"/>
              <a:tblGrid>
                <a:gridCol w="849282">
                  <a:extLst>
                    <a:ext uri="{9D8B030D-6E8A-4147-A177-3AD203B41FA5}">
                      <a16:colId xmlns:a16="http://schemas.microsoft.com/office/drawing/2014/main" val="1158695776"/>
                    </a:ext>
                  </a:extLst>
                </a:gridCol>
                <a:gridCol w="849282">
                  <a:extLst>
                    <a:ext uri="{9D8B030D-6E8A-4147-A177-3AD203B41FA5}">
                      <a16:colId xmlns:a16="http://schemas.microsoft.com/office/drawing/2014/main" val="2074911385"/>
                    </a:ext>
                  </a:extLst>
                </a:gridCol>
                <a:gridCol w="849282">
                  <a:extLst>
                    <a:ext uri="{9D8B030D-6E8A-4147-A177-3AD203B41FA5}">
                      <a16:colId xmlns:a16="http://schemas.microsoft.com/office/drawing/2014/main" val="2761059449"/>
                    </a:ext>
                  </a:extLst>
                </a:gridCol>
                <a:gridCol w="849282">
                  <a:extLst>
                    <a:ext uri="{9D8B030D-6E8A-4147-A177-3AD203B41FA5}">
                      <a16:colId xmlns:a16="http://schemas.microsoft.com/office/drawing/2014/main" val="956578624"/>
                    </a:ext>
                  </a:extLst>
                </a:gridCol>
                <a:gridCol w="849282">
                  <a:extLst>
                    <a:ext uri="{9D8B030D-6E8A-4147-A177-3AD203B41FA5}">
                      <a16:colId xmlns:a16="http://schemas.microsoft.com/office/drawing/2014/main" val="1381459767"/>
                    </a:ext>
                  </a:extLst>
                </a:gridCol>
              </a:tblGrid>
              <a:tr h="216000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b="1" kern="12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标签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5F3"/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行业地图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b="1" kern="12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产品地图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人力地图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bg1"/>
                          </a:solidFill>
                          <a:latin typeface="Calibri" panose="020F0502020204030204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zh-CN" altLang="en-US" sz="700" dirty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周边协同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843469"/>
                  </a:ext>
                </a:extLst>
              </a:tr>
            </a:tbl>
          </a:graphicData>
        </a:graphic>
      </p:graphicFrame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304A531F-AF7A-BC8B-C03C-47FA73A12D91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81" name="矩形 180">
              <a:hlinkClick r:id="rId2" action="ppaction://hlinksldjump"/>
              <a:extLst>
                <a:ext uri="{FF2B5EF4-FFF2-40B4-BE49-F238E27FC236}">
                  <a16:creationId xmlns:a16="http://schemas.microsoft.com/office/drawing/2014/main" id="{706AD120-43E5-80D8-9928-6CC59DB89B50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82" name="直接连接符 181">
              <a:hlinkClick r:id="rId2" action="ppaction://hlinksldjump"/>
              <a:extLst>
                <a:ext uri="{FF2B5EF4-FFF2-40B4-BE49-F238E27FC236}">
                  <a16:creationId xmlns:a16="http://schemas.microsoft.com/office/drawing/2014/main" id="{3218833B-6221-C48B-AEC8-0E7EC4041013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16994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副标题 4">
            <a:extLst>
              <a:ext uri="{FF2B5EF4-FFF2-40B4-BE49-F238E27FC236}">
                <a16:creationId xmlns:a16="http://schemas.microsoft.com/office/drawing/2014/main" id="{B6A5474A-A2A6-FF80-0931-29153802A253}"/>
              </a:ext>
            </a:extLst>
          </p:cNvPr>
          <p:cNvSpPr txBox="1">
            <a:spLocks/>
          </p:cNvSpPr>
          <p:nvPr/>
        </p:nvSpPr>
        <p:spPr>
          <a:xfrm>
            <a:off x="517525" y="261000"/>
            <a:ext cx="10728000" cy="360000"/>
          </a:xfrm>
          <a:prstGeom prst="rect">
            <a:avLst/>
          </a:prstGeom>
        </p:spPr>
        <p:txBody>
          <a:bodyPr/>
          <a:lstStyle>
            <a:lvl1pPr marL="0" indent="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None/>
              <a:defRPr sz="1819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/>
                <a:ea typeface="微软雅黑"/>
              </a:rPr>
              <a:t>配色色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A9DBE6-7CA1-647C-BB79-15E4A9CEB1B5}"/>
              </a:ext>
            </a:extLst>
          </p:cNvPr>
          <p:cNvSpPr/>
          <p:nvPr/>
        </p:nvSpPr>
        <p:spPr>
          <a:xfrm>
            <a:off x="6212000" y="909000"/>
            <a:ext cx="5472000" cy="5256850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标题 40">
            <a:extLst>
              <a:ext uri="{FF2B5EF4-FFF2-40B4-BE49-F238E27FC236}">
                <a16:creationId xmlns:a16="http://schemas.microsoft.com/office/drawing/2014/main" id="{F04B0473-2948-69A8-8991-4D780535EE9B}"/>
              </a:ext>
            </a:extLst>
          </p:cNvPr>
          <p:cNvSpPr txBox="1">
            <a:spLocks/>
          </p:cNvSpPr>
          <p:nvPr/>
        </p:nvSpPr>
        <p:spPr>
          <a:xfrm>
            <a:off x="490135" y="261000"/>
            <a:ext cx="1116000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>
                <a:latin typeface="+mn-ea"/>
                <a:ea typeface="+mn-ea"/>
                <a:cs typeface="+mn-cs"/>
              </a:rPr>
              <a:t>建议配色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61B351-0550-E9E1-5074-AA31883396B8}"/>
              </a:ext>
            </a:extLst>
          </p:cNvPr>
          <p:cNvSpPr/>
          <p:nvPr/>
        </p:nvSpPr>
        <p:spPr>
          <a:xfrm>
            <a:off x="520700" y="909000"/>
            <a:ext cx="2304000" cy="52568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16000" tIns="360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为简化制作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难度，增强统一性，建议减少配色复杂度，常规情况下使用红色系及无色系配色，特殊情况下可使用异色系配色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如非必要，一般线框、线条、图形等元素使用灰色系配色；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文字建议使用黑色，非特殊情况不使用灰色；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强调类文字、标题、强调类线框可酌情使用红色；部分架构图，为区分内容可使用红色系，配色强调主要部分。不建议大量使用红色，易造成页面混乱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渐变色通常使用在一些图形元素的绘制中，以丰富图形元素；特殊标签也可使用渐变色。不建议滥用渐变色，易造成页面混乱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3C3A51D8-8889-7799-FDBA-2F69F2CFF5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9505708"/>
              </p:ext>
            </p:extLst>
          </p:nvPr>
        </p:nvGraphicFramePr>
        <p:xfrm>
          <a:off x="6338000" y="1712976"/>
          <a:ext cx="5220000" cy="255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D1708A70-8298-BC14-905B-C54056A2AB59}"/>
              </a:ext>
            </a:extLst>
          </p:cNvPr>
          <p:cNvGrpSpPr/>
          <p:nvPr/>
        </p:nvGrpSpPr>
        <p:grpSpPr>
          <a:xfrm>
            <a:off x="7685747" y="5058277"/>
            <a:ext cx="2524506" cy="397384"/>
            <a:chOff x="1725746" y="2614006"/>
            <a:chExt cx="2524506" cy="397384"/>
          </a:xfrm>
        </p:grpSpPr>
        <p:sp>
          <p:nvSpPr>
            <p:cNvPr id="17" name="矩形 13">
              <a:extLst>
                <a:ext uri="{FF2B5EF4-FFF2-40B4-BE49-F238E27FC236}">
                  <a16:creationId xmlns:a16="http://schemas.microsoft.com/office/drawing/2014/main" id="{EE74C339-E398-EFA1-C545-0C77646F23C0}"/>
                </a:ext>
              </a:extLst>
            </p:cNvPr>
            <p:cNvSpPr>
              <a:spLocks/>
            </p:cNvSpPr>
            <p:nvPr/>
          </p:nvSpPr>
          <p:spPr>
            <a:xfrm>
              <a:off x="3782252" y="2614006"/>
              <a:ext cx="468000" cy="396000"/>
            </a:xfrm>
            <a:prstGeom prst="rect">
              <a:avLst/>
            </a:prstGeom>
            <a:solidFill>
              <a:srgbClr val="FFF1E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rPr>
                <a:t>255/241/239</a:t>
              </a:r>
              <a:endParaRPr kumimoji="1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Arial" charset="0"/>
              </a:endParaRPr>
            </a:p>
          </p:txBody>
        </p:sp>
        <p:sp>
          <p:nvSpPr>
            <p:cNvPr id="18" name="矩形 13">
              <a:extLst>
                <a:ext uri="{FF2B5EF4-FFF2-40B4-BE49-F238E27FC236}">
                  <a16:creationId xmlns:a16="http://schemas.microsoft.com/office/drawing/2014/main" id="{521FC836-6D6F-DDEC-3219-29E4D2E8BE2F}"/>
                </a:ext>
              </a:extLst>
            </p:cNvPr>
            <p:cNvSpPr>
              <a:spLocks/>
            </p:cNvSpPr>
            <p:nvPr/>
          </p:nvSpPr>
          <p:spPr>
            <a:xfrm>
              <a:off x="3269640" y="2615390"/>
              <a:ext cx="468000" cy="396000"/>
            </a:xfrm>
            <a:prstGeom prst="rect">
              <a:avLst/>
            </a:prstGeom>
            <a:solidFill>
              <a:srgbClr val="F1B4B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555553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rPr>
                <a:t>241/180/182</a:t>
              </a:r>
              <a:endParaRPr kumimoji="1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555553"/>
                </a:solidFill>
                <a:effectLst/>
                <a:uLnTx/>
                <a:uFillTx/>
                <a:latin typeface="微软雅黑"/>
                <a:ea typeface="微软雅黑"/>
                <a:cs typeface="Arial" charset="0"/>
              </a:endParaRPr>
            </a:p>
          </p:txBody>
        </p:sp>
        <p:sp>
          <p:nvSpPr>
            <p:cNvPr id="19" name="矩形 13">
              <a:extLst>
                <a:ext uri="{FF2B5EF4-FFF2-40B4-BE49-F238E27FC236}">
                  <a16:creationId xmlns:a16="http://schemas.microsoft.com/office/drawing/2014/main" id="{1DD43B05-9386-40C6-759C-411FB8A0D9C4}"/>
                </a:ext>
              </a:extLst>
            </p:cNvPr>
            <p:cNvSpPr>
              <a:spLocks/>
            </p:cNvSpPr>
            <p:nvPr/>
          </p:nvSpPr>
          <p:spPr>
            <a:xfrm>
              <a:off x="2757027" y="2614928"/>
              <a:ext cx="468000" cy="396000"/>
            </a:xfrm>
            <a:prstGeom prst="rect">
              <a:avLst/>
            </a:prstGeom>
            <a:solidFill>
              <a:srgbClr val="E3787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rPr>
                <a:t>227/120/125</a:t>
              </a:r>
              <a:endParaRPr kumimoji="1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Arial" charset="0"/>
              </a:endParaRPr>
            </a:p>
          </p:txBody>
        </p:sp>
        <p:sp>
          <p:nvSpPr>
            <p:cNvPr id="20" name="矩形 13">
              <a:extLst>
                <a:ext uri="{FF2B5EF4-FFF2-40B4-BE49-F238E27FC236}">
                  <a16:creationId xmlns:a16="http://schemas.microsoft.com/office/drawing/2014/main" id="{9EA0036D-BA23-F575-E4F5-C6D6C1E94F5B}"/>
                </a:ext>
              </a:extLst>
            </p:cNvPr>
            <p:cNvSpPr>
              <a:spLocks/>
            </p:cNvSpPr>
            <p:nvPr/>
          </p:nvSpPr>
          <p:spPr>
            <a:xfrm>
              <a:off x="2244414" y="2614467"/>
              <a:ext cx="468000" cy="396000"/>
            </a:xfrm>
            <a:prstGeom prst="rect">
              <a:avLst/>
            </a:prstGeom>
            <a:solidFill>
              <a:srgbClr val="D53C4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rPr>
                <a:t>213/60/68</a:t>
              </a:r>
              <a:endParaRPr kumimoji="1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Arial" charset="0"/>
              </a:endParaRPr>
            </a:p>
          </p:txBody>
        </p:sp>
        <p:sp>
          <p:nvSpPr>
            <p:cNvPr id="21" name="矩形 13">
              <a:extLst>
                <a:ext uri="{FF2B5EF4-FFF2-40B4-BE49-F238E27FC236}">
                  <a16:creationId xmlns:a16="http://schemas.microsoft.com/office/drawing/2014/main" id="{30310109-EA61-CAE9-6CA9-2B0AC56201AF}"/>
                </a:ext>
              </a:extLst>
            </p:cNvPr>
            <p:cNvSpPr>
              <a:spLocks/>
            </p:cNvSpPr>
            <p:nvPr/>
          </p:nvSpPr>
          <p:spPr>
            <a:xfrm>
              <a:off x="1725746" y="2614467"/>
              <a:ext cx="468000" cy="396000"/>
            </a:xfrm>
            <a:prstGeom prst="rect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192,0,0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E210D6D7-55E7-5C07-E1E4-BA51236714D3}"/>
              </a:ext>
            </a:extLst>
          </p:cNvPr>
          <p:cNvSpPr/>
          <p:nvPr/>
        </p:nvSpPr>
        <p:spPr>
          <a:xfrm>
            <a:off x="6212000" y="914400"/>
            <a:ext cx="5472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红色系配色参考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8EDD317-E404-4E1A-DC36-304BDF50D7F0}"/>
              </a:ext>
            </a:extLst>
          </p:cNvPr>
          <p:cNvGrpSpPr/>
          <p:nvPr/>
        </p:nvGrpSpPr>
        <p:grpSpPr>
          <a:xfrm>
            <a:off x="3042350" y="909000"/>
            <a:ext cx="2952000" cy="5256850"/>
            <a:chOff x="515100" y="909000"/>
            <a:chExt cx="2952000" cy="5256850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A5C9253-6318-B7A4-CFE6-C6E4358736AF}"/>
                </a:ext>
              </a:extLst>
            </p:cNvPr>
            <p:cNvSpPr/>
            <p:nvPr/>
          </p:nvSpPr>
          <p:spPr>
            <a:xfrm>
              <a:off x="515100" y="909000"/>
              <a:ext cx="2952000" cy="5256850"/>
            </a:xfrm>
            <a:prstGeom prst="rect">
              <a:avLst/>
            </a:prstGeom>
            <a:noFill/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8AB5545-240E-3230-3B1D-4FCD8D5C569B}"/>
                </a:ext>
              </a:extLst>
            </p:cNvPr>
            <p:cNvSpPr txBox="1"/>
            <p:nvPr/>
          </p:nvSpPr>
          <p:spPr>
            <a:xfrm>
              <a:off x="733425" y="1228209"/>
              <a:ext cx="1068404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</a:rPr>
                <a:t>主色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054A3CF-781D-0392-7544-8F72BA3B50B3}"/>
                </a:ext>
              </a:extLst>
            </p:cNvPr>
            <p:cNvSpPr txBox="1"/>
            <p:nvPr/>
          </p:nvSpPr>
          <p:spPr>
            <a:xfrm>
              <a:off x="755014" y="2198001"/>
              <a:ext cx="164592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</a:rPr>
                <a:t>同系辅色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867DEB9-563A-E8A9-EA28-E1ED4732DBCE}"/>
                </a:ext>
              </a:extLst>
            </p:cNvPr>
            <p:cNvSpPr txBox="1"/>
            <p:nvPr/>
          </p:nvSpPr>
          <p:spPr>
            <a:xfrm>
              <a:off x="744674" y="4293220"/>
              <a:ext cx="164592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</a:rPr>
                <a:t>异系辅色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4BBF192-A5BB-AE19-18F4-36F80A6571C6}"/>
                </a:ext>
              </a:extLst>
            </p:cNvPr>
            <p:cNvSpPr txBox="1"/>
            <p:nvPr/>
          </p:nvSpPr>
          <p:spPr>
            <a:xfrm>
              <a:off x="733425" y="3191246"/>
              <a:ext cx="1645921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</a:rPr>
                <a:t>灰色系辅色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4545E518-9677-69D4-D700-F55BF584FE93}"/>
                </a:ext>
              </a:extLst>
            </p:cNvPr>
            <p:cNvSpPr/>
            <p:nvPr/>
          </p:nvSpPr>
          <p:spPr>
            <a:xfrm>
              <a:off x="733425" y="1440421"/>
              <a:ext cx="476160" cy="399691"/>
            </a:xfrm>
            <a:prstGeom prst="rect">
              <a:avLst/>
            </a:prstGeom>
            <a:solidFill>
              <a:srgbClr val="C7000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rPr>
                <a:t>PANTONE 185C</a:t>
              </a:r>
            </a:p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rPr>
                <a:t>RGB </a:t>
              </a:r>
              <a:br>
                <a:rPr kumimoji="1" lang="en-US" altLang="zh-CN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rPr>
              </a:br>
              <a:r>
                <a:rPr kumimoji="1" lang="en-US" altLang="zh-CN" sz="5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rPr>
                <a:t>199/0/11  </a:t>
              </a: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6B1C367E-ECCF-0D36-4B7F-4DC664C40708}"/>
                </a:ext>
              </a:extLst>
            </p:cNvPr>
            <p:cNvGrpSpPr/>
            <p:nvPr/>
          </p:nvGrpSpPr>
          <p:grpSpPr>
            <a:xfrm>
              <a:off x="733425" y="2430357"/>
              <a:ext cx="1962707" cy="396000"/>
              <a:chOff x="733425" y="2388022"/>
              <a:chExt cx="1962707" cy="396000"/>
            </a:xfrm>
          </p:grpSpPr>
          <p:sp>
            <p:nvSpPr>
              <p:cNvPr id="91" name="矩形 13">
                <a:extLst>
                  <a:ext uri="{FF2B5EF4-FFF2-40B4-BE49-F238E27FC236}">
                    <a16:creationId xmlns:a16="http://schemas.microsoft.com/office/drawing/2014/main" id="{54B3EA06-6246-3E53-7AD1-41399EE23B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28132" y="2388022"/>
                <a:ext cx="468000" cy="396000"/>
              </a:xfrm>
              <a:prstGeom prst="rect">
                <a:avLst/>
              </a:prstGeom>
              <a:solidFill>
                <a:srgbClr val="FFF1E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78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Arial" charset="0"/>
                  </a:rPr>
                  <a:t>255/241/239</a:t>
                </a:r>
                <a:endParaRPr kumimoji="1" lang="mr-IN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endParaRPr>
              </a:p>
            </p:txBody>
          </p:sp>
          <p:sp>
            <p:nvSpPr>
              <p:cNvPr id="92" name="矩形 13">
                <a:extLst>
                  <a:ext uri="{FF2B5EF4-FFF2-40B4-BE49-F238E27FC236}">
                    <a16:creationId xmlns:a16="http://schemas.microsoft.com/office/drawing/2014/main" id="{19E48D53-8C75-F2EE-EBE2-2214C392B4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9897" y="2388022"/>
                <a:ext cx="468000" cy="396000"/>
              </a:xfrm>
              <a:prstGeom prst="rect">
                <a:avLst/>
              </a:prstGeom>
              <a:solidFill>
                <a:srgbClr val="F1B4B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78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Arial" charset="0"/>
                  </a:rPr>
                  <a:t>241/180/182</a:t>
                </a:r>
                <a:endParaRPr kumimoji="1" lang="mr-IN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endParaRPr>
              </a:p>
            </p:txBody>
          </p:sp>
          <p:sp>
            <p:nvSpPr>
              <p:cNvPr id="93" name="矩形 13">
                <a:extLst>
                  <a:ext uri="{FF2B5EF4-FFF2-40B4-BE49-F238E27FC236}">
                    <a16:creationId xmlns:a16="http://schemas.microsoft.com/office/drawing/2014/main" id="{C86D7A6D-5C3F-CAFE-EF43-8984D8970FF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31661" y="2388022"/>
                <a:ext cx="468000" cy="396000"/>
              </a:xfrm>
              <a:prstGeom prst="rect">
                <a:avLst/>
              </a:prstGeom>
              <a:solidFill>
                <a:srgbClr val="E3787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78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Arial" charset="0"/>
                  </a:rPr>
                  <a:t>227/120/125</a:t>
                </a:r>
                <a:endParaRPr kumimoji="1" lang="mr-IN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endParaRPr>
              </a:p>
            </p:txBody>
          </p:sp>
          <p:sp>
            <p:nvSpPr>
              <p:cNvPr id="94" name="矩形 13">
                <a:extLst>
                  <a:ext uri="{FF2B5EF4-FFF2-40B4-BE49-F238E27FC236}">
                    <a16:creationId xmlns:a16="http://schemas.microsoft.com/office/drawing/2014/main" id="{AE418B1D-D330-066C-358A-B5722104B4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3425" y="2388022"/>
                <a:ext cx="468000" cy="396000"/>
              </a:xfrm>
              <a:prstGeom prst="rect">
                <a:avLst/>
              </a:prstGeom>
              <a:solidFill>
                <a:srgbClr val="D53C4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78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Arial" charset="0"/>
                  </a:rPr>
                  <a:t>213/60/68</a:t>
                </a:r>
                <a:endParaRPr kumimoji="1" lang="mr-IN" altLang="zh-CN" sz="5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Arial" charset="0"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53B7DA22-C9A1-7928-FBFE-ADDEACD3D122}"/>
                </a:ext>
              </a:extLst>
            </p:cNvPr>
            <p:cNvGrpSpPr/>
            <p:nvPr/>
          </p:nvGrpSpPr>
          <p:grpSpPr>
            <a:xfrm>
              <a:off x="736600" y="4545510"/>
              <a:ext cx="2524506" cy="1421529"/>
              <a:chOff x="4365747" y="5388567"/>
              <a:chExt cx="2524506" cy="1421529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D6DE9C84-9B80-E75A-0417-3DB102D8B767}"/>
                  </a:ext>
                </a:extLst>
              </p:cNvPr>
              <p:cNvGrpSpPr/>
              <p:nvPr/>
            </p:nvGrpSpPr>
            <p:grpSpPr>
              <a:xfrm>
                <a:off x="4365747" y="5901331"/>
                <a:ext cx="2524506" cy="396000"/>
                <a:chOff x="7929174" y="4469689"/>
                <a:chExt cx="2524506" cy="396000"/>
              </a:xfrm>
            </p:grpSpPr>
            <p:sp>
              <p:nvSpPr>
                <p:cNvPr id="81" name="矩形 13">
                  <a:extLst>
                    <a:ext uri="{FF2B5EF4-FFF2-40B4-BE49-F238E27FC236}">
                      <a16:creationId xmlns:a16="http://schemas.microsoft.com/office/drawing/2014/main" id="{CADC5D67-D90C-93DE-9EF6-A8BDF6830FD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985680" y="4469689"/>
                  <a:ext cx="468000" cy="396000"/>
                </a:xfrm>
                <a:prstGeom prst="rect">
                  <a:avLst/>
                </a:prstGeom>
                <a:solidFill>
                  <a:srgbClr val="FCC800">
                    <a:lumMod val="20000"/>
                    <a:lumOff val="8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微软雅黑"/>
                    </a:rPr>
                    <a:t>255,244,203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  <p:sp>
              <p:nvSpPr>
                <p:cNvPr id="82" name="矩形 13">
                  <a:extLst>
                    <a:ext uri="{FF2B5EF4-FFF2-40B4-BE49-F238E27FC236}">
                      <a16:creationId xmlns:a16="http://schemas.microsoft.com/office/drawing/2014/main" id="{02BA817E-6120-4ECB-FDD9-3A263DB5F88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71555" y="4469689"/>
                  <a:ext cx="468000" cy="396000"/>
                </a:xfrm>
                <a:prstGeom prst="rect">
                  <a:avLst/>
                </a:prstGeom>
                <a:solidFill>
                  <a:srgbClr val="FCC800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微软雅黑"/>
                    </a:rPr>
                    <a:t>255,234,152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  <p:sp>
              <p:nvSpPr>
                <p:cNvPr id="83" name="矩形 13">
                  <a:extLst>
                    <a:ext uri="{FF2B5EF4-FFF2-40B4-BE49-F238E27FC236}">
                      <a16:creationId xmlns:a16="http://schemas.microsoft.com/office/drawing/2014/main" id="{92DA6453-D079-1092-3ED5-3F6AFF98AE0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957428" y="4469689"/>
                  <a:ext cx="468000" cy="396000"/>
                </a:xfrm>
                <a:prstGeom prst="rect">
                  <a:avLst/>
                </a:prstGeom>
                <a:solidFill>
                  <a:srgbClr val="FCC800">
                    <a:lumMod val="60000"/>
                    <a:lumOff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微软雅黑"/>
                    </a:rPr>
                    <a:t>255,223,100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  <p:sp>
              <p:nvSpPr>
                <p:cNvPr id="84" name="矩形 13">
                  <a:extLst>
                    <a:ext uri="{FF2B5EF4-FFF2-40B4-BE49-F238E27FC236}">
                      <a16:creationId xmlns:a16="http://schemas.microsoft.com/office/drawing/2014/main" id="{DEDBBC88-C01E-4042-FF69-CB04DE4F32D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443301" y="4469689"/>
                  <a:ext cx="468000" cy="396000"/>
                </a:xfrm>
                <a:prstGeom prst="rect">
                  <a:avLst/>
                </a:prstGeom>
                <a:solidFill>
                  <a:srgbClr val="FCC800">
                    <a:lumMod val="80000"/>
                    <a:lumOff val="2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微软雅黑"/>
                    </a:rPr>
                    <a:t>255,212,49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  <p:sp>
              <p:nvSpPr>
                <p:cNvPr id="85" name="矩形 13">
                  <a:extLst>
                    <a:ext uri="{FF2B5EF4-FFF2-40B4-BE49-F238E27FC236}">
                      <a16:creationId xmlns:a16="http://schemas.microsoft.com/office/drawing/2014/main" id="{9D0A18E2-A916-FF8C-954D-0A595EE3022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29174" y="4469689"/>
                  <a:ext cx="468000" cy="396000"/>
                </a:xfrm>
                <a:prstGeom prst="rect">
                  <a:avLst/>
                </a:prstGeom>
                <a:solidFill>
                  <a:srgbClr val="FCC8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微软雅黑"/>
                    </a:rPr>
                    <a:t>252,200,0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08685BB6-54CE-06BA-ABBE-A131398AEB5A}"/>
                  </a:ext>
                </a:extLst>
              </p:cNvPr>
              <p:cNvGrpSpPr/>
              <p:nvPr/>
            </p:nvGrpSpPr>
            <p:grpSpPr>
              <a:xfrm>
                <a:off x="4369133" y="6414096"/>
                <a:ext cx="2517734" cy="396000"/>
                <a:chOff x="1896351" y="4469689"/>
                <a:chExt cx="2517734" cy="396000"/>
              </a:xfrm>
            </p:grpSpPr>
            <p:sp>
              <p:nvSpPr>
                <p:cNvPr id="75" name="矩形 13">
                  <a:extLst>
                    <a:ext uri="{FF2B5EF4-FFF2-40B4-BE49-F238E27FC236}">
                      <a16:creationId xmlns:a16="http://schemas.microsoft.com/office/drawing/2014/main" id="{FF7EF74D-7227-DE34-7A72-D23A515EC2C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46085" y="4469689"/>
                  <a:ext cx="468000" cy="396000"/>
                </a:xfrm>
                <a:prstGeom prst="rect">
                  <a:avLst/>
                </a:prstGeom>
                <a:solidFill>
                  <a:srgbClr val="F4FAF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微软雅黑"/>
                    </a:rPr>
                    <a:t>244,250,240</a:t>
                  </a:r>
                </a:p>
              </p:txBody>
            </p:sp>
            <p:sp>
              <p:nvSpPr>
                <p:cNvPr id="76" name="矩形 13">
                  <a:extLst>
                    <a:ext uri="{FF2B5EF4-FFF2-40B4-BE49-F238E27FC236}">
                      <a16:creationId xmlns:a16="http://schemas.microsoft.com/office/drawing/2014/main" id="{F2224FF6-EAF2-A4DC-B205-F69D98D0FC0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433652" y="4469689"/>
                  <a:ext cx="468000" cy="396000"/>
                </a:xfrm>
                <a:prstGeom prst="rect">
                  <a:avLst/>
                </a:prstGeom>
                <a:solidFill>
                  <a:srgbClr val="CFE8C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微软雅黑"/>
                    </a:rPr>
                    <a:t>207,232,192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  <p:sp>
              <p:nvSpPr>
                <p:cNvPr id="77" name="矩形 13">
                  <a:extLst>
                    <a:ext uri="{FF2B5EF4-FFF2-40B4-BE49-F238E27FC236}">
                      <a16:creationId xmlns:a16="http://schemas.microsoft.com/office/drawing/2014/main" id="{AD8D1B5D-AE7E-11C7-BA87-3F1D7313820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21218" y="4469689"/>
                  <a:ext cx="468000" cy="396000"/>
                </a:xfrm>
                <a:prstGeom prst="rect">
                  <a:avLst/>
                </a:prstGeom>
                <a:solidFill>
                  <a:srgbClr val="AAD69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/>
                    </a:rPr>
                    <a:t>170,214,144</a:t>
                  </a:r>
                </a:p>
              </p:txBody>
            </p:sp>
            <p:sp>
              <p:nvSpPr>
                <p:cNvPr id="78" name="矩形 13">
                  <a:extLst>
                    <a:ext uri="{FF2B5EF4-FFF2-40B4-BE49-F238E27FC236}">
                      <a16:creationId xmlns:a16="http://schemas.microsoft.com/office/drawing/2014/main" id="{63F82CE4-4167-8DC5-6A9A-96CC7A45CDE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08784" y="4469689"/>
                  <a:ext cx="468000" cy="396000"/>
                </a:xfrm>
                <a:prstGeom prst="rect">
                  <a:avLst/>
                </a:prstGeom>
                <a:solidFill>
                  <a:srgbClr val="85C46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/>
                    </a:rPr>
                    <a:t>133,196,96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92B2CEF2-B981-0799-923F-6D70111AED4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896351" y="4469689"/>
                  <a:ext cx="468000" cy="396000"/>
                </a:xfrm>
                <a:prstGeom prst="rect">
                  <a:avLst/>
                </a:prstGeom>
                <a:solidFill>
                  <a:srgbClr val="61B23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/>
                    </a:rPr>
                    <a:t>97,178,48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0A8A17BE-38A2-BAEB-F95A-7406333C395F}"/>
                  </a:ext>
                </a:extLst>
              </p:cNvPr>
              <p:cNvGrpSpPr/>
              <p:nvPr/>
            </p:nvGrpSpPr>
            <p:grpSpPr>
              <a:xfrm>
                <a:off x="4369133" y="5388567"/>
                <a:ext cx="2517734" cy="396000"/>
                <a:chOff x="7712179" y="5094444"/>
                <a:chExt cx="2517734" cy="396000"/>
              </a:xfrm>
            </p:grpSpPr>
            <p:sp>
              <p:nvSpPr>
                <p:cNvPr id="59" name="矩形 13">
                  <a:extLst>
                    <a:ext uri="{FF2B5EF4-FFF2-40B4-BE49-F238E27FC236}">
                      <a16:creationId xmlns:a16="http://schemas.microsoft.com/office/drawing/2014/main" id="{3EE02A52-659D-CEBB-BF01-5D7160AC13B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761913" y="5094444"/>
                  <a:ext cx="468000" cy="396000"/>
                </a:xfrm>
                <a:prstGeom prst="rect">
                  <a:avLst/>
                </a:prstGeom>
                <a:solidFill>
                  <a:srgbClr val="EEF8FE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微软雅黑"/>
                    </a:rPr>
                    <a:t>238,248,254</a:t>
                  </a:r>
                </a:p>
              </p:txBody>
            </p:sp>
            <p:sp>
              <p:nvSpPr>
                <p:cNvPr id="60" name="矩形 13">
                  <a:extLst>
                    <a:ext uri="{FF2B5EF4-FFF2-40B4-BE49-F238E27FC236}">
                      <a16:creationId xmlns:a16="http://schemas.microsoft.com/office/drawing/2014/main" id="{1CEBE054-7BA8-74CA-29E3-B46B01C5348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249479" y="5094444"/>
                  <a:ext cx="468000" cy="396000"/>
                </a:xfrm>
                <a:prstGeom prst="rect">
                  <a:avLst/>
                </a:prstGeom>
                <a:solidFill>
                  <a:srgbClr val="B6D1E9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66666"/>
                      </a:solidFill>
                      <a:effectLst/>
                      <a:uLnTx/>
                      <a:uFillTx/>
                      <a:latin typeface="微软雅黑"/>
                    </a:rPr>
                    <a:t>182,209,233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  <p:sp>
              <p:nvSpPr>
                <p:cNvPr id="61" name="矩形 13">
                  <a:extLst>
                    <a:ext uri="{FF2B5EF4-FFF2-40B4-BE49-F238E27FC236}">
                      <a16:creationId xmlns:a16="http://schemas.microsoft.com/office/drawing/2014/main" id="{E31856D7-14F4-4CA4-9A54-220E92981B0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737046" y="5094444"/>
                  <a:ext cx="468000" cy="396000"/>
                </a:xfrm>
                <a:prstGeom prst="rect">
                  <a:avLst/>
                </a:prstGeom>
                <a:solidFill>
                  <a:srgbClr val="7FAAD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/>
                    </a:rPr>
                    <a:t>127,170,212</a:t>
                  </a:r>
                </a:p>
              </p:txBody>
            </p:sp>
            <p:sp>
              <p:nvSpPr>
                <p:cNvPr id="62" name="矩形 13">
                  <a:extLst>
                    <a:ext uri="{FF2B5EF4-FFF2-40B4-BE49-F238E27FC236}">
                      <a16:creationId xmlns:a16="http://schemas.microsoft.com/office/drawing/2014/main" id="{AB95A577-3542-4ED5-A6FB-39875AEBF9A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224613" y="5094444"/>
                  <a:ext cx="468000" cy="396000"/>
                </a:xfrm>
                <a:prstGeom prst="rect">
                  <a:avLst/>
                </a:prstGeom>
                <a:solidFill>
                  <a:srgbClr val="4883B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/>
                    </a:rPr>
                    <a:t>72,131,191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  <p:sp>
              <p:nvSpPr>
                <p:cNvPr id="63" name="矩形 13">
                  <a:extLst>
                    <a:ext uri="{FF2B5EF4-FFF2-40B4-BE49-F238E27FC236}">
                      <a16:creationId xmlns:a16="http://schemas.microsoft.com/office/drawing/2014/main" id="{3141C658-1F95-0DFE-8B30-2E9E129F01F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712179" y="5094444"/>
                  <a:ext cx="468000" cy="396000"/>
                </a:xfrm>
                <a:prstGeom prst="rect">
                  <a:avLst/>
                </a:prstGeom>
                <a:solidFill>
                  <a:srgbClr val="115CAA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ts val="6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mr-IN" altLang="zh-CN" sz="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/>
                    </a:rPr>
                    <a:t>17,92,170</a:t>
                  </a:r>
                  <a:endParaRPr kumimoji="0" lang="mr-IN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</a:endParaRPr>
                </a:p>
              </p:txBody>
            </p:sp>
          </p:grp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7CE90CD-9356-5A61-7200-FC0154D6F6C1}"/>
                </a:ext>
              </a:extLst>
            </p:cNvPr>
            <p:cNvGrpSpPr/>
            <p:nvPr/>
          </p:nvGrpSpPr>
          <p:grpSpPr>
            <a:xfrm>
              <a:off x="736600" y="3411975"/>
              <a:ext cx="2524506" cy="397384"/>
              <a:chOff x="1892965" y="4655391"/>
              <a:chExt cx="2524506" cy="397384"/>
            </a:xfrm>
          </p:grpSpPr>
          <p:sp>
            <p:nvSpPr>
              <p:cNvPr id="38" name="矩形 13">
                <a:extLst>
                  <a:ext uri="{FF2B5EF4-FFF2-40B4-BE49-F238E27FC236}">
                    <a16:creationId xmlns:a16="http://schemas.microsoft.com/office/drawing/2014/main" id="{77061519-4CFD-EAA1-67C0-02017A3126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49471" y="4655391"/>
                <a:ext cx="468000" cy="396000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微软雅黑"/>
                  </a:rPr>
                  <a:t>242,242,242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154DA8FD-E02F-078C-88D2-3FFD19A01BB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36859" y="4656775"/>
                <a:ext cx="468000" cy="396000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微软雅黑"/>
                  </a:rPr>
                  <a:t>217,217,217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  <p:sp>
            <p:nvSpPr>
              <p:cNvPr id="42" name="矩形 13">
                <a:extLst>
                  <a:ext uri="{FF2B5EF4-FFF2-40B4-BE49-F238E27FC236}">
                    <a16:creationId xmlns:a16="http://schemas.microsoft.com/office/drawing/2014/main" id="{8445D544-890D-E9F9-F0B8-5DEFEE225C0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24246" y="4656313"/>
                <a:ext cx="468000" cy="396000"/>
              </a:xfrm>
              <a:prstGeom prst="rect">
                <a:avLst/>
              </a:prstGeom>
              <a:solidFill>
                <a:srgbClr val="FFFFFF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</a:rPr>
                  <a:t>191,191,191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  <p:sp>
            <p:nvSpPr>
              <p:cNvPr id="43" name="矩形 13">
                <a:extLst>
                  <a:ext uri="{FF2B5EF4-FFF2-40B4-BE49-F238E27FC236}">
                    <a16:creationId xmlns:a16="http://schemas.microsoft.com/office/drawing/2014/main" id="{F3438248-2A64-C04D-B918-1D9002D0776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11633" y="4655852"/>
                <a:ext cx="468000" cy="396000"/>
              </a:xfrm>
              <a:prstGeom prst="rect">
                <a:avLst/>
              </a:prstGeom>
              <a:solidFill>
                <a:srgbClr val="FFFFFF">
                  <a:lumMod val="6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</a:rPr>
                  <a:t>166,166,166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  <p:sp>
            <p:nvSpPr>
              <p:cNvPr id="46" name="矩形 13">
                <a:extLst>
                  <a:ext uri="{FF2B5EF4-FFF2-40B4-BE49-F238E27FC236}">
                    <a16:creationId xmlns:a16="http://schemas.microsoft.com/office/drawing/2014/main" id="{45BF4320-C21A-0F0A-E062-04F26D67EF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92965" y="4655852"/>
                <a:ext cx="468000" cy="396000"/>
              </a:xfrm>
              <a:prstGeom prst="rect">
                <a:avLst/>
              </a:prstGeom>
              <a:solidFill>
                <a:srgbClr val="8C8C8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ts val="62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mr-IN" altLang="zh-CN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/>
                  </a:rPr>
                  <a:t>140,140,140</a:t>
                </a:r>
                <a:endPara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</p:grp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9D6827E4-6931-790D-EC01-9CA6C48A87B7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96" name="矩形 95">
              <a:hlinkClick r:id="rId3" action="ppaction://hlinksldjump"/>
              <a:extLst>
                <a:ext uri="{FF2B5EF4-FFF2-40B4-BE49-F238E27FC236}">
                  <a16:creationId xmlns:a16="http://schemas.microsoft.com/office/drawing/2014/main" id="{79A8C49F-0DB8-D95F-9489-2DE85CF24795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97" name="直接连接符 96">
              <a:hlinkClick r:id="rId3" action="ppaction://hlinksldjump"/>
              <a:extLst>
                <a:ext uri="{FF2B5EF4-FFF2-40B4-BE49-F238E27FC236}">
                  <a16:creationId xmlns:a16="http://schemas.microsoft.com/office/drawing/2014/main" id="{2727AE88-518C-EEAE-8E5E-7B61E51DED47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14367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89545D6E-23F7-435F-72C5-C3ACAD0440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8946619"/>
              </p:ext>
            </p:extLst>
          </p:nvPr>
        </p:nvGraphicFramePr>
        <p:xfrm>
          <a:off x="646700" y="1711777"/>
          <a:ext cx="5220000" cy="255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E06F163-7216-856D-E121-3533AB14D3F1}"/>
              </a:ext>
            </a:extLst>
          </p:cNvPr>
          <p:cNvSpPr/>
          <p:nvPr/>
        </p:nvSpPr>
        <p:spPr>
          <a:xfrm>
            <a:off x="520700" y="908050"/>
            <a:ext cx="5472000" cy="5257800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C26B64-F85D-CC84-F09E-F386B5AD005D}"/>
              </a:ext>
            </a:extLst>
          </p:cNvPr>
          <p:cNvSpPr/>
          <p:nvPr/>
        </p:nvSpPr>
        <p:spPr>
          <a:xfrm>
            <a:off x="6219081" y="908050"/>
            <a:ext cx="5472000" cy="5257800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1DE6923-E2C8-56A1-14C1-2C7739463B1C}"/>
              </a:ext>
            </a:extLst>
          </p:cNvPr>
          <p:cNvGrpSpPr/>
          <p:nvPr/>
        </p:nvGrpSpPr>
        <p:grpSpPr>
          <a:xfrm>
            <a:off x="1994447" y="5050916"/>
            <a:ext cx="2524506" cy="397384"/>
            <a:chOff x="1892965" y="4655391"/>
            <a:chExt cx="2524506" cy="397384"/>
          </a:xfrm>
        </p:grpSpPr>
        <p:sp>
          <p:nvSpPr>
            <p:cNvPr id="7" name="矩形 13">
              <a:extLst>
                <a:ext uri="{FF2B5EF4-FFF2-40B4-BE49-F238E27FC236}">
                  <a16:creationId xmlns:a16="http://schemas.microsoft.com/office/drawing/2014/main" id="{D3614E3D-A34C-B3E3-2EBE-7A4645E20021}"/>
                </a:ext>
              </a:extLst>
            </p:cNvPr>
            <p:cNvSpPr>
              <a:spLocks/>
            </p:cNvSpPr>
            <p:nvPr/>
          </p:nvSpPr>
          <p:spPr>
            <a:xfrm>
              <a:off x="3949471" y="4655391"/>
              <a:ext cx="468000" cy="396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242,242,242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" name="矩形 13">
              <a:extLst>
                <a:ext uri="{FF2B5EF4-FFF2-40B4-BE49-F238E27FC236}">
                  <a16:creationId xmlns:a16="http://schemas.microsoft.com/office/drawing/2014/main" id="{0FD4695C-39EF-1D7D-82CE-174595E0FB7A}"/>
                </a:ext>
              </a:extLst>
            </p:cNvPr>
            <p:cNvSpPr>
              <a:spLocks/>
            </p:cNvSpPr>
            <p:nvPr/>
          </p:nvSpPr>
          <p:spPr>
            <a:xfrm>
              <a:off x="3436859" y="4656775"/>
              <a:ext cx="468000" cy="396000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217,217,217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" name="矩形 13">
              <a:extLst>
                <a:ext uri="{FF2B5EF4-FFF2-40B4-BE49-F238E27FC236}">
                  <a16:creationId xmlns:a16="http://schemas.microsoft.com/office/drawing/2014/main" id="{C9B1408A-3777-245B-2E67-C432A6C5DC71}"/>
                </a:ext>
              </a:extLst>
            </p:cNvPr>
            <p:cNvSpPr>
              <a:spLocks/>
            </p:cNvSpPr>
            <p:nvPr/>
          </p:nvSpPr>
          <p:spPr>
            <a:xfrm>
              <a:off x="2924246" y="4656313"/>
              <a:ext cx="468000" cy="396000"/>
            </a:xfrm>
            <a:prstGeom prst="rect">
              <a:avLst/>
            </a:prstGeom>
            <a:solidFill>
              <a:srgbClr val="FFFFFF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191,191,191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0" name="矩形 13">
              <a:extLst>
                <a:ext uri="{FF2B5EF4-FFF2-40B4-BE49-F238E27FC236}">
                  <a16:creationId xmlns:a16="http://schemas.microsoft.com/office/drawing/2014/main" id="{EF6AD69A-990A-057F-A3D3-F880814A14F1}"/>
                </a:ext>
              </a:extLst>
            </p:cNvPr>
            <p:cNvSpPr>
              <a:spLocks/>
            </p:cNvSpPr>
            <p:nvPr/>
          </p:nvSpPr>
          <p:spPr>
            <a:xfrm>
              <a:off x="2411633" y="4655852"/>
              <a:ext cx="468000" cy="396000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166,166,166</a:t>
              </a:r>
            </a:p>
          </p:txBody>
        </p:sp>
        <p:sp>
          <p:nvSpPr>
            <p:cNvPr id="11" name="矩形 13">
              <a:extLst>
                <a:ext uri="{FF2B5EF4-FFF2-40B4-BE49-F238E27FC236}">
                  <a16:creationId xmlns:a16="http://schemas.microsoft.com/office/drawing/2014/main" id="{E8223592-5B3A-0347-3ECB-24F2D73A4016}"/>
                </a:ext>
              </a:extLst>
            </p:cNvPr>
            <p:cNvSpPr>
              <a:spLocks/>
            </p:cNvSpPr>
            <p:nvPr/>
          </p:nvSpPr>
          <p:spPr>
            <a:xfrm>
              <a:off x="1892965" y="4655852"/>
              <a:ext cx="468000" cy="396000"/>
            </a:xfrm>
            <a:prstGeom prst="rect">
              <a:avLst/>
            </a:prstGeom>
            <a:solidFill>
              <a:srgbClr val="8C8C8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140,140,140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3" name="副标题 4">
            <a:extLst>
              <a:ext uri="{FF2B5EF4-FFF2-40B4-BE49-F238E27FC236}">
                <a16:creationId xmlns:a16="http://schemas.microsoft.com/office/drawing/2014/main" id="{02D91DCC-6413-993D-04E0-60AE879925C9}"/>
              </a:ext>
            </a:extLst>
          </p:cNvPr>
          <p:cNvSpPr txBox="1">
            <a:spLocks/>
          </p:cNvSpPr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dirty="0">
                <a:latin typeface="微软雅黑"/>
                <a:ea typeface="微软雅黑"/>
              </a:rPr>
              <a:t>单色系配色 </a:t>
            </a:r>
            <a:r>
              <a:rPr lang="en-US" altLang="zh-CN" dirty="0">
                <a:latin typeface="微软雅黑"/>
                <a:ea typeface="微软雅黑"/>
              </a:rPr>
              <a:t>– </a:t>
            </a:r>
            <a:r>
              <a:rPr lang="zh-CN" altLang="en-US" dirty="0">
                <a:latin typeface="微软雅黑"/>
                <a:ea typeface="微软雅黑"/>
              </a:rPr>
              <a:t>柱状图</a:t>
            </a:r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C398157A-20CE-984D-0DBE-5EFB9C10B8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6015042"/>
              </p:ext>
            </p:extLst>
          </p:nvPr>
        </p:nvGraphicFramePr>
        <p:xfrm>
          <a:off x="6338000" y="1711777"/>
          <a:ext cx="5220000" cy="2555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17B5870A-F4B5-A516-E0D3-80ADB1901143}"/>
              </a:ext>
            </a:extLst>
          </p:cNvPr>
          <p:cNvGrpSpPr/>
          <p:nvPr/>
        </p:nvGrpSpPr>
        <p:grpSpPr>
          <a:xfrm>
            <a:off x="7689133" y="5052300"/>
            <a:ext cx="2517734" cy="396000"/>
            <a:chOff x="7712179" y="5094444"/>
            <a:chExt cx="2517734" cy="396000"/>
          </a:xfrm>
        </p:grpSpPr>
        <p:sp>
          <p:nvSpPr>
            <p:cNvPr id="17" name="矩形 13">
              <a:extLst>
                <a:ext uri="{FF2B5EF4-FFF2-40B4-BE49-F238E27FC236}">
                  <a16:creationId xmlns:a16="http://schemas.microsoft.com/office/drawing/2014/main" id="{7DF46092-2E98-8AB0-3CD7-4E03D4AD4069}"/>
                </a:ext>
              </a:extLst>
            </p:cNvPr>
            <p:cNvSpPr>
              <a:spLocks/>
            </p:cNvSpPr>
            <p:nvPr/>
          </p:nvSpPr>
          <p:spPr>
            <a:xfrm>
              <a:off x="9761913" y="5094444"/>
              <a:ext cx="468000" cy="396000"/>
            </a:xfrm>
            <a:prstGeom prst="rect">
              <a:avLst/>
            </a:prstGeom>
            <a:solidFill>
              <a:srgbClr val="EEF8F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238,248,254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9" name="矩形 13">
              <a:extLst>
                <a:ext uri="{FF2B5EF4-FFF2-40B4-BE49-F238E27FC236}">
                  <a16:creationId xmlns:a16="http://schemas.microsoft.com/office/drawing/2014/main" id="{0A1FDFA3-D2C6-F40A-791E-6D1FC3F228F3}"/>
                </a:ext>
              </a:extLst>
            </p:cNvPr>
            <p:cNvSpPr>
              <a:spLocks/>
            </p:cNvSpPr>
            <p:nvPr/>
          </p:nvSpPr>
          <p:spPr>
            <a:xfrm>
              <a:off x="9249479" y="5094444"/>
              <a:ext cx="468000" cy="396000"/>
            </a:xfrm>
            <a:prstGeom prst="rect">
              <a:avLst/>
            </a:prstGeom>
            <a:solidFill>
              <a:srgbClr val="B6D1E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182,209,233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E046208C-F7D3-4EA5-87D5-A546E7295CC7}"/>
                </a:ext>
              </a:extLst>
            </p:cNvPr>
            <p:cNvSpPr>
              <a:spLocks/>
            </p:cNvSpPr>
            <p:nvPr/>
          </p:nvSpPr>
          <p:spPr>
            <a:xfrm>
              <a:off x="8737046" y="5094444"/>
              <a:ext cx="468000" cy="396000"/>
            </a:xfrm>
            <a:prstGeom prst="rect">
              <a:avLst/>
            </a:prstGeom>
            <a:solidFill>
              <a:srgbClr val="7FAAD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127,170,212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35F598D6-98C8-4A4C-0F9D-BAB28DFBE296}"/>
                </a:ext>
              </a:extLst>
            </p:cNvPr>
            <p:cNvSpPr>
              <a:spLocks/>
            </p:cNvSpPr>
            <p:nvPr/>
          </p:nvSpPr>
          <p:spPr>
            <a:xfrm>
              <a:off x="8224613" y="5094444"/>
              <a:ext cx="468000" cy="396000"/>
            </a:xfrm>
            <a:prstGeom prst="rect">
              <a:avLst/>
            </a:prstGeom>
            <a:solidFill>
              <a:srgbClr val="4883B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72,131,191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B65064E4-EB97-465A-04BC-C4ABE80E9266}"/>
                </a:ext>
              </a:extLst>
            </p:cNvPr>
            <p:cNvSpPr>
              <a:spLocks/>
            </p:cNvSpPr>
            <p:nvPr/>
          </p:nvSpPr>
          <p:spPr>
            <a:xfrm>
              <a:off x="7712179" y="5094444"/>
              <a:ext cx="468000" cy="396000"/>
            </a:xfrm>
            <a:prstGeom prst="rect">
              <a:avLst/>
            </a:prstGeom>
            <a:solidFill>
              <a:srgbClr val="115CA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78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mr-IN" altLang="zh-CN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17,92,170</a:t>
              </a:r>
              <a:endParaRPr kumimoji="0" lang="mr-IN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C79B9FF8-BB1E-15BF-F964-D5B6127D5043}"/>
              </a:ext>
            </a:extLst>
          </p:cNvPr>
          <p:cNvSpPr/>
          <p:nvPr/>
        </p:nvSpPr>
        <p:spPr>
          <a:xfrm>
            <a:off x="6212000" y="914400"/>
            <a:ext cx="5472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蓝色系配色参考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99523EA-6F78-8620-392C-74166FDB7901}"/>
              </a:ext>
            </a:extLst>
          </p:cNvPr>
          <p:cNvSpPr/>
          <p:nvPr/>
        </p:nvSpPr>
        <p:spPr>
          <a:xfrm>
            <a:off x="520700" y="914400"/>
            <a:ext cx="5472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灰色系配色参考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8A5B358-7985-0DAA-1153-2FE3291EA109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4" name="矩形 43">
              <a:hlinkClick r:id="rId4" action="ppaction://hlinksldjump"/>
              <a:extLst>
                <a:ext uri="{FF2B5EF4-FFF2-40B4-BE49-F238E27FC236}">
                  <a16:creationId xmlns:a16="http://schemas.microsoft.com/office/drawing/2014/main" id="{458337BF-1140-C247-3D73-57A032292BDA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45" name="直接连接符 44">
              <a:hlinkClick r:id="rId4" action="ppaction://hlinksldjump"/>
              <a:extLst>
                <a:ext uri="{FF2B5EF4-FFF2-40B4-BE49-F238E27FC236}">
                  <a16:creationId xmlns:a16="http://schemas.microsoft.com/office/drawing/2014/main" id="{2826D133-505F-C797-8809-AB40F17BFF7E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769030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E2DB6CC5-E54C-D330-F2A9-5A5E356954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6506321"/>
              </p:ext>
            </p:extLst>
          </p:nvPr>
        </p:nvGraphicFramePr>
        <p:xfrm>
          <a:off x="322401" y="1246026"/>
          <a:ext cx="5530512" cy="3601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B1CDB9EF-5BEE-FF2A-19ED-F609737524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5028974"/>
              </p:ext>
            </p:extLst>
          </p:nvPr>
        </p:nvGraphicFramePr>
        <p:xfrm>
          <a:off x="6343850" y="1246026"/>
          <a:ext cx="5530512" cy="3601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副标题 4">
            <a:extLst>
              <a:ext uri="{FF2B5EF4-FFF2-40B4-BE49-F238E27FC236}">
                <a16:creationId xmlns:a16="http://schemas.microsoft.com/office/drawing/2014/main" id="{402967BD-83E7-3A59-0BEE-1B0E778CCA9D}"/>
              </a:ext>
            </a:extLst>
          </p:cNvPr>
          <p:cNvSpPr txBox="1">
            <a:spLocks/>
          </p:cNvSpPr>
          <p:nvPr/>
        </p:nvSpPr>
        <p:spPr>
          <a:xfrm>
            <a:off x="517525" y="262300"/>
            <a:ext cx="11160000" cy="36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dirty="0">
                <a:latin typeface="微软雅黑"/>
                <a:ea typeface="微软雅黑"/>
              </a:rPr>
              <a:t>单色系配色 </a:t>
            </a:r>
            <a:r>
              <a:rPr lang="en-US" altLang="zh-CN" dirty="0">
                <a:latin typeface="微软雅黑"/>
                <a:ea typeface="微软雅黑"/>
              </a:rPr>
              <a:t>– </a:t>
            </a:r>
            <a:r>
              <a:rPr lang="zh-CN" altLang="en-US" dirty="0">
                <a:latin typeface="微软雅黑"/>
                <a:ea typeface="微软雅黑"/>
              </a:rPr>
              <a:t>饼图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8736F4E-ACE2-A15C-C93D-55C310ABDB30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1" name="矩形 10">
              <a:hlinkClick r:id="rId4" action="ppaction://hlinksldjump"/>
              <a:extLst>
                <a:ext uri="{FF2B5EF4-FFF2-40B4-BE49-F238E27FC236}">
                  <a16:creationId xmlns:a16="http://schemas.microsoft.com/office/drawing/2014/main" id="{D16B5073-89E9-0745-7571-DD320A75F4FC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2" name="直接连接符 11">
              <a:hlinkClick r:id="rId4" action="ppaction://hlinksldjump"/>
              <a:extLst>
                <a:ext uri="{FF2B5EF4-FFF2-40B4-BE49-F238E27FC236}">
                  <a16:creationId xmlns:a16="http://schemas.microsoft.com/office/drawing/2014/main" id="{74CF020B-454C-843E-7380-1C674BF4677C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336866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A5F8FC6-FD22-6BB0-5C30-CA876A472910}"/>
              </a:ext>
            </a:extLst>
          </p:cNvPr>
          <p:cNvSpPr/>
          <p:nvPr/>
        </p:nvSpPr>
        <p:spPr>
          <a:xfrm>
            <a:off x="5270381" y="909000"/>
            <a:ext cx="6408000" cy="5184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srgbClr val="666666"/>
              </a:solidFill>
              <a:latin typeface="微软雅黑"/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7581D244-2DBD-D535-EA38-30B1C9AB3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397294"/>
              </p:ext>
            </p:extLst>
          </p:nvPr>
        </p:nvGraphicFramePr>
        <p:xfrm>
          <a:off x="5270382" y="1324984"/>
          <a:ext cx="6408000" cy="49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B1A5D9E-2072-94D5-778B-03139DFA6A8B}"/>
              </a:ext>
            </a:extLst>
          </p:cNvPr>
          <p:cNvSpPr/>
          <p:nvPr/>
        </p:nvSpPr>
        <p:spPr>
          <a:xfrm>
            <a:off x="5975127" y="2450236"/>
            <a:ext cx="1624900" cy="3254786"/>
          </a:xfrm>
          <a:custGeom>
            <a:avLst/>
            <a:gdLst>
              <a:gd name="connsiteX0" fmla="*/ 678184 w 1783954"/>
              <a:gd name="connsiteY0" fmla="*/ 127922 h 2558752"/>
              <a:gd name="connsiteX1" fmla="*/ 396244 w 1783954"/>
              <a:gd name="connsiteY1" fmla="*/ 89822 h 2558752"/>
              <a:gd name="connsiteX2" fmla="*/ 4 w 1783954"/>
              <a:gd name="connsiteY2" fmla="*/ 295562 h 2558752"/>
              <a:gd name="connsiteX3" fmla="*/ 403864 w 1783954"/>
              <a:gd name="connsiteY3" fmla="*/ 2322482 h 2558752"/>
              <a:gd name="connsiteX4" fmla="*/ 1744984 w 1783954"/>
              <a:gd name="connsiteY4" fmla="*/ 2276762 h 2558752"/>
              <a:gd name="connsiteX5" fmla="*/ 1356364 w 1783954"/>
              <a:gd name="connsiteY5" fmla="*/ 166022 h 2558752"/>
              <a:gd name="connsiteX6" fmla="*/ 678184 w 1783954"/>
              <a:gd name="connsiteY6" fmla="*/ 127922 h 2558752"/>
              <a:gd name="connsiteX0" fmla="*/ 530550 w 1636320"/>
              <a:gd name="connsiteY0" fmla="*/ 127922 h 2530343"/>
              <a:gd name="connsiteX1" fmla="*/ 248610 w 1636320"/>
              <a:gd name="connsiteY1" fmla="*/ 89822 h 2530343"/>
              <a:gd name="connsiteX2" fmla="*/ 8 w 1636320"/>
              <a:gd name="connsiteY2" fmla="*/ 742032 h 2530343"/>
              <a:gd name="connsiteX3" fmla="*/ 256230 w 1636320"/>
              <a:gd name="connsiteY3" fmla="*/ 2322482 h 2530343"/>
              <a:gd name="connsiteX4" fmla="*/ 1597350 w 1636320"/>
              <a:gd name="connsiteY4" fmla="*/ 2276762 h 2530343"/>
              <a:gd name="connsiteX5" fmla="*/ 1208730 w 1636320"/>
              <a:gd name="connsiteY5" fmla="*/ 166022 h 2530343"/>
              <a:gd name="connsiteX6" fmla="*/ 530550 w 1636320"/>
              <a:gd name="connsiteY6" fmla="*/ 127922 h 2530343"/>
              <a:gd name="connsiteX0" fmla="*/ 551222 w 1656992"/>
              <a:gd name="connsiteY0" fmla="*/ 141035 h 2543456"/>
              <a:gd name="connsiteX1" fmla="*/ 607419 w 1656992"/>
              <a:gd name="connsiteY1" fmla="*/ 412030 h 2543456"/>
              <a:gd name="connsiteX2" fmla="*/ 20680 w 1656992"/>
              <a:gd name="connsiteY2" fmla="*/ 755145 h 2543456"/>
              <a:gd name="connsiteX3" fmla="*/ 276902 w 1656992"/>
              <a:gd name="connsiteY3" fmla="*/ 2335595 h 2543456"/>
              <a:gd name="connsiteX4" fmla="*/ 1618022 w 1656992"/>
              <a:gd name="connsiteY4" fmla="*/ 2289875 h 2543456"/>
              <a:gd name="connsiteX5" fmla="*/ 1229402 w 1656992"/>
              <a:gd name="connsiteY5" fmla="*/ 179135 h 2543456"/>
              <a:gd name="connsiteX6" fmla="*/ 551222 w 1656992"/>
              <a:gd name="connsiteY6" fmla="*/ 141035 h 2543456"/>
              <a:gd name="connsiteX0" fmla="*/ 627422 w 1655822"/>
              <a:gd name="connsiteY0" fmla="*/ 102669 h 2573778"/>
              <a:gd name="connsiteX1" fmla="*/ 607419 w 1655822"/>
              <a:gd name="connsiteY1" fmla="*/ 442352 h 2573778"/>
              <a:gd name="connsiteX2" fmla="*/ 20680 w 1655822"/>
              <a:gd name="connsiteY2" fmla="*/ 785467 h 2573778"/>
              <a:gd name="connsiteX3" fmla="*/ 276902 w 1655822"/>
              <a:gd name="connsiteY3" fmla="*/ 2365917 h 2573778"/>
              <a:gd name="connsiteX4" fmla="*/ 1618022 w 1655822"/>
              <a:gd name="connsiteY4" fmla="*/ 2320197 h 2573778"/>
              <a:gd name="connsiteX5" fmla="*/ 1229402 w 1655822"/>
              <a:gd name="connsiteY5" fmla="*/ 209457 h 2573778"/>
              <a:gd name="connsiteX6" fmla="*/ 627422 w 1655822"/>
              <a:gd name="connsiteY6" fmla="*/ 102669 h 2573778"/>
              <a:gd name="connsiteX0" fmla="*/ 627422 w 1655822"/>
              <a:gd name="connsiteY0" fmla="*/ 120593 h 2591702"/>
              <a:gd name="connsiteX1" fmla="*/ 607419 w 1655822"/>
              <a:gd name="connsiteY1" fmla="*/ 460276 h 2591702"/>
              <a:gd name="connsiteX2" fmla="*/ 20680 w 1655822"/>
              <a:gd name="connsiteY2" fmla="*/ 803391 h 2591702"/>
              <a:gd name="connsiteX3" fmla="*/ 276902 w 1655822"/>
              <a:gd name="connsiteY3" fmla="*/ 2383841 h 2591702"/>
              <a:gd name="connsiteX4" fmla="*/ 1618022 w 1655822"/>
              <a:gd name="connsiteY4" fmla="*/ 2338121 h 2591702"/>
              <a:gd name="connsiteX5" fmla="*/ 1229402 w 1655822"/>
              <a:gd name="connsiteY5" fmla="*/ 227381 h 2591702"/>
              <a:gd name="connsiteX6" fmla="*/ 627422 w 1655822"/>
              <a:gd name="connsiteY6" fmla="*/ 120593 h 2591702"/>
              <a:gd name="connsiteX0" fmla="*/ 627422 w 1655134"/>
              <a:gd name="connsiteY0" fmla="*/ 76514 h 2547623"/>
              <a:gd name="connsiteX1" fmla="*/ 607419 w 1655134"/>
              <a:gd name="connsiteY1" fmla="*/ 416197 h 2547623"/>
              <a:gd name="connsiteX2" fmla="*/ 20680 w 1655134"/>
              <a:gd name="connsiteY2" fmla="*/ 759312 h 2547623"/>
              <a:gd name="connsiteX3" fmla="*/ 276902 w 1655134"/>
              <a:gd name="connsiteY3" fmla="*/ 2339762 h 2547623"/>
              <a:gd name="connsiteX4" fmla="*/ 1618022 w 1655134"/>
              <a:gd name="connsiteY4" fmla="*/ 2294042 h 2547623"/>
              <a:gd name="connsiteX5" fmla="*/ 1219877 w 1655134"/>
              <a:gd name="connsiteY5" fmla="*/ 225278 h 2547623"/>
              <a:gd name="connsiteX6" fmla="*/ 627422 w 1655134"/>
              <a:gd name="connsiteY6" fmla="*/ 76514 h 2547623"/>
              <a:gd name="connsiteX0" fmla="*/ 627422 w 1661738"/>
              <a:gd name="connsiteY0" fmla="*/ 73532 h 2544641"/>
              <a:gd name="connsiteX1" fmla="*/ 607419 w 1661738"/>
              <a:gd name="connsiteY1" fmla="*/ 413215 h 2544641"/>
              <a:gd name="connsiteX2" fmla="*/ 20680 w 1661738"/>
              <a:gd name="connsiteY2" fmla="*/ 756330 h 2544641"/>
              <a:gd name="connsiteX3" fmla="*/ 276902 w 1661738"/>
              <a:gd name="connsiteY3" fmla="*/ 2336780 h 2544641"/>
              <a:gd name="connsiteX4" fmla="*/ 1618022 w 1661738"/>
              <a:gd name="connsiteY4" fmla="*/ 2291060 h 2544641"/>
              <a:gd name="connsiteX5" fmla="*/ 1219877 w 1661738"/>
              <a:gd name="connsiteY5" fmla="*/ 222296 h 2544641"/>
              <a:gd name="connsiteX6" fmla="*/ 627422 w 1661738"/>
              <a:gd name="connsiteY6" fmla="*/ 73532 h 2544641"/>
              <a:gd name="connsiteX0" fmla="*/ 627422 w 1661738"/>
              <a:gd name="connsiteY0" fmla="*/ 105292 h 2576401"/>
              <a:gd name="connsiteX1" fmla="*/ 607419 w 1661738"/>
              <a:gd name="connsiteY1" fmla="*/ 444975 h 2576401"/>
              <a:gd name="connsiteX2" fmla="*/ 20680 w 1661738"/>
              <a:gd name="connsiteY2" fmla="*/ 788090 h 2576401"/>
              <a:gd name="connsiteX3" fmla="*/ 276902 w 1661738"/>
              <a:gd name="connsiteY3" fmla="*/ 2368540 h 2576401"/>
              <a:gd name="connsiteX4" fmla="*/ 1618022 w 1661738"/>
              <a:gd name="connsiteY4" fmla="*/ 2322820 h 2576401"/>
              <a:gd name="connsiteX5" fmla="*/ 1219877 w 1661738"/>
              <a:gd name="connsiteY5" fmla="*/ 254056 h 2576401"/>
              <a:gd name="connsiteX6" fmla="*/ 627422 w 1661738"/>
              <a:gd name="connsiteY6" fmla="*/ 105292 h 2576401"/>
              <a:gd name="connsiteX0" fmla="*/ 603609 w 1655400"/>
              <a:gd name="connsiteY0" fmla="*/ 121014 h 2561595"/>
              <a:gd name="connsiteX1" fmla="*/ 607419 w 1655400"/>
              <a:gd name="connsiteY1" fmla="*/ 430169 h 2561595"/>
              <a:gd name="connsiteX2" fmla="*/ 20680 w 1655400"/>
              <a:gd name="connsiteY2" fmla="*/ 773284 h 2561595"/>
              <a:gd name="connsiteX3" fmla="*/ 276902 w 1655400"/>
              <a:gd name="connsiteY3" fmla="*/ 2353734 h 2561595"/>
              <a:gd name="connsiteX4" fmla="*/ 1618022 w 1655400"/>
              <a:gd name="connsiteY4" fmla="*/ 2308014 h 2561595"/>
              <a:gd name="connsiteX5" fmla="*/ 1219877 w 1655400"/>
              <a:gd name="connsiteY5" fmla="*/ 239250 h 2561595"/>
              <a:gd name="connsiteX6" fmla="*/ 603609 w 1655400"/>
              <a:gd name="connsiteY6" fmla="*/ 121014 h 2561595"/>
              <a:gd name="connsiteX0" fmla="*/ 598700 w 1650491"/>
              <a:gd name="connsiteY0" fmla="*/ 91546 h 2532127"/>
              <a:gd name="connsiteX1" fmla="*/ 531072 w 1650491"/>
              <a:gd name="connsiteY1" fmla="*/ 400701 h 2532127"/>
              <a:gd name="connsiteX2" fmla="*/ 15771 w 1650491"/>
              <a:gd name="connsiteY2" fmla="*/ 743816 h 2532127"/>
              <a:gd name="connsiteX3" fmla="*/ 271993 w 1650491"/>
              <a:gd name="connsiteY3" fmla="*/ 2324266 h 2532127"/>
              <a:gd name="connsiteX4" fmla="*/ 1613113 w 1650491"/>
              <a:gd name="connsiteY4" fmla="*/ 2278546 h 2532127"/>
              <a:gd name="connsiteX5" fmla="*/ 1214968 w 1650491"/>
              <a:gd name="connsiteY5" fmla="*/ 209782 h 2532127"/>
              <a:gd name="connsiteX6" fmla="*/ 598700 w 1650491"/>
              <a:gd name="connsiteY6" fmla="*/ 91546 h 2532127"/>
              <a:gd name="connsiteX0" fmla="*/ 569900 w 1621691"/>
              <a:gd name="connsiteY0" fmla="*/ 91546 h 2535921"/>
              <a:gd name="connsiteX1" fmla="*/ 502272 w 1621691"/>
              <a:gd name="connsiteY1" fmla="*/ 400701 h 2535921"/>
              <a:gd name="connsiteX2" fmla="*/ 20309 w 1621691"/>
              <a:gd name="connsiteY2" fmla="*/ 682760 h 2535921"/>
              <a:gd name="connsiteX3" fmla="*/ 243193 w 1621691"/>
              <a:gd name="connsiteY3" fmla="*/ 2324266 h 2535921"/>
              <a:gd name="connsiteX4" fmla="*/ 1584313 w 1621691"/>
              <a:gd name="connsiteY4" fmla="*/ 2278546 h 2535921"/>
              <a:gd name="connsiteX5" fmla="*/ 1186168 w 1621691"/>
              <a:gd name="connsiteY5" fmla="*/ 209782 h 2535921"/>
              <a:gd name="connsiteX6" fmla="*/ 569900 w 1621691"/>
              <a:gd name="connsiteY6" fmla="*/ 91546 h 2535921"/>
              <a:gd name="connsiteX0" fmla="*/ 562532 w 1614323"/>
              <a:gd name="connsiteY0" fmla="*/ 91546 h 2575866"/>
              <a:gd name="connsiteX1" fmla="*/ 494904 w 1614323"/>
              <a:gd name="connsiteY1" fmla="*/ 400701 h 2575866"/>
              <a:gd name="connsiteX2" fmla="*/ 12941 w 1614323"/>
              <a:gd name="connsiteY2" fmla="*/ 682760 h 2575866"/>
              <a:gd name="connsiteX3" fmla="*/ 235825 w 1614323"/>
              <a:gd name="connsiteY3" fmla="*/ 2324266 h 2575866"/>
              <a:gd name="connsiteX4" fmla="*/ 1576945 w 1614323"/>
              <a:gd name="connsiteY4" fmla="*/ 2278546 h 2575866"/>
              <a:gd name="connsiteX5" fmla="*/ 1178800 w 1614323"/>
              <a:gd name="connsiteY5" fmla="*/ 209782 h 2575866"/>
              <a:gd name="connsiteX6" fmla="*/ 562532 w 1614323"/>
              <a:gd name="connsiteY6" fmla="*/ 91546 h 2575866"/>
              <a:gd name="connsiteX0" fmla="*/ 562532 w 1622682"/>
              <a:gd name="connsiteY0" fmla="*/ 91546 h 2575866"/>
              <a:gd name="connsiteX1" fmla="*/ 494904 w 1622682"/>
              <a:gd name="connsiteY1" fmla="*/ 400701 h 2575866"/>
              <a:gd name="connsiteX2" fmla="*/ 12941 w 1622682"/>
              <a:gd name="connsiteY2" fmla="*/ 682760 h 2575866"/>
              <a:gd name="connsiteX3" fmla="*/ 235825 w 1622682"/>
              <a:gd name="connsiteY3" fmla="*/ 2324266 h 2575866"/>
              <a:gd name="connsiteX4" fmla="*/ 1576945 w 1622682"/>
              <a:gd name="connsiteY4" fmla="*/ 2278546 h 2575866"/>
              <a:gd name="connsiteX5" fmla="*/ 1178800 w 1622682"/>
              <a:gd name="connsiteY5" fmla="*/ 209782 h 2575866"/>
              <a:gd name="connsiteX6" fmla="*/ 562532 w 1622682"/>
              <a:gd name="connsiteY6" fmla="*/ 91546 h 2575866"/>
              <a:gd name="connsiteX0" fmla="*/ 562532 w 1622682"/>
              <a:gd name="connsiteY0" fmla="*/ 91546 h 2579865"/>
              <a:gd name="connsiteX1" fmla="*/ 494904 w 1622682"/>
              <a:gd name="connsiteY1" fmla="*/ 400701 h 2579865"/>
              <a:gd name="connsiteX2" fmla="*/ 12941 w 1622682"/>
              <a:gd name="connsiteY2" fmla="*/ 682760 h 2579865"/>
              <a:gd name="connsiteX3" fmla="*/ 235825 w 1622682"/>
              <a:gd name="connsiteY3" fmla="*/ 2324266 h 2579865"/>
              <a:gd name="connsiteX4" fmla="*/ 1576945 w 1622682"/>
              <a:gd name="connsiteY4" fmla="*/ 2278546 h 2579865"/>
              <a:gd name="connsiteX5" fmla="*/ 1178800 w 1622682"/>
              <a:gd name="connsiteY5" fmla="*/ 209782 h 2579865"/>
              <a:gd name="connsiteX6" fmla="*/ 562532 w 1622682"/>
              <a:gd name="connsiteY6" fmla="*/ 91546 h 2579865"/>
              <a:gd name="connsiteX0" fmla="*/ 567762 w 1553264"/>
              <a:gd name="connsiteY0" fmla="*/ 90762 h 2532999"/>
              <a:gd name="connsiteX1" fmla="*/ 500134 w 1553264"/>
              <a:gd name="connsiteY1" fmla="*/ 399917 h 2532999"/>
              <a:gd name="connsiteX2" fmla="*/ 18171 w 1553264"/>
              <a:gd name="connsiteY2" fmla="*/ 681976 h 2532999"/>
              <a:gd name="connsiteX3" fmla="*/ 241055 w 1553264"/>
              <a:gd name="connsiteY3" fmla="*/ 2323482 h 2532999"/>
              <a:gd name="connsiteX4" fmla="*/ 1501212 w 1553264"/>
              <a:gd name="connsiteY4" fmla="*/ 2266314 h 2532999"/>
              <a:gd name="connsiteX5" fmla="*/ 1184030 w 1553264"/>
              <a:gd name="connsiteY5" fmla="*/ 208998 h 2532999"/>
              <a:gd name="connsiteX6" fmla="*/ 567762 w 1553264"/>
              <a:gd name="connsiteY6" fmla="*/ 90762 h 2532999"/>
              <a:gd name="connsiteX0" fmla="*/ 567762 w 1533778"/>
              <a:gd name="connsiteY0" fmla="*/ 90762 h 2563725"/>
              <a:gd name="connsiteX1" fmla="*/ 500134 w 1533778"/>
              <a:gd name="connsiteY1" fmla="*/ 399917 h 2563725"/>
              <a:gd name="connsiteX2" fmla="*/ 18171 w 1533778"/>
              <a:gd name="connsiteY2" fmla="*/ 681976 h 2563725"/>
              <a:gd name="connsiteX3" fmla="*/ 241055 w 1533778"/>
              <a:gd name="connsiteY3" fmla="*/ 2323482 h 2563725"/>
              <a:gd name="connsiteX4" fmla="*/ 1501212 w 1533778"/>
              <a:gd name="connsiteY4" fmla="*/ 2266314 h 2563725"/>
              <a:gd name="connsiteX5" fmla="*/ 1184030 w 1533778"/>
              <a:gd name="connsiteY5" fmla="*/ 208998 h 2563725"/>
              <a:gd name="connsiteX6" fmla="*/ 567762 w 1533778"/>
              <a:gd name="connsiteY6" fmla="*/ 90762 h 2563725"/>
              <a:gd name="connsiteX0" fmla="*/ 567762 w 1624900"/>
              <a:gd name="connsiteY0" fmla="*/ 90762 h 2607916"/>
              <a:gd name="connsiteX1" fmla="*/ 500134 w 1624900"/>
              <a:gd name="connsiteY1" fmla="*/ 399917 h 2607916"/>
              <a:gd name="connsiteX2" fmla="*/ 18171 w 1624900"/>
              <a:gd name="connsiteY2" fmla="*/ 681976 h 2607916"/>
              <a:gd name="connsiteX3" fmla="*/ 241055 w 1624900"/>
              <a:gd name="connsiteY3" fmla="*/ 2323482 h 2607916"/>
              <a:gd name="connsiteX4" fmla="*/ 1501212 w 1624900"/>
              <a:gd name="connsiteY4" fmla="*/ 2266314 h 2607916"/>
              <a:gd name="connsiteX5" fmla="*/ 1184030 w 1624900"/>
              <a:gd name="connsiteY5" fmla="*/ 208998 h 2607916"/>
              <a:gd name="connsiteX6" fmla="*/ 567762 w 1624900"/>
              <a:gd name="connsiteY6" fmla="*/ 90762 h 2607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4900" h="2607916">
                <a:moveTo>
                  <a:pt x="567762" y="90762"/>
                </a:moveTo>
                <a:cubicBezTo>
                  <a:pt x="453779" y="122582"/>
                  <a:pt x="591732" y="301381"/>
                  <a:pt x="500134" y="399917"/>
                </a:cubicBezTo>
                <a:cubicBezTo>
                  <a:pt x="408536" y="498453"/>
                  <a:pt x="61351" y="361382"/>
                  <a:pt x="18171" y="681976"/>
                </a:cubicBezTo>
                <a:cubicBezTo>
                  <a:pt x="-25009" y="1002570"/>
                  <a:pt x="-6118" y="2059426"/>
                  <a:pt x="241055" y="2323482"/>
                </a:cubicBezTo>
                <a:cubicBezTo>
                  <a:pt x="488228" y="2587538"/>
                  <a:pt x="1142437" y="2827207"/>
                  <a:pt x="1501212" y="2266314"/>
                </a:cubicBezTo>
                <a:cubicBezTo>
                  <a:pt x="1859987" y="1705421"/>
                  <a:pt x="1339605" y="571590"/>
                  <a:pt x="1184030" y="208998"/>
                </a:cubicBezTo>
                <a:cubicBezTo>
                  <a:pt x="1028455" y="-153594"/>
                  <a:pt x="681745" y="58942"/>
                  <a:pt x="567762" y="90762"/>
                </a:cubicBezTo>
                <a:close/>
              </a:path>
            </a:pathLst>
          </a:custGeom>
          <a:solidFill>
            <a:srgbClr val="0070C0">
              <a:alpha val="5000"/>
            </a:srgbClr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4271BBB-29A9-589E-BE64-14F26013DA83}"/>
              </a:ext>
            </a:extLst>
          </p:cNvPr>
          <p:cNvSpPr/>
          <p:nvPr/>
        </p:nvSpPr>
        <p:spPr>
          <a:xfrm>
            <a:off x="7816804" y="2307094"/>
            <a:ext cx="1426845" cy="2082348"/>
          </a:xfrm>
          <a:custGeom>
            <a:avLst/>
            <a:gdLst>
              <a:gd name="connsiteX0" fmla="*/ 916943 w 1756788"/>
              <a:gd name="connsiteY0" fmla="*/ 39509 h 2139779"/>
              <a:gd name="connsiteX1" fmla="*/ 1724663 w 1756788"/>
              <a:gd name="connsiteY1" fmla="*/ 191909 h 2139779"/>
              <a:gd name="connsiteX2" fmla="*/ 1567183 w 1756788"/>
              <a:gd name="connsiteY2" fmla="*/ 450989 h 2139779"/>
              <a:gd name="connsiteX3" fmla="*/ 1297943 w 1756788"/>
              <a:gd name="connsiteY3" fmla="*/ 522109 h 2139779"/>
              <a:gd name="connsiteX4" fmla="*/ 1435103 w 1756788"/>
              <a:gd name="connsiteY4" fmla="*/ 1212989 h 2139779"/>
              <a:gd name="connsiteX5" fmla="*/ 1104903 w 1756788"/>
              <a:gd name="connsiteY5" fmla="*/ 1187589 h 2139779"/>
              <a:gd name="connsiteX6" fmla="*/ 1013463 w 1756788"/>
              <a:gd name="connsiteY6" fmla="*/ 1878469 h 2139779"/>
              <a:gd name="connsiteX7" fmla="*/ 576583 w 1756788"/>
              <a:gd name="connsiteY7" fmla="*/ 2137549 h 2139779"/>
              <a:gd name="connsiteX8" fmla="*/ 78743 w 1756788"/>
              <a:gd name="connsiteY8" fmla="*/ 1756549 h 2139779"/>
              <a:gd name="connsiteX9" fmla="*/ 68583 w 1756788"/>
              <a:gd name="connsiteY9" fmla="*/ 501789 h 2139779"/>
              <a:gd name="connsiteX10" fmla="*/ 734063 w 1756788"/>
              <a:gd name="connsiteY10" fmla="*/ 39509 h 2139779"/>
              <a:gd name="connsiteX11" fmla="*/ 916943 w 1756788"/>
              <a:gd name="connsiteY11" fmla="*/ 39509 h 2139779"/>
              <a:gd name="connsiteX0" fmla="*/ 916943 w 1756788"/>
              <a:gd name="connsiteY0" fmla="*/ 1334 h 2101604"/>
              <a:gd name="connsiteX1" fmla="*/ 1724663 w 1756788"/>
              <a:gd name="connsiteY1" fmla="*/ 153734 h 2101604"/>
              <a:gd name="connsiteX2" fmla="*/ 1567183 w 1756788"/>
              <a:gd name="connsiteY2" fmla="*/ 412814 h 2101604"/>
              <a:gd name="connsiteX3" fmla="*/ 1297943 w 1756788"/>
              <a:gd name="connsiteY3" fmla="*/ 483934 h 2101604"/>
              <a:gd name="connsiteX4" fmla="*/ 1435103 w 1756788"/>
              <a:gd name="connsiteY4" fmla="*/ 1174814 h 2101604"/>
              <a:gd name="connsiteX5" fmla="*/ 1104903 w 1756788"/>
              <a:gd name="connsiteY5" fmla="*/ 1149414 h 2101604"/>
              <a:gd name="connsiteX6" fmla="*/ 1013463 w 1756788"/>
              <a:gd name="connsiteY6" fmla="*/ 1840294 h 2101604"/>
              <a:gd name="connsiteX7" fmla="*/ 576583 w 1756788"/>
              <a:gd name="connsiteY7" fmla="*/ 2099374 h 2101604"/>
              <a:gd name="connsiteX8" fmla="*/ 78743 w 1756788"/>
              <a:gd name="connsiteY8" fmla="*/ 1718374 h 2101604"/>
              <a:gd name="connsiteX9" fmla="*/ 68583 w 1756788"/>
              <a:gd name="connsiteY9" fmla="*/ 463614 h 2101604"/>
              <a:gd name="connsiteX10" fmla="*/ 481651 w 1756788"/>
              <a:gd name="connsiteY10" fmla="*/ 101347 h 2101604"/>
              <a:gd name="connsiteX11" fmla="*/ 916943 w 1756788"/>
              <a:gd name="connsiteY11" fmla="*/ 1334 h 2101604"/>
              <a:gd name="connsiteX0" fmla="*/ 926468 w 1756166"/>
              <a:gd name="connsiteY0" fmla="*/ 28882 h 2029140"/>
              <a:gd name="connsiteX1" fmla="*/ 1724663 w 1756166"/>
              <a:gd name="connsiteY1" fmla="*/ 81270 h 2029140"/>
              <a:gd name="connsiteX2" fmla="*/ 1567183 w 1756166"/>
              <a:gd name="connsiteY2" fmla="*/ 340350 h 2029140"/>
              <a:gd name="connsiteX3" fmla="*/ 1297943 w 1756166"/>
              <a:gd name="connsiteY3" fmla="*/ 411470 h 2029140"/>
              <a:gd name="connsiteX4" fmla="*/ 1435103 w 1756166"/>
              <a:gd name="connsiteY4" fmla="*/ 1102350 h 2029140"/>
              <a:gd name="connsiteX5" fmla="*/ 1104903 w 1756166"/>
              <a:gd name="connsiteY5" fmla="*/ 1076950 h 2029140"/>
              <a:gd name="connsiteX6" fmla="*/ 1013463 w 1756166"/>
              <a:gd name="connsiteY6" fmla="*/ 1767830 h 2029140"/>
              <a:gd name="connsiteX7" fmla="*/ 576583 w 1756166"/>
              <a:gd name="connsiteY7" fmla="*/ 2026910 h 2029140"/>
              <a:gd name="connsiteX8" fmla="*/ 78743 w 1756166"/>
              <a:gd name="connsiteY8" fmla="*/ 1645910 h 2029140"/>
              <a:gd name="connsiteX9" fmla="*/ 68583 w 1756166"/>
              <a:gd name="connsiteY9" fmla="*/ 391150 h 2029140"/>
              <a:gd name="connsiteX10" fmla="*/ 481651 w 1756166"/>
              <a:gd name="connsiteY10" fmla="*/ 28883 h 2029140"/>
              <a:gd name="connsiteX11" fmla="*/ 926468 w 1756166"/>
              <a:gd name="connsiteY11" fmla="*/ 28882 h 2029140"/>
              <a:gd name="connsiteX0" fmla="*/ 926468 w 1567899"/>
              <a:gd name="connsiteY0" fmla="*/ 29885 h 2030143"/>
              <a:gd name="connsiteX1" fmla="*/ 1200788 w 1567899"/>
              <a:gd name="connsiteY1" fmla="*/ 106086 h 2030143"/>
              <a:gd name="connsiteX2" fmla="*/ 1567183 w 1567899"/>
              <a:gd name="connsiteY2" fmla="*/ 341353 h 2030143"/>
              <a:gd name="connsiteX3" fmla="*/ 1297943 w 1567899"/>
              <a:gd name="connsiteY3" fmla="*/ 412473 h 2030143"/>
              <a:gd name="connsiteX4" fmla="*/ 1435103 w 1567899"/>
              <a:gd name="connsiteY4" fmla="*/ 1103353 h 2030143"/>
              <a:gd name="connsiteX5" fmla="*/ 1104903 w 1567899"/>
              <a:gd name="connsiteY5" fmla="*/ 1077953 h 2030143"/>
              <a:gd name="connsiteX6" fmla="*/ 1013463 w 1567899"/>
              <a:gd name="connsiteY6" fmla="*/ 1768833 h 2030143"/>
              <a:gd name="connsiteX7" fmla="*/ 576583 w 1567899"/>
              <a:gd name="connsiteY7" fmla="*/ 2027913 h 2030143"/>
              <a:gd name="connsiteX8" fmla="*/ 78743 w 1567899"/>
              <a:gd name="connsiteY8" fmla="*/ 1646913 h 2030143"/>
              <a:gd name="connsiteX9" fmla="*/ 68583 w 1567899"/>
              <a:gd name="connsiteY9" fmla="*/ 392153 h 2030143"/>
              <a:gd name="connsiteX10" fmla="*/ 481651 w 1567899"/>
              <a:gd name="connsiteY10" fmla="*/ 29886 h 2030143"/>
              <a:gd name="connsiteX11" fmla="*/ 926468 w 1567899"/>
              <a:gd name="connsiteY11" fmla="*/ 29885 h 2030143"/>
              <a:gd name="connsiteX0" fmla="*/ 840743 w 1567899"/>
              <a:gd name="connsiteY0" fmla="*/ 49487 h 2021170"/>
              <a:gd name="connsiteX1" fmla="*/ 1200788 w 1567899"/>
              <a:gd name="connsiteY1" fmla="*/ 97113 h 2021170"/>
              <a:gd name="connsiteX2" fmla="*/ 1567183 w 1567899"/>
              <a:gd name="connsiteY2" fmla="*/ 332380 h 2021170"/>
              <a:gd name="connsiteX3" fmla="*/ 1297943 w 1567899"/>
              <a:gd name="connsiteY3" fmla="*/ 403500 h 2021170"/>
              <a:gd name="connsiteX4" fmla="*/ 1435103 w 1567899"/>
              <a:gd name="connsiteY4" fmla="*/ 1094380 h 2021170"/>
              <a:gd name="connsiteX5" fmla="*/ 1104903 w 1567899"/>
              <a:gd name="connsiteY5" fmla="*/ 1068980 h 2021170"/>
              <a:gd name="connsiteX6" fmla="*/ 1013463 w 1567899"/>
              <a:gd name="connsiteY6" fmla="*/ 1759860 h 2021170"/>
              <a:gd name="connsiteX7" fmla="*/ 576583 w 1567899"/>
              <a:gd name="connsiteY7" fmla="*/ 2018940 h 2021170"/>
              <a:gd name="connsiteX8" fmla="*/ 78743 w 1567899"/>
              <a:gd name="connsiteY8" fmla="*/ 1637940 h 2021170"/>
              <a:gd name="connsiteX9" fmla="*/ 68583 w 1567899"/>
              <a:gd name="connsiteY9" fmla="*/ 383180 h 2021170"/>
              <a:gd name="connsiteX10" fmla="*/ 481651 w 1567899"/>
              <a:gd name="connsiteY10" fmla="*/ 20913 h 2021170"/>
              <a:gd name="connsiteX11" fmla="*/ 840743 w 1567899"/>
              <a:gd name="connsiteY11" fmla="*/ 49487 h 2021170"/>
              <a:gd name="connsiteX0" fmla="*/ 840743 w 1440138"/>
              <a:gd name="connsiteY0" fmla="*/ 49487 h 2021170"/>
              <a:gd name="connsiteX1" fmla="*/ 1200788 w 1440138"/>
              <a:gd name="connsiteY1" fmla="*/ 97113 h 2021170"/>
              <a:gd name="connsiteX2" fmla="*/ 1205233 w 1440138"/>
              <a:gd name="connsiteY2" fmla="*/ 294280 h 2021170"/>
              <a:gd name="connsiteX3" fmla="*/ 1297943 w 1440138"/>
              <a:gd name="connsiteY3" fmla="*/ 403500 h 2021170"/>
              <a:gd name="connsiteX4" fmla="*/ 1435103 w 1440138"/>
              <a:gd name="connsiteY4" fmla="*/ 1094380 h 2021170"/>
              <a:gd name="connsiteX5" fmla="*/ 1104903 w 1440138"/>
              <a:gd name="connsiteY5" fmla="*/ 1068980 h 2021170"/>
              <a:gd name="connsiteX6" fmla="*/ 1013463 w 1440138"/>
              <a:gd name="connsiteY6" fmla="*/ 1759860 h 2021170"/>
              <a:gd name="connsiteX7" fmla="*/ 576583 w 1440138"/>
              <a:gd name="connsiteY7" fmla="*/ 2018940 h 2021170"/>
              <a:gd name="connsiteX8" fmla="*/ 78743 w 1440138"/>
              <a:gd name="connsiteY8" fmla="*/ 1637940 h 2021170"/>
              <a:gd name="connsiteX9" fmla="*/ 68583 w 1440138"/>
              <a:gd name="connsiteY9" fmla="*/ 383180 h 2021170"/>
              <a:gd name="connsiteX10" fmla="*/ 481651 w 1440138"/>
              <a:gd name="connsiteY10" fmla="*/ 20913 h 2021170"/>
              <a:gd name="connsiteX11" fmla="*/ 840743 w 1440138"/>
              <a:gd name="connsiteY11" fmla="*/ 49487 h 2021170"/>
              <a:gd name="connsiteX0" fmla="*/ 840743 w 1436106"/>
              <a:gd name="connsiteY0" fmla="*/ 49487 h 2021170"/>
              <a:gd name="connsiteX1" fmla="*/ 1200788 w 1436106"/>
              <a:gd name="connsiteY1" fmla="*/ 97113 h 2021170"/>
              <a:gd name="connsiteX2" fmla="*/ 1205233 w 1436106"/>
              <a:gd name="connsiteY2" fmla="*/ 294280 h 2021170"/>
              <a:gd name="connsiteX3" fmla="*/ 1207455 w 1436106"/>
              <a:gd name="connsiteY3" fmla="*/ 565425 h 2021170"/>
              <a:gd name="connsiteX4" fmla="*/ 1435103 w 1436106"/>
              <a:gd name="connsiteY4" fmla="*/ 1094380 h 2021170"/>
              <a:gd name="connsiteX5" fmla="*/ 1104903 w 1436106"/>
              <a:gd name="connsiteY5" fmla="*/ 1068980 h 2021170"/>
              <a:gd name="connsiteX6" fmla="*/ 1013463 w 1436106"/>
              <a:gd name="connsiteY6" fmla="*/ 1759860 h 2021170"/>
              <a:gd name="connsiteX7" fmla="*/ 576583 w 1436106"/>
              <a:gd name="connsiteY7" fmla="*/ 2018940 h 2021170"/>
              <a:gd name="connsiteX8" fmla="*/ 78743 w 1436106"/>
              <a:gd name="connsiteY8" fmla="*/ 1637940 h 2021170"/>
              <a:gd name="connsiteX9" fmla="*/ 68583 w 1436106"/>
              <a:gd name="connsiteY9" fmla="*/ 383180 h 2021170"/>
              <a:gd name="connsiteX10" fmla="*/ 481651 w 1436106"/>
              <a:gd name="connsiteY10" fmla="*/ 20913 h 2021170"/>
              <a:gd name="connsiteX11" fmla="*/ 840743 w 1436106"/>
              <a:gd name="connsiteY11" fmla="*/ 49487 h 2021170"/>
              <a:gd name="connsiteX0" fmla="*/ 840743 w 1388704"/>
              <a:gd name="connsiteY0" fmla="*/ 49487 h 2021170"/>
              <a:gd name="connsiteX1" fmla="*/ 1200788 w 1388704"/>
              <a:gd name="connsiteY1" fmla="*/ 97113 h 2021170"/>
              <a:gd name="connsiteX2" fmla="*/ 1205233 w 1388704"/>
              <a:gd name="connsiteY2" fmla="*/ 294280 h 2021170"/>
              <a:gd name="connsiteX3" fmla="*/ 1207455 w 1388704"/>
              <a:gd name="connsiteY3" fmla="*/ 565425 h 2021170"/>
              <a:gd name="connsiteX4" fmla="*/ 1387478 w 1388704"/>
              <a:gd name="connsiteY4" fmla="*/ 965793 h 2021170"/>
              <a:gd name="connsiteX5" fmla="*/ 1104903 w 1388704"/>
              <a:gd name="connsiteY5" fmla="*/ 1068980 h 2021170"/>
              <a:gd name="connsiteX6" fmla="*/ 1013463 w 1388704"/>
              <a:gd name="connsiteY6" fmla="*/ 1759860 h 2021170"/>
              <a:gd name="connsiteX7" fmla="*/ 576583 w 1388704"/>
              <a:gd name="connsiteY7" fmla="*/ 2018940 h 2021170"/>
              <a:gd name="connsiteX8" fmla="*/ 78743 w 1388704"/>
              <a:gd name="connsiteY8" fmla="*/ 1637940 h 2021170"/>
              <a:gd name="connsiteX9" fmla="*/ 68583 w 1388704"/>
              <a:gd name="connsiteY9" fmla="*/ 383180 h 2021170"/>
              <a:gd name="connsiteX10" fmla="*/ 481651 w 1388704"/>
              <a:gd name="connsiteY10" fmla="*/ 20913 h 2021170"/>
              <a:gd name="connsiteX11" fmla="*/ 840743 w 1388704"/>
              <a:gd name="connsiteY11" fmla="*/ 49487 h 2021170"/>
              <a:gd name="connsiteX0" fmla="*/ 840743 w 1433109"/>
              <a:gd name="connsiteY0" fmla="*/ 49487 h 2021170"/>
              <a:gd name="connsiteX1" fmla="*/ 1200788 w 1433109"/>
              <a:gd name="connsiteY1" fmla="*/ 97113 h 2021170"/>
              <a:gd name="connsiteX2" fmla="*/ 1205233 w 1433109"/>
              <a:gd name="connsiteY2" fmla="*/ 294280 h 2021170"/>
              <a:gd name="connsiteX3" fmla="*/ 1207455 w 1433109"/>
              <a:gd name="connsiteY3" fmla="*/ 565425 h 2021170"/>
              <a:gd name="connsiteX4" fmla="*/ 1387478 w 1433109"/>
              <a:gd name="connsiteY4" fmla="*/ 965793 h 2021170"/>
              <a:gd name="connsiteX5" fmla="*/ 1104903 w 1433109"/>
              <a:gd name="connsiteY5" fmla="*/ 1068980 h 2021170"/>
              <a:gd name="connsiteX6" fmla="*/ 1013463 w 1433109"/>
              <a:gd name="connsiteY6" fmla="*/ 1759860 h 2021170"/>
              <a:gd name="connsiteX7" fmla="*/ 576583 w 1433109"/>
              <a:gd name="connsiteY7" fmla="*/ 2018940 h 2021170"/>
              <a:gd name="connsiteX8" fmla="*/ 78743 w 1433109"/>
              <a:gd name="connsiteY8" fmla="*/ 1637940 h 2021170"/>
              <a:gd name="connsiteX9" fmla="*/ 68583 w 1433109"/>
              <a:gd name="connsiteY9" fmla="*/ 383180 h 2021170"/>
              <a:gd name="connsiteX10" fmla="*/ 481651 w 1433109"/>
              <a:gd name="connsiteY10" fmla="*/ 20913 h 2021170"/>
              <a:gd name="connsiteX11" fmla="*/ 840743 w 1433109"/>
              <a:gd name="connsiteY11" fmla="*/ 49487 h 2021170"/>
              <a:gd name="connsiteX0" fmla="*/ 840743 w 1398243"/>
              <a:gd name="connsiteY0" fmla="*/ 49487 h 2021170"/>
              <a:gd name="connsiteX1" fmla="*/ 1200788 w 1398243"/>
              <a:gd name="connsiteY1" fmla="*/ 97113 h 2021170"/>
              <a:gd name="connsiteX2" fmla="*/ 1205233 w 1398243"/>
              <a:gd name="connsiteY2" fmla="*/ 294280 h 2021170"/>
              <a:gd name="connsiteX3" fmla="*/ 1326517 w 1398243"/>
              <a:gd name="connsiteY3" fmla="*/ 532088 h 2021170"/>
              <a:gd name="connsiteX4" fmla="*/ 1387478 w 1398243"/>
              <a:gd name="connsiteY4" fmla="*/ 965793 h 2021170"/>
              <a:gd name="connsiteX5" fmla="*/ 1104903 w 1398243"/>
              <a:gd name="connsiteY5" fmla="*/ 1068980 h 2021170"/>
              <a:gd name="connsiteX6" fmla="*/ 1013463 w 1398243"/>
              <a:gd name="connsiteY6" fmla="*/ 1759860 h 2021170"/>
              <a:gd name="connsiteX7" fmla="*/ 576583 w 1398243"/>
              <a:gd name="connsiteY7" fmla="*/ 2018940 h 2021170"/>
              <a:gd name="connsiteX8" fmla="*/ 78743 w 1398243"/>
              <a:gd name="connsiteY8" fmla="*/ 1637940 h 2021170"/>
              <a:gd name="connsiteX9" fmla="*/ 68583 w 1398243"/>
              <a:gd name="connsiteY9" fmla="*/ 383180 h 2021170"/>
              <a:gd name="connsiteX10" fmla="*/ 481651 w 1398243"/>
              <a:gd name="connsiteY10" fmla="*/ 20913 h 2021170"/>
              <a:gd name="connsiteX11" fmla="*/ 840743 w 1398243"/>
              <a:gd name="connsiteY11" fmla="*/ 49487 h 2021170"/>
              <a:gd name="connsiteX0" fmla="*/ 840743 w 1423509"/>
              <a:gd name="connsiteY0" fmla="*/ 49487 h 2021170"/>
              <a:gd name="connsiteX1" fmla="*/ 1200788 w 1423509"/>
              <a:gd name="connsiteY1" fmla="*/ 97113 h 2021170"/>
              <a:gd name="connsiteX2" fmla="*/ 1205233 w 1423509"/>
              <a:gd name="connsiteY2" fmla="*/ 294280 h 2021170"/>
              <a:gd name="connsiteX3" fmla="*/ 1326517 w 1423509"/>
              <a:gd name="connsiteY3" fmla="*/ 532088 h 2021170"/>
              <a:gd name="connsiteX4" fmla="*/ 1387478 w 1423509"/>
              <a:gd name="connsiteY4" fmla="*/ 965793 h 2021170"/>
              <a:gd name="connsiteX5" fmla="*/ 1104903 w 1423509"/>
              <a:gd name="connsiteY5" fmla="*/ 1068980 h 2021170"/>
              <a:gd name="connsiteX6" fmla="*/ 1013463 w 1423509"/>
              <a:gd name="connsiteY6" fmla="*/ 1759860 h 2021170"/>
              <a:gd name="connsiteX7" fmla="*/ 576583 w 1423509"/>
              <a:gd name="connsiteY7" fmla="*/ 2018940 h 2021170"/>
              <a:gd name="connsiteX8" fmla="*/ 78743 w 1423509"/>
              <a:gd name="connsiteY8" fmla="*/ 1637940 h 2021170"/>
              <a:gd name="connsiteX9" fmla="*/ 68583 w 1423509"/>
              <a:gd name="connsiteY9" fmla="*/ 383180 h 2021170"/>
              <a:gd name="connsiteX10" fmla="*/ 481651 w 1423509"/>
              <a:gd name="connsiteY10" fmla="*/ 20913 h 2021170"/>
              <a:gd name="connsiteX11" fmla="*/ 840743 w 1423509"/>
              <a:gd name="connsiteY11" fmla="*/ 49487 h 2021170"/>
              <a:gd name="connsiteX0" fmla="*/ 840743 w 1427623"/>
              <a:gd name="connsiteY0" fmla="*/ 49487 h 2020922"/>
              <a:gd name="connsiteX1" fmla="*/ 1200788 w 1427623"/>
              <a:gd name="connsiteY1" fmla="*/ 97113 h 2020922"/>
              <a:gd name="connsiteX2" fmla="*/ 1205233 w 1427623"/>
              <a:gd name="connsiteY2" fmla="*/ 294280 h 2020922"/>
              <a:gd name="connsiteX3" fmla="*/ 1326517 w 1427623"/>
              <a:gd name="connsiteY3" fmla="*/ 532088 h 2020922"/>
              <a:gd name="connsiteX4" fmla="*/ 1387478 w 1427623"/>
              <a:gd name="connsiteY4" fmla="*/ 965793 h 2020922"/>
              <a:gd name="connsiteX5" fmla="*/ 1042990 w 1427623"/>
              <a:gd name="connsiteY5" fmla="*/ 1178517 h 2020922"/>
              <a:gd name="connsiteX6" fmla="*/ 1013463 w 1427623"/>
              <a:gd name="connsiteY6" fmla="*/ 1759860 h 2020922"/>
              <a:gd name="connsiteX7" fmla="*/ 576583 w 1427623"/>
              <a:gd name="connsiteY7" fmla="*/ 2018940 h 2020922"/>
              <a:gd name="connsiteX8" fmla="*/ 78743 w 1427623"/>
              <a:gd name="connsiteY8" fmla="*/ 1637940 h 2020922"/>
              <a:gd name="connsiteX9" fmla="*/ 68583 w 1427623"/>
              <a:gd name="connsiteY9" fmla="*/ 383180 h 2020922"/>
              <a:gd name="connsiteX10" fmla="*/ 481651 w 1427623"/>
              <a:gd name="connsiteY10" fmla="*/ 20913 h 2020922"/>
              <a:gd name="connsiteX11" fmla="*/ 840743 w 1427623"/>
              <a:gd name="connsiteY11" fmla="*/ 49487 h 2020922"/>
              <a:gd name="connsiteX0" fmla="*/ 839965 w 1426845"/>
              <a:gd name="connsiteY0" fmla="*/ 49487 h 2082348"/>
              <a:gd name="connsiteX1" fmla="*/ 1200010 w 1426845"/>
              <a:gd name="connsiteY1" fmla="*/ 97113 h 2082348"/>
              <a:gd name="connsiteX2" fmla="*/ 1204455 w 1426845"/>
              <a:gd name="connsiteY2" fmla="*/ 294280 h 2082348"/>
              <a:gd name="connsiteX3" fmla="*/ 1325739 w 1426845"/>
              <a:gd name="connsiteY3" fmla="*/ 532088 h 2082348"/>
              <a:gd name="connsiteX4" fmla="*/ 1386700 w 1426845"/>
              <a:gd name="connsiteY4" fmla="*/ 965793 h 2082348"/>
              <a:gd name="connsiteX5" fmla="*/ 1042212 w 1426845"/>
              <a:gd name="connsiteY5" fmla="*/ 1178517 h 2082348"/>
              <a:gd name="connsiteX6" fmla="*/ 1012685 w 1426845"/>
              <a:gd name="connsiteY6" fmla="*/ 1759860 h 2082348"/>
              <a:gd name="connsiteX7" fmla="*/ 561517 w 1426845"/>
              <a:gd name="connsiteY7" fmla="*/ 2080853 h 2082348"/>
              <a:gd name="connsiteX8" fmla="*/ 77965 w 1426845"/>
              <a:gd name="connsiteY8" fmla="*/ 1637940 h 2082348"/>
              <a:gd name="connsiteX9" fmla="*/ 67805 w 1426845"/>
              <a:gd name="connsiteY9" fmla="*/ 383180 h 2082348"/>
              <a:gd name="connsiteX10" fmla="*/ 480873 w 1426845"/>
              <a:gd name="connsiteY10" fmla="*/ 20913 h 2082348"/>
              <a:gd name="connsiteX11" fmla="*/ 839965 w 1426845"/>
              <a:gd name="connsiteY11" fmla="*/ 49487 h 2082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26845" h="2082348">
                <a:moveTo>
                  <a:pt x="839965" y="49487"/>
                </a:moveTo>
                <a:cubicBezTo>
                  <a:pt x="959821" y="62187"/>
                  <a:pt x="1139262" y="56314"/>
                  <a:pt x="1200010" y="97113"/>
                </a:cubicBezTo>
                <a:cubicBezTo>
                  <a:pt x="1260758" y="137912"/>
                  <a:pt x="1183500" y="221784"/>
                  <a:pt x="1204455" y="294280"/>
                </a:cubicBezTo>
                <a:cubicBezTo>
                  <a:pt x="1225410" y="366776"/>
                  <a:pt x="1185828" y="429694"/>
                  <a:pt x="1325739" y="532088"/>
                </a:cubicBezTo>
                <a:cubicBezTo>
                  <a:pt x="1465650" y="634482"/>
                  <a:pt x="1433955" y="858055"/>
                  <a:pt x="1386700" y="965793"/>
                </a:cubicBezTo>
                <a:cubicBezTo>
                  <a:pt x="1339446" y="1073531"/>
                  <a:pt x="1104548" y="1046172"/>
                  <a:pt x="1042212" y="1178517"/>
                </a:cubicBezTo>
                <a:cubicBezTo>
                  <a:pt x="979876" y="1310862"/>
                  <a:pt x="1092801" y="1609471"/>
                  <a:pt x="1012685" y="1759860"/>
                </a:cubicBezTo>
                <a:cubicBezTo>
                  <a:pt x="932569" y="1910249"/>
                  <a:pt x="717304" y="2101173"/>
                  <a:pt x="561517" y="2080853"/>
                </a:cubicBezTo>
                <a:cubicBezTo>
                  <a:pt x="405730" y="2060533"/>
                  <a:pt x="160250" y="1920886"/>
                  <a:pt x="77965" y="1637940"/>
                </a:cubicBezTo>
                <a:cubicBezTo>
                  <a:pt x="-4320" y="1354995"/>
                  <a:pt x="-41415" y="669353"/>
                  <a:pt x="67805" y="383180"/>
                </a:cubicBezTo>
                <a:cubicBezTo>
                  <a:pt x="177025" y="97007"/>
                  <a:pt x="352180" y="76528"/>
                  <a:pt x="480873" y="20913"/>
                </a:cubicBezTo>
                <a:cubicBezTo>
                  <a:pt x="609566" y="-34702"/>
                  <a:pt x="720109" y="36787"/>
                  <a:pt x="839965" y="49487"/>
                </a:cubicBezTo>
                <a:close/>
              </a:path>
            </a:pathLst>
          </a:custGeom>
          <a:solidFill>
            <a:srgbClr val="61B230">
              <a:lumMod val="75000"/>
              <a:alpha val="10000"/>
            </a:srgbClr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ECEDB2C-04FE-DA74-91A8-BBCC1AD56F7A}"/>
              </a:ext>
            </a:extLst>
          </p:cNvPr>
          <p:cNvSpPr/>
          <p:nvPr/>
        </p:nvSpPr>
        <p:spPr>
          <a:xfrm>
            <a:off x="9058244" y="1826011"/>
            <a:ext cx="1943170" cy="1365072"/>
          </a:xfrm>
          <a:custGeom>
            <a:avLst/>
            <a:gdLst>
              <a:gd name="connsiteX0" fmla="*/ 1245486 w 2255472"/>
              <a:gd name="connsiteY0" fmla="*/ 12843 h 1664733"/>
              <a:gd name="connsiteX1" fmla="*/ 879726 w 2255472"/>
              <a:gd name="connsiteY1" fmla="*/ 129683 h 1664733"/>
              <a:gd name="connsiteX2" fmla="*/ 839086 w 2255472"/>
              <a:gd name="connsiteY2" fmla="*/ 271923 h 1664733"/>
              <a:gd name="connsiteX3" fmla="*/ 625726 w 2255472"/>
              <a:gd name="connsiteY3" fmla="*/ 404003 h 1664733"/>
              <a:gd name="connsiteX4" fmla="*/ 473326 w 2255472"/>
              <a:gd name="connsiteY4" fmla="*/ 495443 h 1664733"/>
              <a:gd name="connsiteX5" fmla="*/ 351406 w 2255472"/>
              <a:gd name="connsiteY5" fmla="*/ 490363 h 1664733"/>
              <a:gd name="connsiteX6" fmla="*/ 285366 w 2255472"/>
              <a:gd name="connsiteY6" fmla="*/ 627523 h 1664733"/>
              <a:gd name="connsiteX7" fmla="*/ 295526 w 2255472"/>
              <a:gd name="connsiteY7" fmla="*/ 825643 h 1664733"/>
              <a:gd name="connsiteX8" fmla="*/ 366646 w 2255472"/>
              <a:gd name="connsiteY8" fmla="*/ 1069483 h 1664733"/>
              <a:gd name="connsiteX9" fmla="*/ 386966 w 2255472"/>
              <a:gd name="connsiteY9" fmla="*/ 1262523 h 1664733"/>
              <a:gd name="connsiteX10" fmla="*/ 326006 w 2255472"/>
              <a:gd name="connsiteY10" fmla="*/ 1293003 h 1664733"/>
              <a:gd name="connsiteX11" fmla="*/ 244726 w 2255472"/>
              <a:gd name="connsiteY11" fmla="*/ 1247283 h 1664733"/>
              <a:gd name="connsiteX12" fmla="*/ 122806 w 2255472"/>
              <a:gd name="connsiteY12" fmla="*/ 1237123 h 1664733"/>
              <a:gd name="connsiteX13" fmla="*/ 31366 w 2255472"/>
              <a:gd name="connsiteY13" fmla="*/ 1425083 h 1664733"/>
              <a:gd name="connsiteX14" fmla="*/ 72006 w 2255472"/>
              <a:gd name="connsiteY14" fmla="*/ 1663843 h 1664733"/>
              <a:gd name="connsiteX15" fmla="*/ 793366 w 2255472"/>
              <a:gd name="connsiteY15" fmla="*/ 1486043 h 1664733"/>
              <a:gd name="connsiteX16" fmla="*/ 2037966 w 2255472"/>
              <a:gd name="connsiteY16" fmla="*/ 1003443 h 1664733"/>
              <a:gd name="connsiteX17" fmla="*/ 2251326 w 2255472"/>
              <a:gd name="connsiteY17" fmla="*/ 581803 h 1664733"/>
              <a:gd name="connsiteX18" fmla="*/ 1992246 w 2255472"/>
              <a:gd name="connsiteY18" fmla="*/ 195723 h 1664733"/>
              <a:gd name="connsiteX19" fmla="*/ 1580766 w 2255472"/>
              <a:gd name="connsiteY19" fmla="*/ 23003 h 1664733"/>
              <a:gd name="connsiteX20" fmla="*/ 1245486 w 2255472"/>
              <a:gd name="connsiteY20" fmla="*/ 12843 h 1664733"/>
              <a:gd name="connsiteX0" fmla="*/ 1214267 w 2224253"/>
              <a:gd name="connsiteY0" fmla="*/ 12843 h 1545914"/>
              <a:gd name="connsiteX1" fmla="*/ 848507 w 2224253"/>
              <a:gd name="connsiteY1" fmla="*/ 129683 h 1545914"/>
              <a:gd name="connsiteX2" fmla="*/ 807867 w 2224253"/>
              <a:gd name="connsiteY2" fmla="*/ 271923 h 1545914"/>
              <a:gd name="connsiteX3" fmla="*/ 594507 w 2224253"/>
              <a:gd name="connsiteY3" fmla="*/ 404003 h 1545914"/>
              <a:gd name="connsiteX4" fmla="*/ 442107 w 2224253"/>
              <a:gd name="connsiteY4" fmla="*/ 495443 h 1545914"/>
              <a:gd name="connsiteX5" fmla="*/ 320187 w 2224253"/>
              <a:gd name="connsiteY5" fmla="*/ 490363 h 1545914"/>
              <a:gd name="connsiteX6" fmla="*/ 254147 w 2224253"/>
              <a:gd name="connsiteY6" fmla="*/ 627523 h 1545914"/>
              <a:gd name="connsiteX7" fmla="*/ 264307 w 2224253"/>
              <a:gd name="connsiteY7" fmla="*/ 825643 h 1545914"/>
              <a:gd name="connsiteX8" fmla="*/ 335427 w 2224253"/>
              <a:gd name="connsiteY8" fmla="*/ 1069483 h 1545914"/>
              <a:gd name="connsiteX9" fmla="*/ 355747 w 2224253"/>
              <a:gd name="connsiteY9" fmla="*/ 1262523 h 1545914"/>
              <a:gd name="connsiteX10" fmla="*/ 294787 w 2224253"/>
              <a:gd name="connsiteY10" fmla="*/ 1293003 h 1545914"/>
              <a:gd name="connsiteX11" fmla="*/ 213507 w 2224253"/>
              <a:gd name="connsiteY11" fmla="*/ 1247283 h 1545914"/>
              <a:gd name="connsiteX12" fmla="*/ 91587 w 2224253"/>
              <a:gd name="connsiteY12" fmla="*/ 1237123 h 1545914"/>
              <a:gd name="connsiteX13" fmla="*/ 147 w 2224253"/>
              <a:gd name="connsiteY13" fmla="*/ 1425083 h 1545914"/>
              <a:gd name="connsiteX14" fmla="*/ 106827 w 2224253"/>
              <a:gd name="connsiteY14" fmla="*/ 1531763 h 1545914"/>
              <a:gd name="connsiteX15" fmla="*/ 762147 w 2224253"/>
              <a:gd name="connsiteY15" fmla="*/ 1486043 h 1545914"/>
              <a:gd name="connsiteX16" fmla="*/ 2006747 w 2224253"/>
              <a:gd name="connsiteY16" fmla="*/ 1003443 h 1545914"/>
              <a:gd name="connsiteX17" fmla="*/ 2220107 w 2224253"/>
              <a:gd name="connsiteY17" fmla="*/ 581803 h 1545914"/>
              <a:gd name="connsiteX18" fmla="*/ 1961027 w 2224253"/>
              <a:gd name="connsiteY18" fmla="*/ 195723 h 1545914"/>
              <a:gd name="connsiteX19" fmla="*/ 1549547 w 2224253"/>
              <a:gd name="connsiteY19" fmla="*/ 23003 h 1545914"/>
              <a:gd name="connsiteX20" fmla="*/ 1214267 w 2224253"/>
              <a:gd name="connsiteY20" fmla="*/ 12843 h 1545914"/>
              <a:gd name="connsiteX0" fmla="*/ 1214267 w 2224253"/>
              <a:gd name="connsiteY0" fmla="*/ 12843 h 1545914"/>
              <a:gd name="connsiteX1" fmla="*/ 848507 w 2224253"/>
              <a:gd name="connsiteY1" fmla="*/ 129683 h 1545914"/>
              <a:gd name="connsiteX2" fmla="*/ 807867 w 2224253"/>
              <a:gd name="connsiteY2" fmla="*/ 271923 h 1545914"/>
              <a:gd name="connsiteX3" fmla="*/ 594507 w 2224253"/>
              <a:gd name="connsiteY3" fmla="*/ 404003 h 1545914"/>
              <a:gd name="connsiteX4" fmla="*/ 442107 w 2224253"/>
              <a:gd name="connsiteY4" fmla="*/ 495443 h 1545914"/>
              <a:gd name="connsiteX5" fmla="*/ 320187 w 2224253"/>
              <a:gd name="connsiteY5" fmla="*/ 490363 h 1545914"/>
              <a:gd name="connsiteX6" fmla="*/ 254147 w 2224253"/>
              <a:gd name="connsiteY6" fmla="*/ 627523 h 1545914"/>
              <a:gd name="connsiteX7" fmla="*/ 264307 w 2224253"/>
              <a:gd name="connsiteY7" fmla="*/ 825643 h 1545914"/>
              <a:gd name="connsiteX8" fmla="*/ 335427 w 2224253"/>
              <a:gd name="connsiteY8" fmla="*/ 1069483 h 1545914"/>
              <a:gd name="connsiteX9" fmla="*/ 401467 w 2224253"/>
              <a:gd name="connsiteY9" fmla="*/ 1176163 h 1545914"/>
              <a:gd name="connsiteX10" fmla="*/ 294787 w 2224253"/>
              <a:gd name="connsiteY10" fmla="*/ 1293003 h 1545914"/>
              <a:gd name="connsiteX11" fmla="*/ 213507 w 2224253"/>
              <a:gd name="connsiteY11" fmla="*/ 1247283 h 1545914"/>
              <a:gd name="connsiteX12" fmla="*/ 91587 w 2224253"/>
              <a:gd name="connsiteY12" fmla="*/ 1237123 h 1545914"/>
              <a:gd name="connsiteX13" fmla="*/ 147 w 2224253"/>
              <a:gd name="connsiteY13" fmla="*/ 1425083 h 1545914"/>
              <a:gd name="connsiteX14" fmla="*/ 106827 w 2224253"/>
              <a:gd name="connsiteY14" fmla="*/ 1531763 h 1545914"/>
              <a:gd name="connsiteX15" fmla="*/ 762147 w 2224253"/>
              <a:gd name="connsiteY15" fmla="*/ 1486043 h 1545914"/>
              <a:gd name="connsiteX16" fmla="*/ 2006747 w 2224253"/>
              <a:gd name="connsiteY16" fmla="*/ 1003443 h 1545914"/>
              <a:gd name="connsiteX17" fmla="*/ 2220107 w 2224253"/>
              <a:gd name="connsiteY17" fmla="*/ 581803 h 1545914"/>
              <a:gd name="connsiteX18" fmla="*/ 1961027 w 2224253"/>
              <a:gd name="connsiteY18" fmla="*/ 195723 h 1545914"/>
              <a:gd name="connsiteX19" fmla="*/ 1549547 w 2224253"/>
              <a:gd name="connsiteY19" fmla="*/ 23003 h 1545914"/>
              <a:gd name="connsiteX20" fmla="*/ 1214267 w 2224253"/>
              <a:gd name="connsiteY20" fmla="*/ 12843 h 1545914"/>
              <a:gd name="connsiteX0" fmla="*/ 1214267 w 2224253"/>
              <a:gd name="connsiteY0" fmla="*/ 12843 h 1545914"/>
              <a:gd name="connsiteX1" fmla="*/ 848507 w 2224253"/>
              <a:gd name="connsiteY1" fmla="*/ 129683 h 1545914"/>
              <a:gd name="connsiteX2" fmla="*/ 807867 w 2224253"/>
              <a:gd name="connsiteY2" fmla="*/ 271923 h 1545914"/>
              <a:gd name="connsiteX3" fmla="*/ 594507 w 2224253"/>
              <a:gd name="connsiteY3" fmla="*/ 404003 h 1545914"/>
              <a:gd name="connsiteX4" fmla="*/ 442107 w 2224253"/>
              <a:gd name="connsiteY4" fmla="*/ 495443 h 1545914"/>
              <a:gd name="connsiteX5" fmla="*/ 320187 w 2224253"/>
              <a:gd name="connsiteY5" fmla="*/ 490363 h 1545914"/>
              <a:gd name="connsiteX6" fmla="*/ 254147 w 2224253"/>
              <a:gd name="connsiteY6" fmla="*/ 627523 h 1545914"/>
              <a:gd name="connsiteX7" fmla="*/ 264307 w 2224253"/>
              <a:gd name="connsiteY7" fmla="*/ 825643 h 1545914"/>
              <a:gd name="connsiteX8" fmla="*/ 335427 w 2224253"/>
              <a:gd name="connsiteY8" fmla="*/ 1069483 h 1545914"/>
              <a:gd name="connsiteX9" fmla="*/ 401467 w 2224253"/>
              <a:gd name="connsiteY9" fmla="*/ 1176163 h 1545914"/>
              <a:gd name="connsiteX10" fmla="*/ 569107 w 2224253"/>
              <a:gd name="connsiteY10" fmla="*/ 1282843 h 1545914"/>
              <a:gd name="connsiteX11" fmla="*/ 213507 w 2224253"/>
              <a:gd name="connsiteY11" fmla="*/ 1247283 h 1545914"/>
              <a:gd name="connsiteX12" fmla="*/ 91587 w 2224253"/>
              <a:gd name="connsiteY12" fmla="*/ 1237123 h 1545914"/>
              <a:gd name="connsiteX13" fmla="*/ 147 w 2224253"/>
              <a:gd name="connsiteY13" fmla="*/ 1425083 h 1545914"/>
              <a:gd name="connsiteX14" fmla="*/ 106827 w 2224253"/>
              <a:gd name="connsiteY14" fmla="*/ 1531763 h 1545914"/>
              <a:gd name="connsiteX15" fmla="*/ 762147 w 2224253"/>
              <a:gd name="connsiteY15" fmla="*/ 1486043 h 1545914"/>
              <a:gd name="connsiteX16" fmla="*/ 2006747 w 2224253"/>
              <a:gd name="connsiteY16" fmla="*/ 1003443 h 1545914"/>
              <a:gd name="connsiteX17" fmla="*/ 2220107 w 2224253"/>
              <a:gd name="connsiteY17" fmla="*/ 581803 h 1545914"/>
              <a:gd name="connsiteX18" fmla="*/ 1961027 w 2224253"/>
              <a:gd name="connsiteY18" fmla="*/ 195723 h 1545914"/>
              <a:gd name="connsiteX19" fmla="*/ 1549547 w 2224253"/>
              <a:gd name="connsiteY19" fmla="*/ 23003 h 1545914"/>
              <a:gd name="connsiteX20" fmla="*/ 1214267 w 2224253"/>
              <a:gd name="connsiteY20" fmla="*/ 12843 h 1545914"/>
              <a:gd name="connsiteX0" fmla="*/ 1217253 w 2227239"/>
              <a:gd name="connsiteY0" fmla="*/ 12843 h 1545914"/>
              <a:gd name="connsiteX1" fmla="*/ 851493 w 2227239"/>
              <a:gd name="connsiteY1" fmla="*/ 129683 h 1545914"/>
              <a:gd name="connsiteX2" fmla="*/ 810853 w 2227239"/>
              <a:gd name="connsiteY2" fmla="*/ 271923 h 1545914"/>
              <a:gd name="connsiteX3" fmla="*/ 597493 w 2227239"/>
              <a:gd name="connsiteY3" fmla="*/ 404003 h 1545914"/>
              <a:gd name="connsiteX4" fmla="*/ 445093 w 2227239"/>
              <a:gd name="connsiteY4" fmla="*/ 495443 h 1545914"/>
              <a:gd name="connsiteX5" fmla="*/ 323173 w 2227239"/>
              <a:gd name="connsiteY5" fmla="*/ 490363 h 1545914"/>
              <a:gd name="connsiteX6" fmla="*/ 257133 w 2227239"/>
              <a:gd name="connsiteY6" fmla="*/ 627523 h 1545914"/>
              <a:gd name="connsiteX7" fmla="*/ 267293 w 2227239"/>
              <a:gd name="connsiteY7" fmla="*/ 825643 h 1545914"/>
              <a:gd name="connsiteX8" fmla="*/ 338413 w 2227239"/>
              <a:gd name="connsiteY8" fmla="*/ 1069483 h 1545914"/>
              <a:gd name="connsiteX9" fmla="*/ 404453 w 2227239"/>
              <a:gd name="connsiteY9" fmla="*/ 1176163 h 1545914"/>
              <a:gd name="connsiteX10" fmla="*/ 572093 w 2227239"/>
              <a:gd name="connsiteY10" fmla="*/ 1282843 h 1545914"/>
              <a:gd name="connsiteX11" fmla="*/ 694013 w 2227239"/>
              <a:gd name="connsiteY11" fmla="*/ 1343803 h 1545914"/>
              <a:gd name="connsiteX12" fmla="*/ 94573 w 2227239"/>
              <a:gd name="connsiteY12" fmla="*/ 1237123 h 1545914"/>
              <a:gd name="connsiteX13" fmla="*/ 3133 w 2227239"/>
              <a:gd name="connsiteY13" fmla="*/ 1425083 h 1545914"/>
              <a:gd name="connsiteX14" fmla="*/ 109813 w 2227239"/>
              <a:gd name="connsiteY14" fmla="*/ 1531763 h 1545914"/>
              <a:gd name="connsiteX15" fmla="*/ 765133 w 2227239"/>
              <a:gd name="connsiteY15" fmla="*/ 1486043 h 1545914"/>
              <a:gd name="connsiteX16" fmla="*/ 2009733 w 2227239"/>
              <a:gd name="connsiteY16" fmla="*/ 1003443 h 1545914"/>
              <a:gd name="connsiteX17" fmla="*/ 2223093 w 2227239"/>
              <a:gd name="connsiteY17" fmla="*/ 581803 h 1545914"/>
              <a:gd name="connsiteX18" fmla="*/ 1964013 w 2227239"/>
              <a:gd name="connsiteY18" fmla="*/ 195723 h 1545914"/>
              <a:gd name="connsiteX19" fmla="*/ 1552533 w 2227239"/>
              <a:gd name="connsiteY19" fmla="*/ 23003 h 1545914"/>
              <a:gd name="connsiteX20" fmla="*/ 1217253 w 2227239"/>
              <a:gd name="connsiteY20" fmla="*/ 12843 h 1545914"/>
              <a:gd name="connsiteX0" fmla="*/ 1270871 w 2280857"/>
              <a:gd name="connsiteY0" fmla="*/ 12843 h 1545914"/>
              <a:gd name="connsiteX1" fmla="*/ 905111 w 2280857"/>
              <a:gd name="connsiteY1" fmla="*/ 129683 h 1545914"/>
              <a:gd name="connsiteX2" fmla="*/ 864471 w 2280857"/>
              <a:gd name="connsiteY2" fmla="*/ 271923 h 1545914"/>
              <a:gd name="connsiteX3" fmla="*/ 651111 w 2280857"/>
              <a:gd name="connsiteY3" fmla="*/ 404003 h 1545914"/>
              <a:gd name="connsiteX4" fmla="*/ 498711 w 2280857"/>
              <a:gd name="connsiteY4" fmla="*/ 495443 h 1545914"/>
              <a:gd name="connsiteX5" fmla="*/ 376791 w 2280857"/>
              <a:gd name="connsiteY5" fmla="*/ 490363 h 1545914"/>
              <a:gd name="connsiteX6" fmla="*/ 310751 w 2280857"/>
              <a:gd name="connsiteY6" fmla="*/ 627523 h 1545914"/>
              <a:gd name="connsiteX7" fmla="*/ 320911 w 2280857"/>
              <a:gd name="connsiteY7" fmla="*/ 825643 h 1545914"/>
              <a:gd name="connsiteX8" fmla="*/ 392031 w 2280857"/>
              <a:gd name="connsiteY8" fmla="*/ 1069483 h 1545914"/>
              <a:gd name="connsiteX9" fmla="*/ 458071 w 2280857"/>
              <a:gd name="connsiteY9" fmla="*/ 1176163 h 1545914"/>
              <a:gd name="connsiteX10" fmla="*/ 625711 w 2280857"/>
              <a:gd name="connsiteY10" fmla="*/ 1282843 h 1545914"/>
              <a:gd name="connsiteX11" fmla="*/ 747631 w 2280857"/>
              <a:gd name="connsiteY11" fmla="*/ 1343803 h 1545914"/>
              <a:gd name="connsiteX12" fmla="*/ 920351 w 2280857"/>
              <a:gd name="connsiteY12" fmla="*/ 1389523 h 1545914"/>
              <a:gd name="connsiteX13" fmla="*/ 56751 w 2280857"/>
              <a:gd name="connsiteY13" fmla="*/ 1425083 h 1545914"/>
              <a:gd name="connsiteX14" fmla="*/ 163431 w 2280857"/>
              <a:gd name="connsiteY14" fmla="*/ 1531763 h 1545914"/>
              <a:gd name="connsiteX15" fmla="*/ 818751 w 2280857"/>
              <a:gd name="connsiteY15" fmla="*/ 1486043 h 1545914"/>
              <a:gd name="connsiteX16" fmla="*/ 2063351 w 2280857"/>
              <a:gd name="connsiteY16" fmla="*/ 1003443 h 1545914"/>
              <a:gd name="connsiteX17" fmla="*/ 2276711 w 2280857"/>
              <a:gd name="connsiteY17" fmla="*/ 581803 h 1545914"/>
              <a:gd name="connsiteX18" fmla="*/ 2017631 w 2280857"/>
              <a:gd name="connsiteY18" fmla="*/ 195723 h 1545914"/>
              <a:gd name="connsiteX19" fmla="*/ 1606151 w 2280857"/>
              <a:gd name="connsiteY19" fmla="*/ 23003 h 1545914"/>
              <a:gd name="connsiteX20" fmla="*/ 1270871 w 2280857"/>
              <a:gd name="connsiteY20" fmla="*/ 12843 h 1545914"/>
              <a:gd name="connsiteX0" fmla="*/ 1112076 w 2122062"/>
              <a:gd name="connsiteY0" fmla="*/ 12843 h 1553223"/>
              <a:gd name="connsiteX1" fmla="*/ 746316 w 2122062"/>
              <a:gd name="connsiteY1" fmla="*/ 129683 h 1553223"/>
              <a:gd name="connsiteX2" fmla="*/ 705676 w 2122062"/>
              <a:gd name="connsiteY2" fmla="*/ 271923 h 1553223"/>
              <a:gd name="connsiteX3" fmla="*/ 492316 w 2122062"/>
              <a:gd name="connsiteY3" fmla="*/ 404003 h 1553223"/>
              <a:gd name="connsiteX4" fmla="*/ 339916 w 2122062"/>
              <a:gd name="connsiteY4" fmla="*/ 495443 h 1553223"/>
              <a:gd name="connsiteX5" fmla="*/ 217996 w 2122062"/>
              <a:gd name="connsiteY5" fmla="*/ 490363 h 1553223"/>
              <a:gd name="connsiteX6" fmla="*/ 151956 w 2122062"/>
              <a:gd name="connsiteY6" fmla="*/ 627523 h 1553223"/>
              <a:gd name="connsiteX7" fmla="*/ 162116 w 2122062"/>
              <a:gd name="connsiteY7" fmla="*/ 825643 h 1553223"/>
              <a:gd name="connsiteX8" fmla="*/ 233236 w 2122062"/>
              <a:gd name="connsiteY8" fmla="*/ 1069483 h 1553223"/>
              <a:gd name="connsiteX9" fmla="*/ 299276 w 2122062"/>
              <a:gd name="connsiteY9" fmla="*/ 1176163 h 1553223"/>
              <a:gd name="connsiteX10" fmla="*/ 466916 w 2122062"/>
              <a:gd name="connsiteY10" fmla="*/ 1282843 h 1553223"/>
              <a:gd name="connsiteX11" fmla="*/ 588836 w 2122062"/>
              <a:gd name="connsiteY11" fmla="*/ 1343803 h 1553223"/>
              <a:gd name="connsiteX12" fmla="*/ 761556 w 2122062"/>
              <a:gd name="connsiteY12" fmla="*/ 1389523 h 1553223"/>
              <a:gd name="connsiteX13" fmla="*/ 969836 w 2122062"/>
              <a:gd name="connsiteY13" fmla="*/ 1318403 h 1553223"/>
              <a:gd name="connsiteX14" fmla="*/ 4636 w 2122062"/>
              <a:gd name="connsiteY14" fmla="*/ 1531763 h 1553223"/>
              <a:gd name="connsiteX15" fmla="*/ 659956 w 2122062"/>
              <a:gd name="connsiteY15" fmla="*/ 1486043 h 1553223"/>
              <a:gd name="connsiteX16" fmla="*/ 1904556 w 2122062"/>
              <a:gd name="connsiteY16" fmla="*/ 1003443 h 1553223"/>
              <a:gd name="connsiteX17" fmla="*/ 2117916 w 2122062"/>
              <a:gd name="connsiteY17" fmla="*/ 581803 h 1553223"/>
              <a:gd name="connsiteX18" fmla="*/ 1858836 w 2122062"/>
              <a:gd name="connsiteY18" fmla="*/ 195723 h 1553223"/>
              <a:gd name="connsiteX19" fmla="*/ 1447356 w 2122062"/>
              <a:gd name="connsiteY19" fmla="*/ 23003 h 1553223"/>
              <a:gd name="connsiteX20" fmla="*/ 1112076 w 2122062"/>
              <a:gd name="connsiteY20" fmla="*/ 12843 h 1553223"/>
              <a:gd name="connsiteX0" fmla="*/ 964636 w 1974622"/>
              <a:gd name="connsiteY0" fmla="*/ 12843 h 1491530"/>
              <a:gd name="connsiteX1" fmla="*/ 598876 w 1974622"/>
              <a:gd name="connsiteY1" fmla="*/ 129683 h 1491530"/>
              <a:gd name="connsiteX2" fmla="*/ 558236 w 1974622"/>
              <a:gd name="connsiteY2" fmla="*/ 271923 h 1491530"/>
              <a:gd name="connsiteX3" fmla="*/ 344876 w 1974622"/>
              <a:gd name="connsiteY3" fmla="*/ 404003 h 1491530"/>
              <a:gd name="connsiteX4" fmla="*/ 192476 w 1974622"/>
              <a:gd name="connsiteY4" fmla="*/ 495443 h 1491530"/>
              <a:gd name="connsiteX5" fmla="*/ 70556 w 1974622"/>
              <a:gd name="connsiteY5" fmla="*/ 490363 h 1491530"/>
              <a:gd name="connsiteX6" fmla="*/ 4516 w 1974622"/>
              <a:gd name="connsiteY6" fmla="*/ 627523 h 1491530"/>
              <a:gd name="connsiteX7" fmla="*/ 14676 w 1974622"/>
              <a:gd name="connsiteY7" fmla="*/ 825643 h 1491530"/>
              <a:gd name="connsiteX8" fmla="*/ 85796 w 1974622"/>
              <a:gd name="connsiteY8" fmla="*/ 1069483 h 1491530"/>
              <a:gd name="connsiteX9" fmla="*/ 151836 w 1974622"/>
              <a:gd name="connsiteY9" fmla="*/ 1176163 h 1491530"/>
              <a:gd name="connsiteX10" fmla="*/ 319476 w 1974622"/>
              <a:gd name="connsiteY10" fmla="*/ 1282843 h 1491530"/>
              <a:gd name="connsiteX11" fmla="*/ 441396 w 1974622"/>
              <a:gd name="connsiteY11" fmla="*/ 1343803 h 1491530"/>
              <a:gd name="connsiteX12" fmla="*/ 614116 w 1974622"/>
              <a:gd name="connsiteY12" fmla="*/ 1389523 h 1491530"/>
              <a:gd name="connsiteX13" fmla="*/ 822396 w 1974622"/>
              <a:gd name="connsiteY13" fmla="*/ 1318403 h 1491530"/>
              <a:gd name="connsiteX14" fmla="*/ 1025596 w 1974622"/>
              <a:gd name="connsiteY14" fmla="*/ 1267603 h 1491530"/>
              <a:gd name="connsiteX15" fmla="*/ 512516 w 1974622"/>
              <a:gd name="connsiteY15" fmla="*/ 1486043 h 1491530"/>
              <a:gd name="connsiteX16" fmla="*/ 1757116 w 1974622"/>
              <a:gd name="connsiteY16" fmla="*/ 1003443 h 1491530"/>
              <a:gd name="connsiteX17" fmla="*/ 1970476 w 1974622"/>
              <a:gd name="connsiteY17" fmla="*/ 581803 h 1491530"/>
              <a:gd name="connsiteX18" fmla="*/ 1711396 w 1974622"/>
              <a:gd name="connsiteY18" fmla="*/ 195723 h 1491530"/>
              <a:gd name="connsiteX19" fmla="*/ 1299916 w 1974622"/>
              <a:gd name="connsiteY19" fmla="*/ 23003 h 1491530"/>
              <a:gd name="connsiteX20" fmla="*/ 964636 w 1974622"/>
              <a:gd name="connsiteY20" fmla="*/ 12843 h 1491530"/>
              <a:gd name="connsiteX0" fmla="*/ 964636 w 1970946"/>
              <a:gd name="connsiteY0" fmla="*/ 12843 h 1389902"/>
              <a:gd name="connsiteX1" fmla="*/ 598876 w 1970946"/>
              <a:gd name="connsiteY1" fmla="*/ 129683 h 1389902"/>
              <a:gd name="connsiteX2" fmla="*/ 558236 w 1970946"/>
              <a:gd name="connsiteY2" fmla="*/ 271923 h 1389902"/>
              <a:gd name="connsiteX3" fmla="*/ 344876 w 1970946"/>
              <a:gd name="connsiteY3" fmla="*/ 404003 h 1389902"/>
              <a:gd name="connsiteX4" fmla="*/ 192476 w 1970946"/>
              <a:gd name="connsiteY4" fmla="*/ 495443 h 1389902"/>
              <a:gd name="connsiteX5" fmla="*/ 70556 w 1970946"/>
              <a:gd name="connsiteY5" fmla="*/ 490363 h 1389902"/>
              <a:gd name="connsiteX6" fmla="*/ 4516 w 1970946"/>
              <a:gd name="connsiteY6" fmla="*/ 627523 h 1389902"/>
              <a:gd name="connsiteX7" fmla="*/ 14676 w 1970946"/>
              <a:gd name="connsiteY7" fmla="*/ 825643 h 1389902"/>
              <a:gd name="connsiteX8" fmla="*/ 85796 w 1970946"/>
              <a:gd name="connsiteY8" fmla="*/ 1069483 h 1389902"/>
              <a:gd name="connsiteX9" fmla="*/ 151836 w 1970946"/>
              <a:gd name="connsiteY9" fmla="*/ 1176163 h 1389902"/>
              <a:gd name="connsiteX10" fmla="*/ 319476 w 1970946"/>
              <a:gd name="connsiteY10" fmla="*/ 1282843 h 1389902"/>
              <a:gd name="connsiteX11" fmla="*/ 441396 w 1970946"/>
              <a:gd name="connsiteY11" fmla="*/ 1343803 h 1389902"/>
              <a:gd name="connsiteX12" fmla="*/ 614116 w 1970946"/>
              <a:gd name="connsiteY12" fmla="*/ 1389523 h 1389902"/>
              <a:gd name="connsiteX13" fmla="*/ 822396 w 1970946"/>
              <a:gd name="connsiteY13" fmla="*/ 1318403 h 1389902"/>
              <a:gd name="connsiteX14" fmla="*/ 1025596 w 1970946"/>
              <a:gd name="connsiteY14" fmla="*/ 1267603 h 1389902"/>
              <a:gd name="connsiteX15" fmla="*/ 1157676 w 1970946"/>
              <a:gd name="connsiteY15" fmla="*/ 1226963 h 1389902"/>
              <a:gd name="connsiteX16" fmla="*/ 1757116 w 1970946"/>
              <a:gd name="connsiteY16" fmla="*/ 1003443 h 1389902"/>
              <a:gd name="connsiteX17" fmla="*/ 1970476 w 1970946"/>
              <a:gd name="connsiteY17" fmla="*/ 581803 h 1389902"/>
              <a:gd name="connsiteX18" fmla="*/ 1711396 w 1970946"/>
              <a:gd name="connsiteY18" fmla="*/ 195723 h 1389902"/>
              <a:gd name="connsiteX19" fmla="*/ 1299916 w 1970946"/>
              <a:gd name="connsiteY19" fmla="*/ 23003 h 1389902"/>
              <a:gd name="connsiteX20" fmla="*/ 964636 w 1970946"/>
              <a:gd name="connsiteY20" fmla="*/ 12843 h 1389902"/>
              <a:gd name="connsiteX0" fmla="*/ 964636 w 1970946"/>
              <a:gd name="connsiteY0" fmla="*/ 12843 h 1396653"/>
              <a:gd name="connsiteX1" fmla="*/ 598876 w 1970946"/>
              <a:gd name="connsiteY1" fmla="*/ 129683 h 1396653"/>
              <a:gd name="connsiteX2" fmla="*/ 558236 w 1970946"/>
              <a:gd name="connsiteY2" fmla="*/ 271923 h 1396653"/>
              <a:gd name="connsiteX3" fmla="*/ 344876 w 1970946"/>
              <a:gd name="connsiteY3" fmla="*/ 404003 h 1396653"/>
              <a:gd name="connsiteX4" fmla="*/ 192476 w 1970946"/>
              <a:gd name="connsiteY4" fmla="*/ 495443 h 1396653"/>
              <a:gd name="connsiteX5" fmla="*/ 70556 w 1970946"/>
              <a:gd name="connsiteY5" fmla="*/ 490363 h 1396653"/>
              <a:gd name="connsiteX6" fmla="*/ 4516 w 1970946"/>
              <a:gd name="connsiteY6" fmla="*/ 627523 h 1396653"/>
              <a:gd name="connsiteX7" fmla="*/ 14676 w 1970946"/>
              <a:gd name="connsiteY7" fmla="*/ 825643 h 1396653"/>
              <a:gd name="connsiteX8" fmla="*/ 85796 w 1970946"/>
              <a:gd name="connsiteY8" fmla="*/ 1069483 h 1396653"/>
              <a:gd name="connsiteX9" fmla="*/ 151836 w 1970946"/>
              <a:gd name="connsiteY9" fmla="*/ 1176163 h 1396653"/>
              <a:gd name="connsiteX10" fmla="*/ 319476 w 1970946"/>
              <a:gd name="connsiteY10" fmla="*/ 1282843 h 1396653"/>
              <a:gd name="connsiteX11" fmla="*/ 441396 w 1970946"/>
              <a:gd name="connsiteY11" fmla="*/ 1343803 h 1396653"/>
              <a:gd name="connsiteX12" fmla="*/ 614116 w 1970946"/>
              <a:gd name="connsiteY12" fmla="*/ 1389523 h 1396653"/>
              <a:gd name="connsiteX13" fmla="*/ 719526 w 1970946"/>
              <a:gd name="connsiteY13" fmla="*/ 1185053 h 1396653"/>
              <a:gd name="connsiteX14" fmla="*/ 1025596 w 1970946"/>
              <a:gd name="connsiteY14" fmla="*/ 1267603 h 1396653"/>
              <a:gd name="connsiteX15" fmla="*/ 1157676 w 1970946"/>
              <a:gd name="connsiteY15" fmla="*/ 1226963 h 1396653"/>
              <a:gd name="connsiteX16" fmla="*/ 1757116 w 1970946"/>
              <a:gd name="connsiteY16" fmla="*/ 1003443 h 1396653"/>
              <a:gd name="connsiteX17" fmla="*/ 1970476 w 1970946"/>
              <a:gd name="connsiteY17" fmla="*/ 581803 h 1396653"/>
              <a:gd name="connsiteX18" fmla="*/ 1711396 w 1970946"/>
              <a:gd name="connsiteY18" fmla="*/ 195723 h 1396653"/>
              <a:gd name="connsiteX19" fmla="*/ 1299916 w 1970946"/>
              <a:gd name="connsiteY19" fmla="*/ 23003 h 1396653"/>
              <a:gd name="connsiteX20" fmla="*/ 964636 w 1970946"/>
              <a:gd name="connsiteY20" fmla="*/ 12843 h 1396653"/>
              <a:gd name="connsiteX0" fmla="*/ 964636 w 1970946"/>
              <a:gd name="connsiteY0" fmla="*/ 12843 h 1396653"/>
              <a:gd name="connsiteX1" fmla="*/ 598876 w 1970946"/>
              <a:gd name="connsiteY1" fmla="*/ 129683 h 1396653"/>
              <a:gd name="connsiteX2" fmla="*/ 558236 w 1970946"/>
              <a:gd name="connsiteY2" fmla="*/ 271923 h 1396653"/>
              <a:gd name="connsiteX3" fmla="*/ 344876 w 1970946"/>
              <a:gd name="connsiteY3" fmla="*/ 404003 h 1396653"/>
              <a:gd name="connsiteX4" fmla="*/ 192476 w 1970946"/>
              <a:gd name="connsiteY4" fmla="*/ 495443 h 1396653"/>
              <a:gd name="connsiteX5" fmla="*/ 70556 w 1970946"/>
              <a:gd name="connsiteY5" fmla="*/ 490363 h 1396653"/>
              <a:gd name="connsiteX6" fmla="*/ 4516 w 1970946"/>
              <a:gd name="connsiteY6" fmla="*/ 627523 h 1396653"/>
              <a:gd name="connsiteX7" fmla="*/ 14676 w 1970946"/>
              <a:gd name="connsiteY7" fmla="*/ 825643 h 1396653"/>
              <a:gd name="connsiteX8" fmla="*/ 85796 w 1970946"/>
              <a:gd name="connsiteY8" fmla="*/ 1069483 h 1396653"/>
              <a:gd name="connsiteX9" fmla="*/ 151836 w 1970946"/>
              <a:gd name="connsiteY9" fmla="*/ 1176163 h 1396653"/>
              <a:gd name="connsiteX10" fmla="*/ 319476 w 1970946"/>
              <a:gd name="connsiteY10" fmla="*/ 1282843 h 1396653"/>
              <a:gd name="connsiteX11" fmla="*/ 441396 w 1970946"/>
              <a:gd name="connsiteY11" fmla="*/ 1343803 h 1396653"/>
              <a:gd name="connsiteX12" fmla="*/ 614116 w 1970946"/>
              <a:gd name="connsiteY12" fmla="*/ 1389523 h 1396653"/>
              <a:gd name="connsiteX13" fmla="*/ 719526 w 1970946"/>
              <a:gd name="connsiteY13" fmla="*/ 1185053 h 1396653"/>
              <a:gd name="connsiteX14" fmla="*/ 949396 w 1970946"/>
              <a:gd name="connsiteY14" fmla="*/ 1176163 h 1396653"/>
              <a:gd name="connsiteX15" fmla="*/ 1157676 w 1970946"/>
              <a:gd name="connsiteY15" fmla="*/ 1226963 h 1396653"/>
              <a:gd name="connsiteX16" fmla="*/ 1757116 w 1970946"/>
              <a:gd name="connsiteY16" fmla="*/ 1003443 h 1396653"/>
              <a:gd name="connsiteX17" fmla="*/ 1970476 w 1970946"/>
              <a:gd name="connsiteY17" fmla="*/ 581803 h 1396653"/>
              <a:gd name="connsiteX18" fmla="*/ 1711396 w 1970946"/>
              <a:gd name="connsiteY18" fmla="*/ 195723 h 1396653"/>
              <a:gd name="connsiteX19" fmla="*/ 1299916 w 1970946"/>
              <a:gd name="connsiteY19" fmla="*/ 23003 h 1396653"/>
              <a:gd name="connsiteX20" fmla="*/ 964636 w 1970946"/>
              <a:gd name="connsiteY20" fmla="*/ 12843 h 1396653"/>
              <a:gd name="connsiteX0" fmla="*/ 950047 w 1956357"/>
              <a:gd name="connsiteY0" fmla="*/ 12843 h 1396653"/>
              <a:gd name="connsiteX1" fmla="*/ 584287 w 1956357"/>
              <a:gd name="connsiteY1" fmla="*/ 129683 h 1396653"/>
              <a:gd name="connsiteX2" fmla="*/ 543647 w 1956357"/>
              <a:gd name="connsiteY2" fmla="*/ 271923 h 1396653"/>
              <a:gd name="connsiteX3" fmla="*/ 330287 w 1956357"/>
              <a:gd name="connsiteY3" fmla="*/ 404003 h 1396653"/>
              <a:gd name="connsiteX4" fmla="*/ 177887 w 1956357"/>
              <a:gd name="connsiteY4" fmla="*/ 495443 h 1396653"/>
              <a:gd name="connsiteX5" fmla="*/ 55967 w 1956357"/>
              <a:gd name="connsiteY5" fmla="*/ 490363 h 1396653"/>
              <a:gd name="connsiteX6" fmla="*/ 56602 w 1956357"/>
              <a:gd name="connsiteY6" fmla="*/ 684673 h 1396653"/>
              <a:gd name="connsiteX7" fmla="*/ 87 w 1956357"/>
              <a:gd name="connsiteY7" fmla="*/ 825643 h 1396653"/>
              <a:gd name="connsiteX8" fmla="*/ 71207 w 1956357"/>
              <a:gd name="connsiteY8" fmla="*/ 1069483 h 1396653"/>
              <a:gd name="connsiteX9" fmla="*/ 137247 w 1956357"/>
              <a:gd name="connsiteY9" fmla="*/ 1176163 h 1396653"/>
              <a:gd name="connsiteX10" fmla="*/ 304887 w 1956357"/>
              <a:gd name="connsiteY10" fmla="*/ 1282843 h 1396653"/>
              <a:gd name="connsiteX11" fmla="*/ 426807 w 1956357"/>
              <a:gd name="connsiteY11" fmla="*/ 1343803 h 1396653"/>
              <a:gd name="connsiteX12" fmla="*/ 599527 w 1956357"/>
              <a:gd name="connsiteY12" fmla="*/ 1389523 h 1396653"/>
              <a:gd name="connsiteX13" fmla="*/ 704937 w 1956357"/>
              <a:gd name="connsiteY13" fmla="*/ 1185053 h 1396653"/>
              <a:gd name="connsiteX14" fmla="*/ 934807 w 1956357"/>
              <a:gd name="connsiteY14" fmla="*/ 1176163 h 1396653"/>
              <a:gd name="connsiteX15" fmla="*/ 1143087 w 1956357"/>
              <a:gd name="connsiteY15" fmla="*/ 1226963 h 1396653"/>
              <a:gd name="connsiteX16" fmla="*/ 1742527 w 1956357"/>
              <a:gd name="connsiteY16" fmla="*/ 1003443 h 1396653"/>
              <a:gd name="connsiteX17" fmla="*/ 1955887 w 1956357"/>
              <a:gd name="connsiteY17" fmla="*/ 581803 h 1396653"/>
              <a:gd name="connsiteX18" fmla="*/ 1696807 w 1956357"/>
              <a:gd name="connsiteY18" fmla="*/ 195723 h 1396653"/>
              <a:gd name="connsiteX19" fmla="*/ 1285327 w 1956357"/>
              <a:gd name="connsiteY19" fmla="*/ 23003 h 1396653"/>
              <a:gd name="connsiteX20" fmla="*/ 950047 w 1956357"/>
              <a:gd name="connsiteY20" fmla="*/ 12843 h 1396653"/>
              <a:gd name="connsiteX0" fmla="*/ 923917 w 1930227"/>
              <a:gd name="connsiteY0" fmla="*/ 12843 h 1396653"/>
              <a:gd name="connsiteX1" fmla="*/ 558157 w 1930227"/>
              <a:gd name="connsiteY1" fmla="*/ 129683 h 1396653"/>
              <a:gd name="connsiteX2" fmla="*/ 517517 w 1930227"/>
              <a:gd name="connsiteY2" fmla="*/ 271923 h 1396653"/>
              <a:gd name="connsiteX3" fmla="*/ 304157 w 1930227"/>
              <a:gd name="connsiteY3" fmla="*/ 404003 h 1396653"/>
              <a:gd name="connsiteX4" fmla="*/ 151757 w 1930227"/>
              <a:gd name="connsiteY4" fmla="*/ 495443 h 1396653"/>
              <a:gd name="connsiteX5" fmla="*/ 29837 w 1930227"/>
              <a:gd name="connsiteY5" fmla="*/ 490363 h 1396653"/>
              <a:gd name="connsiteX6" fmla="*/ 30472 w 1930227"/>
              <a:gd name="connsiteY6" fmla="*/ 684673 h 1396653"/>
              <a:gd name="connsiteX7" fmla="*/ 151 w 1930227"/>
              <a:gd name="connsiteY7" fmla="*/ 837549 h 1396653"/>
              <a:gd name="connsiteX8" fmla="*/ 45077 w 1930227"/>
              <a:gd name="connsiteY8" fmla="*/ 1069483 h 1396653"/>
              <a:gd name="connsiteX9" fmla="*/ 111117 w 1930227"/>
              <a:gd name="connsiteY9" fmla="*/ 1176163 h 1396653"/>
              <a:gd name="connsiteX10" fmla="*/ 278757 w 1930227"/>
              <a:gd name="connsiteY10" fmla="*/ 1282843 h 1396653"/>
              <a:gd name="connsiteX11" fmla="*/ 400677 w 1930227"/>
              <a:gd name="connsiteY11" fmla="*/ 1343803 h 1396653"/>
              <a:gd name="connsiteX12" fmla="*/ 573397 w 1930227"/>
              <a:gd name="connsiteY12" fmla="*/ 1389523 h 1396653"/>
              <a:gd name="connsiteX13" fmla="*/ 678807 w 1930227"/>
              <a:gd name="connsiteY13" fmla="*/ 1185053 h 1396653"/>
              <a:gd name="connsiteX14" fmla="*/ 908677 w 1930227"/>
              <a:gd name="connsiteY14" fmla="*/ 1176163 h 1396653"/>
              <a:gd name="connsiteX15" fmla="*/ 1116957 w 1930227"/>
              <a:gd name="connsiteY15" fmla="*/ 1226963 h 1396653"/>
              <a:gd name="connsiteX16" fmla="*/ 1716397 w 1930227"/>
              <a:gd name="connsiteY16" fmla="*/ 1003443 h 1396653"/>
              <a:gd name="connsiteX17" fmla="*/ 1929757 w 1930227"/>
              <a:gd name="connsiteY17" fmla="*/ 581803 h 1396653"/>
              <a:gd name="connsiteX18" fmla="*/ 1670677 w 1930227"/>
              <a:gd name="connsiteY18" fmla="*/ 195723 h 1396653"/>
              <a:gd name="connsiteX19" fmla="*/ 1259197 w 1930227"/>
              <a:gd name="connsiteY19" fmla="*/ 23003 h 1396653"/>
              <a:gd name="connsiteX20" fmla="*/ 923917 w 1930227"/>
              <a:gd name="connsiteY20" fmla="*/ 12843 h 1396653"/>
              <a:gd name="connsiteX0" fmla="*/ 926361 w 1932671"/>
              <a:gd name="connsiteY0" fmla="*/ 12843 h 1396653"/>
              <a:gd name="connsiteX1" fmla="*/ 560601 w 1932671"/>
              <a:gd name="connsiteY1" fmla="*/ 129683 h 1396653"/>
              <a:gd name="connsiteX2" fmla="*/ 519961 w 1932671"/>
              <a:gd name="connsiteY2" fmla="*/ 271923 h 1396653"/>
              <a:gd name="connsiteX3" fmla="*/ 306601 w 1932671"/>
              <a:gd name="connsiteY3" fmla="*/ 404003 h 1396653"/>
              <a:gd name="connsiteX4" fmla="*/ 154201 w 1932671"/>
              <a:gd name="connsiteY4" fmla="*/ 495443 h 1396653"/>
              <a:gd name="connsiteX5" fmla="*/ 32281 w 1932671"/>
              <a:gd name="connsiteY5" fmla="*/ 490363 h 1396653"/>
              <a:gd name="connsiteX6" fmla="*/ 32916 w 1932671"/>
              <a:gd name="connsiteY6" fmla="*/ 684673 h 1396653"/>
              <a:gd name="connsiteX7" fmla="*/ 2595 w 1932671"/>
              <a:gd name="connsiteY7" fmla="*/ 837549 h 1396653"/>
              <a:gd name="connsiteX8" fmla="*/ 109434 w 1932671"/>
              <a:gd name="connsiteY8" fmla="*/ 1031383 h 1396653"/>
              <a:gd name="connsiteX9" fmla="*/ 113561 w 1932671"/>
              <a:gd name="connsiteY9" fmla="*/ 1176163 h 1396653"/>
              <a:gd name="connsiteX10" fmla="*/ 281201 w 1932671"/>
              <a:gd name="connsiteY10" fmla="*/ 1282843 h 1396653"/>
              <a:gd name="connsiteX11" fmla="*/ 403121 w 1932671"/>
              <a:gd name="connsiteY11" fmla="*/ 1343803 h 1396653"/>
              <a:gd name="connsiteX12" fmla="*/ 575841 w 1932671"/>
              <a:gd name="connsiteY12" fmla="*/ 1389523 h 1396653"/>
              <a:gd name="connsiteX13" fmla="*/ 681251 w 1932671"/>
              <a:gd name="connsiteY13" fmla="*/ 1185053 h 1396653"/>
              <a:gd name="connsiteX14" fmla="*/ 911121 w 1932671"/>
              <a:gd name="connsiteY14" fmla="*/ 1176163 h 1396653"/>
              <a:gd name="connsiteX15" fmla="*/ 1119401 w 1932671"/>
              <a:gd name="connsiteY15" fmla="*/ 1226963 h 1396653"/>
              <a:gd name="connsiteX16" fmla="*/ 1718841 w 1932671"/>
              <a:gd name="connsiteY16" fmla="*/ 1003443 h 1396653"/>
              <a:gd name="connsiteX17" fmla="*/ 1932201 w 1932671"/>
              <a:gd name="connsiteY17" fmla="*/ 581803 h 1396653"/>
              <a:gd name="connsiteX18" fmla="*/ 1673121 w 1932671"/>
              <a:gd name="connsiteY18" fmla="*/ 195723 h 1396653"/>
              <a:gd name="connsiteX19" fmla="*/ 1261641 w 1932671"/>
              <a:gd name="connsiteY19" fmla="*/ 23003 h 1396653"/>
              <a:gd name="connsiteX20" fmla="*/ 926361 w 1932671"/>
              <a:gd name="connsiteY20" fmla="*/ 12843 h 1396653"/>
              <a:gd name="connsiteX0" fmla="*/ 926361 w 1932671"/>
              <a:gd name="connsiteY0" fmla="*/ 12843 h 1396653"/>
              <a:gd name="connsiteX1" fmla="*/ 560601 w 1932671"/>
              <a:gd name="connsiteY1" fmla="*/ 129683 h 1396653"/>
              <a:gd name="connsiteX2" fmla="*/ 519961 w 1932671"/>
              <a:gd name="connsiteY2" fmla="*/ 271923 h 1396653"/>
              <a:gd name="connsiteX3" fmla="*/ 306601 w 1932671"/>
              <a:gd name="connsiteY3" fmla="*/ 404003 h 1396653"/>
              <a:gd name="connsiteX4" fmla="*/ 154201 w 1932671"/>
              <a:gd name="connsiteY4" fmla="*/ 495443 h 1396653"/>
              <a:gd name="connsiteX5" fmla="*/ 32281 w 1932671"/>
              <a:gd name="connsiteY5" fmla="*/ 490363 h 1396653"/>
              <a:gd name="connsiteX6" fmla="*/ 32916 w 1932671"/>
              <a:gd name="connsiteY6" fmla="*/ 684673 h 1396653"/>
              <a:gd name="connsiteX7" fmla="*/ 2595 w 1932671"/>
              <a:gd name="connsiteY7" fmla="*/ 837549 h 1396653"/>
              <a:gd name="connsiteX8" fmla="*/ 109434 w 1932671"/>
              <a:gd name="connsiteY8" fmla="*/ 1031383 h 1396653"/>
              <a:gd name="connsiteX9" fmla="*/ 113561 w 1932671"/>
              <a:gd name="connsiteY9" fmla="*/ 1176163 h 1396653"/>
              <a:gd name="connsiteX10" fmla="*/ 281201 w 1932671"/>
              <a:gd name="connsiteY10" fmla="*/ 1282843 h 1396653"/>
              <a:gd name="connsiteX11" fmla="*/ 403121 w 1932671"/>
              <a:gd name="connsiteY11" fmla="*/ 1343803 h 1396653"/>
              <a:gd name="connsiteX12" fmla="*/ 575841 w 1932671"/>
              <a:gd name="connsiteY12" fmla="*/ 1389523 h 1396653"/>
              <a:gd name="connsiteX13" fmla="*/ 681251 w 1932671"/>
              <a:gd name="connsiteY13" fmla="*/ 1185053 h 1396653"/>
              <a:gd name="connsiteX14" fmla="*/ 911121 w 1932671"/>
              <a:gd name="connsiteY14" fmla="*/ 1176163 h 1396653"/>
              <a:gd name="connsiteX15" fmla="*/ 1119401 w 1932671"/>
              <a:gd name="connsiteY15" fmla="*/ 1226963 h 1396653"/>
              <a:gd name="connsiteX16" fmla="*/ 1718841 w 1932671"/>
              <a:gd name="connsiteY16" fmla="*/ 1003443 h 1396653"/>
              <a:gd name="connsiteX17" fmla="*/ 1932201 w 1932671"/>
              <a:gd name="connsiteY17" fmla="*/ 581803 h 1396653"/>
              <a:gd name="connsiteX18" fmla="*/ 1673121 w 1932671"/>
              <a:gd name="connsiteY18" fmla="*/ 195723 h 1396653"/>
              <a:gd name="connsiteX19" fmla="*/ 1261641 w 1932671"/>
              <a:gd name="connsiteY19" fmla="*/ 23003 h 1396653"/>
              <a:gd name="connsiteX20" fmla="*/ 926361 w 1932671"/>
              <a:gd name="connsiteY20" fmla="*/ 12843 h 1396653"/>
              <a:gd name="connsiteX0" fmla="*/ 926361 w 1932671"/>
              <a:gd name="connsiteY0" fmla="*/ 12843 h 1396653"/>
              <a:gd name="connsiteX1" fmla="*/ 560601 w 1932671"/>
              <a:gd name="connsiteY1" fmla="*/ 129683 h 1396653"/>
              <a:gd name="connsiteX2" fmla="*/ 519961 w 1932671"/>
              <a:gd name="connsiteY2" fmla="*/ 271923 h 1396653"/>
              <a:gd name="connsiteX3" fmla="*/ 306601 w 1932671"/>
              <a:gd name="connsiteY3" fmla="*/ 404003 h 1396653"/>
              <a:gd name="connsiteX4" fmla="*/ 154201 w 1932671"/>
              <a:gd name="connsiteY4" fmla="*/ 495443 h 1396653"/>
              <a:gd name="connsiteX5" fmla="*/ 32281 w 1932671"/>
              <a:gd name="connsiteY5" fmla="*/ 490363 h 1396653"/>
              <a:gd name="connsiteX6" fmla="*/ 32916 w 1932671"/>
              <a:gd name="connsiteY6" fmla="*/ 684673 h 1396653"/>
              <a:gd name="connsiteX7" fmla="*/ 2595 w 1932671"/>
              <a:gd name="connsiteY7" fmla="*/ 837549 h 1396653"/>
              <a:gd name="connsiteX8" fmla="*/ 109434 w 1932671"/>
              <a:gd name="connsiteY8" fmla="*/ 1031383 h 1396653"/>
              <a:gd name="connsiteX9" fmla="*/ 218336 w 1932671"/>
              <a:gd name="connsiteY9" fmla="*/ 1202357 h 1396653"/>
              <a:gd name="connsiteX10" fmla="*/ 281201 w 1932671"/>
              <a:gd name="connsiteY10" fmla="*/ 1282843 h 1396653"/>
              <a:gd name="connsiteX11" fmla="*/ 403121 w 1932671"/>
              <a:gd name="connsiteY11" fmla="*/ 1343803 h 1396653"/>
              <a:gd name="connsiteX12" fmla="*/ 575841 w 1932671"/>
              <a:gd name="connsiteY12" fmla="*/ 1389523 h 1396653"/>
              <a:gd name="connsiteX13" fmla="*/ 681251 w 1932671"/>
              <a:gd name="connsiteY13" fmla="*/ 1185053 h 1396653"/>
              <a:gd name="connsiteX14" fmla="*/ 911121 w 1932671"/>
              <a:gd name="connsiteY14" fmla="*/ 1176163 h 1396653"/>
              <a:gd name="connsiteX15" fmla="*/ 1119401 w 1932671"/>
              <a:gd name="connsiteY15" fmla="*/ 1226963 h 1396653"/>
              <a:gd name="connsiteX16" fmla="*/ 1718841 w 1932671"/>
              <a:gd name="connsiteY16" fmla="*/ 1003443 h 1396653"/>
              <a:gd name="connsiteX17" fmla="*/ 1932201 w 1932671"/>
              <a:gd name="connsiteY17" fmla="*/ 581803 h 1396653"/>
              <a:gd name="connsiteX18" fmla="*/ 1673121 w 1932671"/>
              <a:gd name="connsiteY18" fmla="*/ 195723 h 1396653"/>
              <a:gd name="connsiteX19" fmla="*/ 1261641 w 1932671"/>
              <a:gd name="connsiteY19" fmla="*/ 23003 h 1396653"/>
              <a:gd name="connsiteX20" fmla="*/ 926361 w 1932671"/>
              <a:gd name="connsiteY20" fmla="*/ 12843 h 1396653"/>
              <a:gd name="connsiteX0" fmla="*/ 926361 w 1932671"/>
              <a:gd name="connsiteY0" fmla="*/ 12843 h 1396653"/>
              <a:gd name="connsiteX1" fmla="*/ 560601 w 1932671"/>
              <a:gd name="connsiteY1" fmla="*/ 129683 h 1396653"/>
              <a:gd name="connsiteX2" fmla="*/ 519961 w 1932671"/>
              <a:gd name="connsiteY2" fmla="*/ 271923 h 1396653"/>
              <a:gd name="connsiteX3" fmla="*/ 306601 w 1932671"/>
              <a:gd name="connsiteY3" fmla="*/ 404003 h 1396653"/>
              <a:gd name="connsiteX4" fmla="*/ 154201 w 1932671"/>
              <a:gd name="connsiteY4" fmla="*/ 495443 h 1396653"/>
              <a:gd name="connsiteX5" fmla="*/ 32281 w 1932671"/>
              <a:gd name="connsiteY5" fmla="*/ 490363 h 1396653"/>
              <a:gd name="connsiteX6" fmla="*/ 32916 w 1932671"/>
              <a:gd name="connsiteY6" fmla="*/ 684673 h 1396653"/>
              <a:gd name="connsiteX7" fmla="*/ 2595 w 1932671"/>
              <a:gd name="connsiteY7" fmla="*/ 837549 h 1396653"/>
              <a:gd name="connsiteX8" fmla="*/ 109434 w 1932671"/>
              <a:gd name="connsiteY8" fmla="*/ 1031383 h 1396653"/>
              <a:gd name="connsiteX9" fmla="*/ 218336 w 1932671"/>
              <a:gd name="connsiteY9" fmla="*/ 1202357 h 1396653"/>
              <a:gd name="connsiteX10" fmla="*/ 281201 w 1932671"/>
              <a:gd name="connsiteY10" fmla="*/ 1282843 h 1396653"/>
              <a:gd name="connsiteX11" fmla="*/ 403121 w 1932671"/>
              <a:gd name="connsiteY11" fmla="*/ 1343803 h 1396653"/>
              <a:gd name="connsiteX12" fmla="*/ 575841 w 1932671"/>
              <a:gd name="connsiteY12" fmla="*/ 1389523 h 1396653"/>
              <a:gd name="connsiteX13" fmla="*/ 681251 w 1932671"/>
              <a:gd name="connsiteY13" fmla="*/ 1185053 h 1396653"/>
              <a:gd name="connsiteX14" fmla="*/ 911121 w 1932671"/>
              <a:gd name="connsiteY14" fmla="*/ 1176163 h 1396653"/>
              <a:gd name="connsiteX15" fmla="*/ 1119401 w 1932671"/>
              <a:gd name="connsiteY15" fmla="*/ 1226963 h 1396653"/>
              <a:gd name="connsiteX16" fmla="*/ 1718841 w 1932671"/>
              <a:gd name="connsiteY16" fmla="*/ 1003443 h 1396653"/>
              <a:gd name="connsiteX17" fmla="*/ 1932201 w 1932671"/>
              <a:gd name="connsiteY17" fmla="*/ 581803 h 1396653"/>
              <a:gd name="connsiteX18" fmla="*/ 1673121 w 1932671"/>
              <a:gd name="connsiteY18" fmla="*/ 195723 h 1396653"/>
              <a:gd name="connsiteX19" fmla="*/ 1261641 w 1932671"/>
              <a:gd name="connsiteY19" fmla="*/ 23003 h 1396653"/>
              <a:gd name="connsiteX20" fmla="*/ 926361 w 1932671"/>
              <a:gd name="connsiteY20" fmla="*/ 12843 h 1396653"/>
              <a:gd name="connsiteX0" fmla="*/ 915153 w 1921463"/>
              <a:gd name="connsiteY0" fmla="*/ 12843 h 1396653"/>
              <a:gd name="connsiteX1" fmla="*/ 549393 w 1921463"/>
              <a:gd name="connsiteY1" fmla="*/ 129683 h 1396653"/>
              <a:gd name="connsiteX2" fmla="*/ 508753 w 1921463"/>
              <a:gd name="connsiteY2" fmla="*/ 271923 h 1396653"/>
              <a:gd name="connsiteX3" fmla="*/ 295393 w 1921463"/>
              <a:gd name="connsiteY3" fmla="*/ 404003 h 1396653"/>
              <a:gd name="connsiteX4" fmla="*/ 142993 w 1921463"/>
              <a:gd name="connsiteY4" fmla="*/ 495443 h 1396653"/>
              <a:gd name="connsiteX5" fmla="*/ 21073 w 1921463"/>
              <a:gd name="connsiteY5" fmla="*/ 490363 h 1396653"/>
              <a:gd name="connsiteX6" fmla="*/ 21708 w 1921463"/>
              <a:gd name="connsiteY6" fmla="*/ 684673 h 1396653"/>
              <a:gd name="connsiteX7" fmla="*/ 3293 w 1921463"/>
              <a:gd name="connsiteY7" fmla="*/ 901843 h 1396653"/>
              <a:gd name="connsiteX8" fmla="*/ 98226 w 1921463"/>
              <a:gd name="connsiteY8" fmla="*/ 1031383 h 1396653"/>
              <a:gd name="connsiteX9" fmla="*/ 207128 w 1921463"/>
              <a:gd name="connsiteY9" fmla="*/ 1202357 h 1396653"/>
              <a:gd name="connsiteX10" fmla="*/ 269993 w 1921463"/>
              <a:gd name="connsiteY10" fmla="*/ 1282843 h 1396653"/>
              <a:gd name="connsiteX11" fmla="*/ 391913 w 1921463"/>
              <a:gd name="connsiteY11" fmla="*/ 1343803 h 1396653"/>
              <a:gd name="connsiteX12" fmla="*/ 564633 w 1921463"/>
              <a:gd name="connsiteY12" fmla="*/ 1389523 h 1396653"/>
              <a:gd name="connsiteX13" fmla="*/ 670043 w 1921463"/>
              <a:gd name="connsiteY13" fmla="*/ 1185053 h 1396653"/>
              <a:gd name="connsiteX14" fmla="*/ 899913 w 1921463"/>
              <a:gd name="connsiteY14" fmla="*/ 1176163 h 1396653"/>
              <a:gd name="connsiteX15" fmla="*/ 1108193 w 1921463"/>
              <a:gd name="connsiteY15" fmla="*/ 1226963 h 1396653"/>
              <a:gd name="connsiteX16" fmla="*/ 1707633 w 1921463"/>
              <a:gd name="connsiteY16" fmla="*/ 1003443 h 1396653"/>
              <a:gd name="connsiteX17" fmla="*/ 1920993 w 1921463"/>
              <a:gd name="connsiteY17" fmla="*/ 581803 h 1396653"/>
              <a:gd name="connsiteX18" fmla="*/ 1661913 w 1921463"/>
              <a:gd name="connsiteY18" fmla="*/ 195723 h 1396653"/>
              <a:gd name="connsiteX19" fmla="*/ 1250433 w 1921463"/>
              <a:gd name="connsiteY19" fmla="*/ 23003 h 1396653"/>
              <a:gd name="connsiteX20" fmla="*/ 915153 w 1921463"/>
              <a:gd name="connsiteY20" fmla="*/ 12843 h 1396653"/>
              <a:gd name="connsiteX0" fmla="*/ 918863 w 1925173"/>
              <a:gd name="connsiteY0" fmla="*/ 12843 h 1396653"/>
              <a:gd name="connsiteX1" fmla="*/ 553103 w 1925173"/>
              <a:gd name="connsiteY1" fmla="*/ 129683 h 1396653"/>
              <a:gd name="connsiteX2" fmla="*/ 512463 w 1925173"/>
              <a:gd name="connsiteY2" fmla="*/ 271923 h 1396653"/>
              <a:gd name="connsiteX3" fmla="*/ 299103 w 1925173"/>
              <a:gd name="connsiteY3" fmla="*/ 404003 h 1396653"/>
              <a:gd name="connsiteX4" fmla="*/ 146703 w 1925173"/>
              <a:gd name="connsiteY4" fmla="*/ 495443 h 1396653"/>
              <a:gd name="connsiteX5" fmla="*/ 24783 w 1925173"/>
              <a:gd name="connsiteY5" fmla="*/ 490363 h 1396653"/>
              <a:gd name="connsiteX6" fmla="*/ 25418 w 1925173"/>
              <a:gd name="connsiteY6" fmla="*/ 684673 h 1396653"/>
              <a:gd name="connsiteX7" fmla="*/ 7003 w 1925173"/>
              <a:gd name="connsiteY7" fmla="*/ 901843 h 1396653"/>
              <a:gd name="connsiteX8" fmla="*/ 101936 w 1925173"/>
              <a:gd name="connsiteY8" fmla="*/ 1031383 h 1396653"/>
              <a:gd name="connsiteX9" fmla="*/ 210838 w 1925173"/>
              <a:gd name="connsiteY9" fmla="*/ 1202357 h 1396653"/>
              <a:gd name="connsiteX10" fmla="*/ 273703 w 1925173"/>
              <a:gd name="connsiteY10" fmla="*/ 1282843 h 1396653"/>
              <a:gd name="connsiteX11" fmla="*/ 395623 w 1925173"/>
              <a:gd name="connsiteY11" fmla="*/ 1343803 h 1396653"/>
              <a:gd name="connsiteX12" fmla="*/ 568343 w 1925173"/>
              <a:gd name="connsiteY12" fmla="*/ 1389523 h 1396653"/>
              <a:gd name="connsiteX13" fmla="*/ 673753 w 1925173"/>
              <a:gd name="connsiteY13" fmla="*/ 1185053 h 1396653"/>
              <a:gd name="connsiteX14" fmla="*/ 903623 w 1925173"/>
              <a:gd name="connsiteY14" fmla="*/ 1176163 h 1396653"/>
              <a:gd name="connsiteX15" fmla="*/ 1111903 w 1925173"/>
              <a:gd name="connsiteY15" fmla="*/ 1226963 h 1396653"/>
              <a:gd name="connsiteX16" fmla="*/ 1711343 w 1925173"/>
              <a:gd name="connsiteY16" fmla="*/ 1003443 h 1396653"/>
              <a:gd name="connsiteX17" fmla="*/ 1924703 w 1925173"/>
              <a:gd name="connsiteY17" fmla="*/ 581803 h 1396653"/>
              <a:gd name="connsiteX18" fmla="*/ 1665623 w 1925173"/>
              <a:gd name="connsiteY18" fmla="*/ 195723 h 1396653"/>
              <a:gd name="connsiteX19" fmla="*/ 1254143 w 1925173"/>
              <a:gd name="connsiteY19" fmla="*/ 23003 h 1396653"/>
              <a:gd name="connsiteX20" fmla="*/ 918863 w 1925173"/>
              <a:gd name="connsiteY20" fmla="*/ 12843 h 1396653"/>
              <a:gd name="connsiteX0" fmla="*/ 916807 w 1923117"/>
              <a:gd name="connsiteY0" fmla="*/ 12843 h 1396653"/>
              <a:gd name="connsiteX1" fmla="*/ 551047 w 1923117"/>
              <a:gd name="connsiteY1" fmla="*/ 129683 h 1396653"/>
              <a:gd name="connsiteX2" fmla="*/ 510407 w 1923117"/>
              <a:gd name="connsiteY2" fmla="*/ 271923 h 1396653"/>
              <a:gd name="connsiteX3" fmla="*/ 297047 w 1923117"/>
              <a:gd name="connsiteY3" fmla="*/ 404003 h 1396653"/>
              <a:gd name="connsiteX4" fmla="*/ 144647 w 1923117"/>
              <a:gd name="connsiteY4" fmla="*/ 495443 h 1396653"/>
              <a:gd name="connsiteX5" fmla="*/ 22727 w 1923117"/>
              <a:gd name="connsiteY5" fmla="*/ 490363 h 1396653"/>
              <a:gd name="connsiteX6" fmla="*/ 23362 w 1923117"/>
              <a:gd name="connsiteY6" fmla="*/ 684673 h 1396653"/>
              <a:gd name="connsiteX7" fmla="*/ 4947 w 1923117"/>
              <a:gd name="connsiteY7" fmla="*/ 901843 h 1396653"/>
              <a:gd name="connsiteX8" fmla="*/ 126074 w 1923117"/>
              <a:gd name="connsiteY8" fmla="*/ 1064720 h 1396653"/>
              <a:gd name="connsiteX9" fmla="*/ 208782 w 1923117"/>
              <a:gd name="connsiteY9" fmla="*/ 1202357 h 1396653"/>
              <a:gd name="connsiteX10" fmla="*/ 271647 w 1923117"/>
              <a:gd name="connsiteY10" fmla="*/ 1282843 h 1396653"/>
              <a:gd name="connsiteX11" fmla="*/ 393567 w 1923117"/>
              <a:gd name="connsiteY11" fmla="*/ 1343803 h 1396653"/>
              <a:gd name="connsiteX12" fmla="*/ 566287 w 1923117"/>
              <a:gd name="connsiteY12" fmla="*/ 1389523 h 1396653"/>
              <a:gd name="connsiteX13" fmla="*/ 671697 w 1923117"/>
              <a:gd name="connsiteY13" fmla="*/ 1185053 h 1396653"/>
              <a:gd name="connsiteX14" fmla="*/ 901567 w 1923117"/>
              <a:gd name="connsiteY14" fmla="*/ 1176163 h 1396653"/>
              <a:gd name="connsiteX15" fmla="*/ 1109847 w 1923117"/>
              <a:gd name="connsiteY15" fmla="*/ 1226963 h 1396653"/>
              <a:gd name="connsiteX16" fmla="*/ 1709287 w 1923117"/>
              <a:gd name="connsiteY16" fmla="*/ 1003443 h 1396653"/>
              <a:gd name="connsiteX17" fmla="*/ 1922647 w 1923117"/>
              <a:gd name="connsiteY17" fmla="*/ 581803 h 1396653"/>
              <a:gd name="connsiteX18" fmla="*/ 1663567 w 1923117"/>
              <a:gd name="connsiteY18" fmla="*/ 195723 h 1396653"/>
              <a:gd name="connsiteX19" fmla="*/ 1252087 w 1923117"/>
              <a:gd name="connsiteY19" fmla="*/ 23003 h 1396653"/>
              <a:gd name="connsiteX20" fmla="*/ 916807 w 1923117"/>
              <a:gd name="connsiteY20" fmla="*/ 12843 h 1396653"/>
              <a:gd name="connsiteX0" fmla="*/ 918259 w 1924569"/>
              <a:gd name="connsiteY0" fmla="*/ 12843 h 1396653"/>
              <a:gd name="connsiteX1" fmla="*/ 552499 w 1924569"/>
              <a:gd name="connsiteY1" fmla="*/ 129683 h 1396653"/>
              <a:gd name="connsiteX2" fmla="*/ 511859 w 1924569"/>
              <a:gd name="connsiteY2" fmla="*/ 271923 h 1396653"/>
              <a:gd name="connsiteX3" fmla="*/ 298499 w 1924569"/>
              <a:gd name="connsiteY3" fmla="*/ 404003 h 1396653"/>
              <a:gd name="connsiteX4" fmla="*/ 146099 w 1924569"/>
              <a:gd name="connsiteY4" fmla="*/ 495443 h 1396653"/>
              <a:gd name="connsiteX5" fmla="*/ 93236 w 1924569"/>
              <a:gd name="connsiteY5" fmla="*/ 595138 h 1396653"/>
              <a:gd name="connsiteX6" fmla="*/ 24814 w 1924569"/>
              <a:gd name="connsiteY6" fmla="*/ 684673 h 1396653"/>
              <a:gd name="connsiteX7" fmla="*/ 6399 w 1924569"/>
              <a:gd name="connsiteY7" fmla="*/ 901843 h 1396653"/>
              <a:gd name="connsiteX8" fmla="*/ 127526 w 1924569"/>
              <a:gd name="connsiteY8" fmla="*/ 1064720 h 1396653"/>
              <a:gd name="connsiteX9" fmla="*/ 210234 w 1924569"/>
              <a:gd name="connsiteY9" fmla="*/ 1202357 h 1396653"/>
              <a:gd name="connsiteX10" fmla="*/ 273099 w 1924569"/>
              <a:gd name="connsiteY10" fmla="*/ 1282843 h 1396653"/>
              <a:gd name="connsiteX11" fmla="*/ 395019 w 1924569"/>
              <a:gd name="connsiteY11" fmla="*/ 1343803 h 1396653"/>
              <a:gd name="connsiteX12" fmla="*/ 567739 w 1924569"/>
              <a:gd name="connsiteY12" fmla="*/ 1389523 h 1396653"/>
              <a:gd name="connsiteX13" fmla="*/ 673149 w 1924569"/>
              <a:gd name="connsiteY13" fmla="*/ 1185053 h 1396653"/>
              <a:gd name="connsiteX14" fmla="*/ 903019 w 1924569"/>
              <a:gd name="connsiteY14" fmla="*/ 1176163 h 1396653"/>
              <a:gd name="connsiteX15" fmla="*/ 1111299 w 1924569"/>
              <a:gd name="connsiteY15" fmla="*/ 1226963 h 1396653"/>
              <a:gd name="connsiteX16" fmla="*/ 1710739 w 1924569"/>
              <a:gd name="connsiteY16" fmla="*/ 1003443 h 1396653"/>
              <a:gd name="connsiteX17" fmla="*/ 1924099 w 1924569"/>
              <a:gd name="connsiteY17" fmla="*/ 581803 h 1396653"/>
              <a:gd name="connsiteX18" fmla="*/ 1665019 w 1924569"/>
              <a:gd name="connsiteY18" fmla="*/ 195723 h 1396653"/>
              <a:gd name="connsiteX19" fmla="*/ 1253539 w 1924569"/>
              <a:gd name="connsiteY19" fmla="*/ 23003 h 1396653"/>
              <a:gd name="connsiteX20" fmla="*/ 918259 w 1924569"/>
              <a:gd name="connsiteY20" fmla="*/ 12843 h 1396653"/>
              <a:gd name="connsiteX0" fmla="*/ 918259 w 1924569"/>
              <a:gd name="connsiteY0" fmla="*/ 12843 h 1396653"/>
              <a:gd name="connsiteX1" fmla="*/ 552499 w 1924569"/>
              <a:gd name="connsiteY1" fmla="*/ 129683 h 1396653"/>
              <a:gd name="connsiteX2" fmla="*/ 511859 w 1924569"/>
              <a:gd name="connsiteY2" fmla="*/ 271923 h 1396653"/>
              <a:gd name="connsiteX3" fmla="*/ 298499 w 1924569"/>
              <a:gd name="connsiteY3" fmla="*/ 404003 h 1396653"/>
              <a:gd name="connsiteX4" fmla="*/ 141337 w 1924569"/>
              <a:gd name="connsiteY4" fmla="*/ 450200 h 1396653"/>
              <a:gd name="connsiteX5" fmla="*/ 93236 w 1924569"/>
              <a:gd name="connsiteY5" fmla="*/ 595138 h 1396653"/>
              <a:gd name="connsiteX6" fmla="*/ 24814 w 1924569"/>
              <a:gd name="connsiteY6" fmla="*/ 684673 h 1396653"/>
              <a:gd name="connsiteX7" fmla="*/ 6399 w 1924569"/>
              <a:gd name="connsiteY7" fmla="*/ 901843 h 1396653"/>
              <a:gd name="connsiteX8" fmla="*/ 127526 w 1924569"/>
              <a:gd name="connsiteY8" fmla="*/ 1064720 h 1396653"/>
              <a:gd name="connsiteX9" fmla="*/ 210234 w 1924569"/>
              <a:gd name="connsiteY9" fmla="*/ 1202357 h 1396653"/>
              <a:gd name="connsiteX10" fmla="*/ 273099 w 1924569"/>
              <a:gd name="connsiteY10" fmla="*/ 1282843 h 1396653"/>
              <a:gd name="connsiteX11" fmla="*/ 395019 w 1924569"/>
              <a:gd name="connsiteY11" fmla="*/ 1343803 h 1396653"/>
              <a:gd name="connsiteX12" fmla="*/ 567739 w 1924569"/>
              <a:gd name="connsiteY12" fmla="*/ 1389523 h 1396653"/>
              <a:gd name="connsiteX13" fmla="*/ 673149 w 1924569"/>
              <a:gd name="connsiteY13" fmla="*/ 1185053 h 1396653"/>
              <a:gd name="connsiteX14" fmla="*/ 903019 w 1924569"/>
              <a:gd name="connsiteY14" fmla="*/ 1176163 h 1396653"/>
              <a:gd name="connsiteX15" fmla="*/ 1111299 w 1924569"/>
              <a:gd name="connsiteY15" fmla="*/ 1226963 h 1396653"/>
              <a:gd name="connsiteX16" fmla="*/ 1710739 w 1924569"/>
              <a:gd name="connsiteY16" fmla="*/ 1003443 h 1396653"/>
              <a:gd name="connsiteX17" fmla="*/ 1924099 w 1924569"/>
              <a:gd name="connsiteY17" fmla="*/ 581803 h 1396653"/>
              <a:gd name="connsiteX18" fmla="*/ 1665019 w 1924569"/>
              <a:gd name="connsiteY18" fmla="*/ 195723 h 1396653"/>
              <a:gd name="connsiteX19" fmla="*/ 1253539 w 1924569"/>
              <a:gd name="connsiteY19" fmla="*/ 23003 h 1396653"/>
              <a:gd name="connsiteX20" fmla="*/ 918259 w 1924569"/>
              <a:gd name="connsiteY20" fmla="*/ 12843 h 1396653"/>
              <a:gd name="connsiteX0" fmla="*/ 918259 w 1924569"/>
              <a:gd name="connsiteY0" fmla="*/ 12843 h 1396653"/>
              <a:gd name="connsiteX1" fmla="*/ 552499 w 1924569"/>
              <a:gd name="connsiteY1" fmla="*/ 129683 h 1396653"/>
              <a:gd name="connsiteX2" fmla="*/ 511859 w 1924569"/>
              <a:gd name="connsiteY2" fmla="*/ 271923 h 1396653"/>
              <a:gd name="connsiteX3" fmla="*/ 334217 w 1924569"/>
              <a:gd name="connsiteY3" fmla="*/ 375428 h 1396653"/>
              <a:gd name="connsiteX4" fmla="*/ 141337 w 1924569"/>
              <a:gd name="connsiteY4" fmla="*/ 450200 h 1396653"/>
              <a:gd name="connsiteX5" fmla="*/ 93236 w 1924569"/>
              <a:gd name="connsiteY5" fmla="*/ 595138 h 1396653"/>
              <a:gd name="connsiteX6" fmla="*/ 24814 w 1924569"/>
              <a:gd name="connsiteY6" fmla="*/ 684673 h 1396653"/>
              <a:gd name="connsiteX7" fmla="*/ 6399 w 1924569"/>
              <a:gd name="connsiteY7" fmla="*/ 901843 h 1396653"/>
              <a:gd name="connsiteX8" fmla="*/ 127526 w 1924569"/>
              <a:gd name="connsiteY8" fmla="*/ 1064720 h 1396653"/>
              <a:gd name="connsiteX9" fmla="*/ 210234 w 1924569"/>
              <a:gd name="connsiteY9" fmla="*/ 1202357 h 1396653"/>
              <a:gd name="connsiteX10" fmla="*/ 273099 w 1924569"/>
              <a:gd name="connsiteY10" fmla="*/ 1282843 h 1396653"/>
              <a:gd name="connsiteX11" fmla="*/ 395019 w 1924569"/>
              <a:gd name="connsiteY11" fmla="*/ 1343803 h 1396653"/>
              <a:gd name="connsiteX12" fmla="*/ 567739 w 1924569"/>
              <a:gd name="connsiteY12" fmla="*/ 1389523 h 1396653"/>
              <a:gd name="connsiteX13" fmla="*/ 673149 w 1924569"/>
              <a:gd name="connsiteY13" fmla="*/ 1185053 h 1396653"/>
              <a:gd name="connsiteX14" fmla="*/ 903019 w 1924569"/>
              <a:gd name="connsiteY14" fmla="*/ 1176163 h 1396653"/>
              <a:gd name="connsiteX15" fmla="*/ 1111299 w 1924569"/>
              <a:gd name="connsiteY15" fmla="*/ 1226963 h 1396653"/>
              <a:gd name="connsiteX16" fmla="*/ 1710739 w 1924569"/>
              <a:gd name="connsiteY16" fmla="*/ 1003443 h 1396653"/>
              <a:gd name="connsiteX17" fmla="*/ 1924099 w 1924569"/>
              <a:gd name="connsiteY17" fmla="*/ 581803 h 1396653"/>
              <a:gd name="connsiteX18" fmla="*/ 1665019 w 1924569"/>
              <a:gd name="connsiteY18" fmla="*/ 195723 h 1396653"/>
              <a:gd name="connsiteX19" fmla="*/ 1253539 w 1924569"/>
              <a:gd name="connsiteY19" fmla="*/ 23003 h 1396653"/>
              <a:gd name="connsiteX20" fmla="*/ 918259 w 1924569"/>
              <a:gd name="connsiteY20" fmla="*/ 12843 h 1396653"/>
              <a:gd name="connsiteX0" fmla="*/ 918259 w 1924569"/>
              <a:gd name="connsiteY0" fmla="*/ 12843 h 1396653"/>
              <a:gd name="connsiteX1" fmla="*/ 552499 w 1924569"/>
              <a:gd name="connsiteY1" fmla="*/ 129683 h 1396653"/>
              <a:gd name="connsiteX2" fmla="*/ 511859 w 1924569"/>
              <a:gd name="connsiteY2" fmla="*/ 271923 h 1396653"/>
              <a:gd name="connsiteX3" fmla="*/ 334217 w 1924569"/>
              <a:gd name="connsiteY3" fmla="*/ 375428 h 1396653"/>
              <a:gd name="connsiteX4" fmla="*/ 141337 w 1924569"/>
              <a:gd name="connsiteY4" fmla="*/ 450200 h 1396653"/>
              <a:gd name="connsiteX5" fmla="*/ 93236 w 1924569"/>
              <a:gd name="connsiteY5" fmla="*/ 595138 h 1396653"/>
              <a:gd name="connsiteX6" fmla="*/ 24814 w 1924569"/>
              <a:gd name="connsiteY6" fmla="*/ 684673 h 1396653"/>
              <a:gd name="connsiteX7" fmla="*/ 6399 w 1924569"/>
              <a:gd name="connsiteY7" fmla="*/ 901843 h 1396653"/>
              <a:gd name="connsiteX8" fmla="*/ 127526 w 1924569"/>
              <a:gd name="connsiteY8" fmla="*/ 1064720 h 1396653"/>
              <a:gd name="connsiteX9" fmla="*/ 210234 w 1924569"/>
              <a:gd name="connsiteY9" fmla="*/ 1202357 h 1396653"/>
              <a:gd name="connsiteX10" fmla="*/ 273099 w 1924569"/>
              <a:gd name="connsiteY10" fmla="*/ 1282843 h 1396653"/>
              <a:gd name="connsiteX11" fmla="*/ 395019 w 1924569"/>
              <a:gd name="connsiteY11" fmla="*/ 1343803 h 1396653"/>
              <a:gd name="connsiteX12" fmla="*/ 567739 w 1924569"/>
              <a:gd name="connsiteY12" fmla="*/ 1389523 h 1396653"/>
              <a:gd name="connsiteX13" fmla="*/ 673149 w 1924569"/>
              <a:gd name="connsiteY13" fmla="*/ 1185053 h 1396653"/>
              <a:gd name="connsiteX14" fmla="*/ 903019 w 1924569"/>
              <a:gd name="connsiteY14" fmla="*/ 1176163 h 1396653"/>
              <a:gd name="connsiteX15" fmla="*/ 1111299 w 1924569"/>
              <a:gd name="connsiteY15" fmla="*/ 1226963 h 1396653"/>
              <a:gd name="connsiteX16" fmla="*/ 1710739 w 1924569"/>
              <a:gd name="connsiteY16" fmla="*/ 1003443 h 1396653"/>
              <a:gd name="connsiteX17" fmla="*/ 1924099 w 1924569"/>
              <a:gd name="connsiteY17" fmla="*/ 581803 h 1396653"/>
              <a:gd name="connsiteX18" fmla="*/ 1665019 w 1924569"/>
              <a:gd name="connsiteY18" fmla="*/ 195723 h 1396653"/>
              <a:gd name="connsiteX19" fmla="*/ 1253539 w 1924569"/>
              <a:gd name="connsiteY19" fmla="*/ 23003 h 1396653"/>
              <a:gd name="connsiteX20" fmla="*/ 918259 w 1924569"/>
              <a:gd name="connsiteY20" fmla="*/ 12843 h 1396653"/>
              <a:gd name="connsiteX0" fmla="*/ 918259 w 1924569"/>
              <a:gd name="connsiteY0" fmla="*/ 12362 h 1396172"/>
              <a:gd name="connsiteX1" fmla="*/ 640605 w 1924569"/>
              <a:gd name="connsiteY1" fmla="*/ 122058 h 1396172"/>
              <a:gd name="connsiteX2" fmla="*/ 511859 w 1924569"/>
              <a:gd name="connsiteY2" fmla="*/ 271442 h 1396172"/>
              <a:gd name="connsiteX3" fmla="*/ 334217 w 1924569"/>
              <a:gd name="connsiteY3" fmla="*/ 374947 h 1396172"/>
              <a:gd name="connsiteX4" fmla="*/ 141337 w 1924569"/>
              <a:gd name="connsiteY4" fmla="*/ 449719 h 1396172"/>
              <a:gd name="connsiteX5" fmla="*/ 93236 w 1924569"/>
              <a:gd name="connsiteY5" fmla="*/ 594657 h 1396172"/>
              <a:gd name="connsiteX6" fmla="*/ 24814 w 1924569"/>
              <a:gd name="connsiteY6" fmla="*/ 684192 h 1396172"/>
              <a:gd name="connsiteX7" fmla="*/ 6399 w 1924569"/>
              <a:gd name="connsiteY7" fmla="*/ 901362 h 1396172"/>
              <a:gd name="connsiteX8" fmla="*/ 127526 w 1924569"/>
              <a:gd name="connsiteY8" fmla="*/ 1064239 h 1396172"/>
              <a:gd name="connsiteX9" fmla="*/ 210234 w 1924569"/>
              <a:gd name="connsiteY9" fmla="*/ 1201876 h 1396172"/>
              <a:gd name="connsiteX10" fmla="*/ 273099 w 1924569"/>
              <a:gd name="connsiteY10" fmla="*/ 1282362 h 1396172"/>
              <a:gd name="connsiteX11" fmla="*/ 395019 w 1924569"/>
              <a:gd name="connsiteY11" fmla="*/ 1343322 h 1396172"/>
              <a:gd name="connsiteX12" fmla="*/ 567739 w 1924569"/>
              <a:gd name="connsiteY12" fmla="*/ 1389042 h 1396172"/>
              <a:gd name="connsiteX13" fmla="*/ 673149 w 1924569"/>
              <a:gd name="connsiteY13" fmla="*/ 1184572 h 1396172"/>
              <a:gd name="connsiteX14" fmla="*/ 903019 w 1924569"/>
              <a:gd name="connsiteY14" fmla="*/ 1175682 h 1396172"/>
              <a:gd name="connsiteX15" fmla="*/ 1111299 w 1924569"/>
              <a:gd name="connsiteY15" fmla="*/ 1226482 h 1396172"/>
              <a:gd name="connsiteX16" fmla="*/ 1710739 w 1924569"/>
              <a:gd name="connsiteY16" fmla="*/ 1002962 h 1396172"/>
              <a:gd name="connsiteX17" fmla="*/ 1924099 w 1924569"/>
              <a:gd name="connsiteY17" fmla="*/ 581322 h 1396172"/>
              <a:gd name="connsiteX18" fmla="*/ 1665019 w 1924569"/>
              <a:gd name="connsiteY18" fmla="*/ 195242 h 1396172"/>
              <a:gd name="connsiteX19" fmla="*/ 1253539 w 1924569"/>
              <a:gd name="connsiteY19" fmla="*/ 22522 h 1396172"/>
              <a:gd name="connsiteX20" fmla="*/ 918259 w 1924569"/>
              <a:gd name="connsiteY20" fmla="*/ 12362 h 1396172"/>
              <a:gd name="connsiteX0" fmla="*/ 989697 w 1924569"/>
              <a:gd name="connsiteY0" fmla="*/ 64659 h 1377031"/>
              <a:gd name="connsiteX1" fmla="*/ 640605 w 1924569"/>
              <a:gd name="connsiteY1" fmla="*/ 102917 h 1377031"/>
              <a:gd name="connsiteX2" fmla="*/ 511859 w 1924569"/>
              <a:gd name="connsiteY2" fmla="*/ 252301 h 1377031"/>
              <a:gd name="connsiteX3" fmla="*/ 334217 w 1924569"/>
              <a:gd name="connsiteY3" fmla="*/ 355806 h 1377031"/>
              <a:gd name="connsiteX4" fmla="*/ 141337 w 1924569"/>
              <a:gd name="connsiteY4" fmla="*/ 430578 h 1377031"/>
              <a:gd name="connsiteX5" fmla="*/ 93236 w 1924569"/>
              <a:gd name="connsiteY5" fmla="*/ 575516 h 1377031"/>
              <a:gd name="connsiteX6" fmla="*/ 24814 w 1924569"/>
              <a:gd name="connsiteY6" fmla="*/ 665051 h 1377031"/>
              <a:gd name="connsiteX7" fmla="*/ 6399 w 1924569"/>
              <a:gd name="connsiteY7" fmla="*/ 882221 h 1377031"/>
              <a:gd name="connsiteX8" fmla="*/ 127526 w 1924569"/>
              <a:gd name="connsiteY8" fmla="*/ 1045098 h 1377031"/>
              <a:gd name="connsiteX9" fmla="*/ 210234 w 1924569"/>
              <a:gd name="connsiteY9" fmla="*/ 1182735 h 1377031"/>
              <a:gd name="connsiteX10" fmla="*/ 273099 w 1924569"/>
              <a:gd name="connsiteY10" fmla="*/ 1263221 h 1377031"/>
              <a:gd name="connsiteX11" fmla="*/ 395019 w 1924569"/>
              <a:gd name="connsiteY11" fmla="*/ 1324181 h 1377031"/>
              <a:gd name="connsiteX12" fmla="*/ 567739 w 1924569"/>
              <a:gd name="connsiteY12" fmla="*/ 1369901 h 1377031"/>
              <a:gd name="connsiteX13" fmla="*/ 673149 w 1924569"/>
              <a:gd name="connsiteY13" fmla="*/ 1165431 h 1377031"/>
              <a:gd name="connsiteX14" fmla="*/ 903019 w 1924569"/>
              <a:gd name="connsiteY14" fmla="*/ 1156541 h 1377031"/>
              <a:gd name="connsiteX15" fmla="*/ 1111299 w 1924569"/>
              <a:gd name="connsiteY15" fmla="*/ 1207341 h 1377031"/>
              <a:gd name="connsiteX16" fmla="*/ 1710739 w 1924569"/>
              <a:gd name="connsiteY16" fmla="*/ 983821 h 1377031"/>
              <a:gd name="connsiteX17" fmla="*/ 1924099 w 1924569"/>
              <a:gd name="connsiteY17" fmla="*/ 562181 h 1377031"/>
              <a:gd name="connsiteX18" fmla="*/ 1665019 w 1924569"/>
              <a:gd name="connsiteY18" fmla="*/ 176101 h 1377031"/>
              <a:gd name="connsiteX19" fmla="*/ 1253539 w 1924569"/>
              <a:gd name="connsiteY19" fmla="*/ 3381 h 1377031"/>
              <a:gd name="connsiteX20" fmla="*/ 989697 w 1924569"/>
              <a:gd name="connsiteY20" fmla="*/ 64659 h 1377031"/>
              <a:gd name="connsiteX0" fmla="*/ 989697 w 1924569"/>
              <a:gd name="connsiteY0" fmla="*/ 4999 h 1317371"/>
              <a:gd name="connsiteX1" fmla="*/ 640605 w 1924569"/>
              <a:gd name="connsiteY1" fmla="*/ 43257 h 1317371"/>
              <a:gd name="connsiteX2" fmla="*/ 511859 w 1924569"/>
              <a:gd name="connsiteY2" fmla="*/ 192641 h 1317371"/>
              <a:gd name="connsiteX3" fmla="*/ 334217 w 1924569"/>
              <a:gd name="connsiteY3" fmla="*/ 296146 h 1317371"/>
              <a:gd name="connsiteX4" fmla="*/ 141337 w 1924569"/>
              <a:gd name="connsiteY4" fmla="*/ 370918 h 1317371"/>
              <a:gd name="connsiteX5" fmla="*/ 93236 w 1924569"/>
              <a:gd name="connsiteY5" fmla="*/ 515856 h 1317371"/>
              <a:gd name="connsiteX6" fmla="*/ 24814 w 1924569"/>
              <a:gd name="connsiteY6" fmla="*/ 605391 h 1317371"/>
              <a:gd name="connsiteX7" fmla="*/ 6399 w 1924569"/>
              <a:gd name="connsiteY7" fmla="*/ 822561 h 1317371"/>
              <a:gd name="connsiteX8" fmla="*/ 127526 w 1924569"/>
              <a:gd name="connsiteY8" fmla="*/ 985438 h 1317371"/>
              <a:gd name="connsiteX9" fmla="*/ 210234 w 1924569"/>
              <a:gd name="connsiteY9" fmla="*/ 1123075 h 1317371"/>
              <a:gd name="connsiteX10" fmla="*/ 273099 w 1924569"/>
              <a:gd name="connsiteY10" fmla="*/ 1203561 h 1317371"/>
              <a:gd name="connsiteX11" fmla="*/ 395019 w 1924569"/>
              <a:gd name="connsiteY11" fmla="*/ 1264521 h 1317371"/>
              <a:gd name="connsiteX12" fmla="*/ 567739 w 1924569"/>
              <a:gd name="connsiteY12" fmla="*/ 1310241 h 1317371"/>
              <a:gd name="connsiteX13" fmla="*/ 673149 w 1924569"/>
              <a:gd name="connsiteY13" fmla="*/ 1105771 h 1317371"/>
              <a:gd name="connsiteX14" fmla="*/ 903019 w 1924569"/>
              <a:gd name="connsiteY14" fmla="*/ 1096881 h 1317371"/>
              <a:gd name="connsiteX15" fmla="*/ 1111299 w 1924569"/>
              <a:gd name="connsiteY15" fmla="*/ 1147681 h 1317371"/>
              <a:gd name="connsiteX16" fmla="*/ 1710739 w 1924569"/>
              <a:gd name="connsiteY16" fmla="*/ 924161 h 1317371"/>
              <a:gd name="connsiteX17" fmla="*/ 1924099 w 1924569"/>
              <a:gd name="connsiteY17" fmla="*/ 502521 h 1317371"/>
              <a:gd name="connsiteX18" fmla="*/ 1665019 w 1924569"/>
              <a:gd name="connsiteY18" fmla="*/ 116441 h 1317371"/>
              <a:gd name="connsiteX19" fmla="*/ 1379745 w 1924569"/>
              <a:gd name="connsiteY19" fmla="*/ 12777 h 1317371"/>
              <a:gd name="connsiteX20" fmla="*/ 989697 w 1924569"/>
              <a:gd name="connsiteY20" fmla="*/ 4999 h 1317371"/>
              <a:gd name="connsiteX0" fmla="*/ 989697 w 1924179"/>
              <a:gd name="connsiteY0" fmla="*/ 10180 h 1322552"/>
              <a:gd name="connsiteX1" fmla="*/ 640605 w 1924179"/>
              <a:gd name="connsiteY1" fmla="*/ 48438 h 1322552"/>
              <a:gd name="connsiteX2" fmla="*/ 511859 w 1924179"/>
              <a:gd name="connsiteY2" fmla="*/ 197822 h 1322552"/>
              <a:gd name="connsiteX3" fmla="*/ 334217 w 1924179"/>
              <a:gd name="connsiteY3" fmla="*/ 301327 h 1322552"/>
              <a:gd name="connsiteX4" fmla="*/ 141337 w 1924179"/>
              <a:gd name="connsiteY4" fmla="*/ 376099 h 1322552"/>
              <a:gd name="connsiteX5" fmla="*/ 93236 w 1924179"/>
              <a:gd name="connsiteY5" fmla="*/ 521037 h 1322552"/>
              <a:gd name="connsiteX6" fmla="*/ 24814 w 1924179"/>
              <a:gd name="connsiteY6" fmla="*/ 610572 h 1322552"/>
              <a:gd name="connsiteX7" fmla="*/ 6399 w 1924179"/>
              <a:gd name="connsiteY7" fmla="*/ 827742 h 1322552"/>
              <a:gd name="connsiteX8" fmla="*/ 127526 w 1924179"/>
              <a:gd name="connsiteY8" fmla="*/ 990619 h 1322552"/>
              <a:gd name="connsiteX9" fmla="*/ 210234 w 1924179"/>
              <a:gd name="connsiteY9" fmla="*/ 1128256 h 1322552"/>
              <a:gd name="connsiteX10" fmla="*/ 273099 w 1924179"/>
              <a:gd name="connsiteY10" fmla="*/ 1208742 h 1322552"/>
              <a:gd name="connsiteX11" fmla="*/ 395019 w 1924179"/>
              <a:gd name="connsiteY11" fmla="*/ 1269702 h 1322552"/>
              <a:gd name="connsiteX12" fmla="*/ 567739 w 1924179"/>
              <a:gd name="connsiteY12" fmla="*/ 1315422 h 1322552"/>
              <a:gd name="connsiteX13" fmla="*/ 673149 w 1924179"/>
              <a:gd name="connsiteY13" fmla="*/ 1110952 h 1322552"/>
              <a:gd name="connsiteX14" fmla="*/ 903019 w 1924179"/>
              <a:gd name="connsiteY14" fmla="*/ 1102062 h 1322552"/>
              <a:gd name="connsiteX15" fmla="*/ 1111299 w 1924179"/>
              <a:gd name="connsiteY15" fmla="*/ 1152862 h 1322552"/>
              <a:gd name="connsiteX16" fmla="*/ 1710739 w 1924179"/>
              <a:gd name="connsiteY16" fmla="*/ 929342 h 1322552"/>
              <a:gd name="connsiteX17" fmla="*/ 1924099 w 1924179"/>
              <a:gd name="connsiteY17" fmla="*/ 507702 h 1322552"/>
              <a:gd name="connsiteX18" fmla="*/ 1729312 w 1924179"/>
              <a:gd name="connsiteY18" fmla="*/ 200203 h 1322552"/>
              <a:gd name="connsiteX19" fmla="*/ 1379745 w 1924179"/>
              <a:gd name="connsiteY19" fmla="*/ 17958 h 1322552"/>
              <a:gd name="connsiteX20" fmla="*/ 989697 w 1924179"/>
              <a:gd name="connsiteY20" fmla="*/ 10180 h 1322552"/>
              <a:gd name="connsiteX0" fmla="*/ 989697 w 1955115"/>
              <a:gd name="connsiteY0" fmla="*/ 10180 h 1322552"/>
              <a:gd name="connsiteX1" fmla="*/ 640605 w 1955115"/>
              <a:gd name="connsiteY1" fmla="*/ 48438 h 1322552"/>
              <a:gd name="connsiteX2" fmla="*/ 511859 w 1955115"/>
              <a:gd name="connsiteY2" fmla="*/ 197822 h 1322552"/>
              <a:gd name="connsiteX3" fmla="*/ 334217 w 1955115"/>
              <a:gd name="connsiteY3" fmla="*/ 301327 h 1322552"/>
              <a:gd name="connsiteX4" fmla="*/ 141337 w 1955115"/>
              <a:gd name="connsiteY4" fmla="*/ 376099 h 1322552"/>
              <a:gd name="connsiteX5" fmla="*/ 93236 w 1955115"/>
              <a:gd name="connsiteY5" fmla="*/ 521037 h 1322552"/>
              <a:gd name="connsiteX6" fmla="*/ 24814 w 1955115"/>
              <a:gd name="connsiteY6" fmla="*/ 610572 h 1322552"/>
              <a:gd name="connsiteX7" fmla="*/ 6399 w 1955115"/>
              <a:gd name="connsiteY7" fmla="*/ 827742 h 1322552"/>
              <a:gd name="connsiteX8" fmla="*/ 127526 w 1955115"/>
              <a:gd name="connsiteY8" fmla="*/ 990619 h 1322552"/>
              <a:gd name="connsiteX9" fmla="*/ 210234 w 1955115"/>
              <a:gd name="connsiteY9" fmla="*/ 1128256 h 1322552"/>
              <a:gd name="connsiteX10" fmla="*/ 273099 w 1955115"/>
              <a:gd name="connsiteY10" fmla="*/ 1208742 h 1322552"/>
              <a:gd name="connsiteX11" fmla="*/ 395019 w 1955115"/>
              <a:gd name="connsiteY11" fmla="*/ 1269702 h 1322552"/>
              <a:gd name="connsiteX12" fmla="*/ 567739 w 1955115"/>
              <a:gd name="connsiteY12" fmla="*/ 1315422 h 1322552"/>
              <a:gd name="connsiteX13" fmla="*/ 673149 w 1955115"/>
              <a:gd name="connsiteY13" fmla="*/ 1110952 h 1322552"/>
              <a:gd name="connsiteX14" fmla="*/ 903019 w 1955115"/>
              <a:gd name="connsiteY14" fmla="*/ 1102062 h 1322552"/>
              <a:gd name="connsiteX15" fmla="*/ 1111299 w 1955115"/>
              <a:gd name="connsiteY15" fmla="*/ 1152862 h 1322552"/>
              <a:gd name="connsiteX16" fmla="*/ 1710739 w 1955115"/>
              <a:gd name="connsiteY16" fmla="*/ 929342 h 1322552"/>
              <a:gd name="connsiteX17" fmla="*/ 1955055 w 1955115"/>
              <a:gd name="connsiteY17" fmla="*/ 664864 h 1322552"/>
              <a:gd name="connsiteX18" fmla="*/ 1729312 w 1955115"/>
              <a:gd name="connsiteY18" fmla="*/ 200203 h 1322552"/>
              <a:gd name="connsiteX19" fmla="*/ 1379745 w 1955115"/>
              <a:gd name="connsiteY19" fmla="*/ 17958 h 1322552"/>
              <a:gd name="connsiteX20" fmla="*/ 989697 w 1955115"/>
              <a:gd name="connsiteY20" fmla="*/ 10180 h 1322552"/>
              <a:gd name="connsiteX0" fmla="*/ 989697 w 1945595"/>
              <a:gd name="connsiteY0" fmla="*/ 10180 h 1322552"/>
              <a:gd name="connsiteX1" fmla="*/ 640605 w 1945595"/>
              <a:gd name="connsiteY1" fmla="*/ 48438 h 1322552"/>
              <a:gd name="connsiteX2" fmla="*/ 511859 w 1945595"/>
              <a:gd name="connsiteY2" fmla="*/ 197822 h 1322552"/>
              <a:gd name="connsiteX3" fmla="*/ 334217 w 1945595"/>
              <a:gd name="connsiteY3" fmla="*/ 301327 h 1322552"/>
              <a:gd name="connsiteX4" fmla="*/ 141337 w 1945595"/>
              <a:gd name="connsiteY4" fmla="*/ 376099 h 1322552"/>
              <a:gd name="connsiteX5" fmla="*/ 93236 w 1945595"/>
              <a:gd name="connsiteY5" fmla="*/ 521037 h 1322552"/>
              <a:gd name="connsiteX6" fmla="*/ 24814 w 1945595"/>
              <a:gd name="connsiteY6" fmla="*/ 610572 h 1322552"/>
              <a:gd name="connsiteX7" fmla="*/ 6399 w 1945595"/>
              <a:gd name="connsiteY7" fmla="*/ 827742 h 1322552"/>
              <a:gd name="connsiteX8" fmla="*/ 127526 w 1945595"/>
              <a:gd name="connsiteY8" fmla="*/ 990619 h 1322552"/>
              <a:gd name="connsiteX9" fmla="*/ 210234 w 1945595"/>
              <a:gd name="connsiteY9" fmla="*/ 1128256 h 1322552"/>
              <a:gd name="connsiteX10" fmla="*/ 273099 w 1945595"/>
              <a:gd name="connsiteY10" fmla="*/ 1208742 h 1322552"/>
              <a:gd name="connsiteX11" fmla="*/ 395019 w 1945595"/>
              <a:gd name="connsiteY11" fmla="*/ 1269702 h 1322552"/>
              <a:gd name="connsiteX12" fmla="*/ 567739 w 1945595"/>
              <a:gd name="connsiteY12" fmla="*/ 1315422 h 1322552"/>
              <a:gd name="connsiteX13" fmla="*/ 673149 w 1945595"/>
              <a:gd name="connsiteY13" fmla="*/ 1110952 h 1322552"/>
              <a:gd name="connsiteX14" fmla="*/ 903019 w 1945595"/>
              <a:gd name="connsiteY14" fmla="*/ 1102062 h 1322552"/>
              <a:gd name="connsiteX15" fmla="*/ 1111299 w 1945595"/>
              <a:gd name="connsiteY15" fmla="*/ 1152862 h 1322552"/>
              <a:gd name="connsiteX16" fmla="*/ 1710739 w 1945595"/>
              <a:gd name="connsiteY16" fmla="*/ 929342 h 1322552"/>
              <a:gd name="connsiteX17" fmla="*/ 1945530 w 1945595"/>
              <a:gd name="connsiteY17" fmla="*/ 683914 h 1322552"/>
              <a:gd name="connsiteX18" fmla="*/ 1729312 w 1945595"/>
              <a:gd name="connsiteY18" fmla="*/ 200203 h 1322552"/>
              <a:gd name="connsiteX19" fmla="*/ 1379745 w 1945595"/>
              <a:gd name="connsiteY19" fmla="*/ 17958 h 1322552"/>
              <a:gd name="connsiteX20" fmla="*/ 989697 w 1945595"/>
              <a:gd name="connsiteY20" fmla="*/ 10180 h 1322552"/>
              <a:gd name="connsiteX0" fmla="*/ 989697 w 1945597"/>
              <a:gd name="connsiteY0" fmla="*/ 10180 h 1322552"/>
              <a:gd name="connsiteX1" fmla="*/ 640605 w 1945597"/>
              <a:gd name="connsiteY1" fmla="*/ 48438 h 1322552"/>
              <a:gd name="connsiteX2" fmla="*/ 511859 w 1945597"/>
              <a:gd name="connsiteY2" fmla="*/ 197822 h 1322552"/>
              <a:gd name="connsiteX3" fmla="*/ 334217 w 1945597"/>
              <a:gd name="connsiteY3" fmla="*/ 301327 h 1322552"/>
              <a:gd name="connsiteX4" fmla="*/ 141337 w 1945597"/>
              <a:gd name="connsiteY4" fmla="*/ 376099 h 1322552"/>
              <a:gd name="connsiteX5" fmla="*/ 93236 w 1945597"/>
              <a:gd name="connsiteY5" fmla="*/ 521037 h 1322552"/>
              <a:gd name="connsiteX6" fmla="*/ 24814 w 1945597"/>
              <a:gd name="connsiteY6" fmla="*/ 610572 h 1322552"/>
              <a:gd name="connsiteX7" fmla="*/ 6399 w 1945597"/>
              <a:gd name="connsiteY7" fmla="*/ 827742 h 1322552"/>
              <a:gd name="connsiteX8" fmla="*/ 127526 w 1945597"/>
              <a:gd name="connsiteY8" fmla="*/ 990619 h 1322552"/>
              <a:gd name="connsiteX9" fmla="*/ 210234 w 1945597"/>
              <a:gd name="connsiteY9" fmla="*/ 1128256 h 1322552"/>
              <a:gd name="connsiteX10" fmla="*/ 273099 w 1945597"/>
              <a:gd name="connsiteY10" fmla="*/ 1208742 h 1322552"/>
              <a:gd name="connsiteX11" fmla="*/ 395019 w 1945597"/>
              <a:gd name="connsiteY11" fmla="*/ 1269702 h 1322552"/>
              <a:gd name="connsiteX12" fmla="*/ 567739 w 1945597"/>
              <a:gd name="connsiteY12" fmla="*/ 1315422 h 1322552"/>
              <a:gd name="connsiteX13" fmla="*/ 673149 w 1945597"/>
              <a:gd name="connsiteY13" fmla="*/ 1110952 h 1322552"/>
              <a:gd name="connsiteX14" fmla="*/ 903019 w 1945597"/>
              <a:gd name="connsiteY14" fmla="*/ 1102062 h 1322552"/>
              <a:gd name="connsiteX15" fmla="*/ 1111299 w 1945597"/>
              <a:gd name="connsiteY15" fmla="*/ 1152862 h 1322552"/>
              <a:gd name="connsiteX16" fmla="*/ 1744076 w 1945597"/>
              <a:gd name="connsiteY16" fmla="*/ 1231761 h 1322552"/>
              <a:gd name="connsiteX17" fmla="*/ 1945530 w 1945597"/>
              <a:gd name="connsiteY17" fmla="*/ 683914 h 1322552"/>
              <a:gd name="connsiteX18" fmla="*/ 1729312 w 1945597"/>
              <a:gd name="connsiteY18" fmla="*/ 200203 h 1322552"/>
              <a:gd name="connsiteX19" fmla="*/ 1379745 w 1945597"/>
              <a:gd name="connsiteY19" fmla="*/ 17958 h 1322552"/>
              <a:gd name="connsiteX20" fmla="*/ 989697 w 1945597"/>
              <a:gd name="connsiteY20" fmla="*/ 10180 h 1322552"/>
              <a:gd name="connsiteX0" fmla="*/ 989697 w 1945586"/>
              <a:gd name="connsiteY0" fmla="*/ 10180 h 1359299"/>
              <a:gd name="connsiteX1" fmla="*/ 640605 w 1945586"/>
              <a:gd name="connsiteY1" fmla="*/ 48438 h 1359299"/>
              <a:gd name="connsiteX2" fmla="*/ 511859 w 1945586"/>
              <a:gd name="connsiteY2" fmla="*/ 197822 h 1359299"/>
              <a:gd name="connsiteX3" fmla="*/ 334217 w 1945586"/>
              <a:gd name="connsiteY3" fmla="*/ 301327 h 1359299"/>
              <a:gd name="connsiteX4" fmla="*/ 141337 w 1945586"/>
              <a:gd name="connsiteY4" fmla="*/ 376099 h 1359299"/>
              <a:gd name="connsiteX5" fmla="*/ 93236 w 1945586"/>
              <a:gd name="connsiteY5" fmla="*/ 521037 h 1359299"/>
              <a:gd name="connsiteX6" fmla="*/ 24814 w 1945586"/>
              <a:gd name="connsiteY6" fmla="*/ 610572 h 1359299"/>
              <a:gd name="connsiteX7" fmla="*/ 6399 w 1945586"/>
              <a:gd name="connsiteY7" fmla="*/ 827742 h 1359299"/>
              <a:gd name="connsiteX8" fmla="*/ 127526 w 1945586"/>
              <a:gd name="connsiteY8" fmla="*/ 990619 h 1359299"/>
              <a:gd name="connsiteX9" fmla="*/ 210234 w 1945586"/>
              <a:gd name="connsiteY9" fmla="*/ 1128256 h 1359299"/>
              <a:gd name="connsiteX10" fmla="*/ 273099 w 1945586"/>
              <a:gd name="connsiteY10" fmla="*/ 1208742 h 1359299"/>
              <a:gd name="connsiteX11" fmla="*/ 395019 w 1945586"/>
              <a:gd name="connsiteY11" fmla="*/ 1269702 h 1359299"/>
              <a:gd name="connsiteX12" fmla="*/ 567739 w 1945586"/>
              <a:gd name="connsiteY12" fmla="*/ 1315422 h 1359299"/>
              <a:gd name="connsiteX13" fmla="*/ 673149 w 1945586"/>
              <a:gd name="connsiteY13" fmla="*/ 1110952 h 1359299"/>
              <a:gd name="connsiteX14" fmla="*/ 903019 w 1945586"/>
              <a:gd name="connsiteY14" fmla="*/ 1102062 h 1359299"/>
              <a:gd name="connsiteX15" fmla="*/ 1194643 w 1945586"/>
              <a:gd name="connsiteY15" fmla="*/ 1352887 h 1359299"/>
              <a:gd name="connsiteX16" fmla="*/ 1744076 w 1945586"/>
              <a:gd name="connsiteY16" fmla="*/ 1231761 h 1359299"/>
              <a:gd name="connsiteX17" fmla="*/ 1945530 w 1945586"/>
              <a:gd name="connsiteY17" fmla="*/ 683914 h 1359299"/>
              <a:gd name="connsiteX18" fmla="*/ 1729312 w 1945586"/>
              <a:gd name="connsiteY18" fmla="*/ 200203 h 1359299"/>
              <a:gd name="connsiteX19" fmla="*/ 1379745 w 1945586"/>
              <a:gd name="connsiteY19" fmla="*/ 17958 h 1359299"/>
              <a:gd name="connsiteX20" fmla="*/ 989697 w 1945586"/>
              <a:gd name="connsiteY20" fmla="*/ 10180 h 1359299"/>
              <a:gd name="connsiteX0" fmla="*/ 989697 w 1945633"/>
              <a:gd name="connsiteY0" fmla="*/ 10180 h 1365952"/>
              <a:gd name="connsiteX1" fmla="*/ 640605 w 1945633"/>
              <a:gd name="connsiteY1" fmla="*/ 48438 h 1365952"/>
              <a:gd name="connsiteX2" fmla="*/ 511859 w 1945633"/>
              <a:gd name="connsiteY2" fmla="*/ 197822 h 1365952"/>
              <a:gd name="connsiteX3" fmla="*/ 334217 w 1945633"/>
              <a:gd name="connsiteY3" fmla="*/ 301327 h 1365952"/>
              <a:gd name="connsiteX4" fmla="*/ 141337 w 1945633"/>
              <a:gd name="connsiteY4" fmla="*/ 376099 h 1365952"/>
              <a:gd name="connsiteX5" fmla="*/ 93236 w 1945633"/>
              <a:gd name="connsiteY5" fmla="*/ 521037 h 1365952"/>
              <a:gd name="connsiteX6" fmla="*/ 24814 w 1945633"/>
              <a:gd name="connsiteY6" fmla="*/ 610572 h 1365952"/>
              <a:gd name="connsiteX7" fmla="*/ 6399 w 1945633"/>
              <a:gd name="connsiteY7" fmla="*/ 827742 h 1365952"/>
              <a:gd name="connsiteX8" fmla="*/ 127526 w 1945633"/>
              <a:gd name="connsiteY8" fmla="*/ 990619 h 1365952"/>
              <a:gd name="connsiteX9" fmla="*/ 210234 w 1945633"/>
              <a:gd name="connsiteY9" fmla="*/ 1128256 h 1365952"/>
              <a:gd name="connsiteX10" fmla="*/ 273099 w 1945633"/>
              <a:gd name="connsiteY10" fmla="*/ 1208742 h 1365952"/>
              <a:gd name="connsiteX11" fmla="*/ 395019 w 1945633"/>
              <a:gd name="connsiteY11" fmla="*/ 1269702 h 1365952"/>
              <a:gd name="connsiteX12" fmla="*/ 567739 w 1945633"/>
              <a:gd name="connsiteY12" fmla="*/ 1315422 h 1365952"/>
              <a:gd name="connsiteX13" fmla="*/ 673149 w 1945633"/>
              <a:gd name="connsiteY13" fmla="*/ 1110952 h 1365952"/>
              <a:gd name="connsiteX14" fmla="*/ 903019 w 1945633"/>
              <a:gd name="connsiteY14" fmla="*/ 1102062 h 1365952"/>
              <a:gd name="connsiteX15" fmla="*/ 1194643 w 1945633"/>
              <a:gd name="connsiteY15" fmla="*/ 1352887 h 1365952"/>
              <a:gd name="connsiteX16" fmla="*/ 1744076 w 1945633"/>
              <a:gd name="connsiteY16" fmla="*/ 1231761 h 1365952"/>
              <a:gd name="connsiteX17" fmla="*/ 1945530 w 1945633"/>
              <a:gd name="connsiteY17" fmla="*/ 683914 h 1365952"/>
              <a:gd name="connsiteX18" fmla="*/ 1729312 w 1945633"/>
              <a:gd name="connsiteY18" fmla="*/ 200203 h 1365952"/>
              <a:gd name="connsiteX19" fmla="*/ 1379745 w 1945633"/>
              <a:gd name="connsiteY19" fmla="*/ 17958 h 1365952"/>
              <a:gd name="connsiteX20" fmla="*/ 989697 w 1945633"/>
              <a:gd name="connsiteY20" fmla="*/ 10180 h 1365952"/>
              <a:gd name="connsiteX0" fmla="*/ 989697 w 1945633"/>
              <a:gd name="connsiteY0" fmla="*/ 10180 h 1353493"/>
              <a:gd name="connsiteX1" fmla="*/ 640605 w 1945633"/>
              <a:gd name="connsiteY1" fmla="*/ 48438 h 1353493"/>
              <a:gd name="connsiteX2" fmla="*/ 511859 w 1945633"/>
              <a:gd name="connsiteY2" fmla="*/ 197822 h 1353493"/>
              <a:gd name="connsiteX3" fmla="*/ 334217 w 1945633"/>
              <a:gd name="connsiteY3" fmla="*/ 301327 h 1353493"/>
              <a:gd name="connsiteX4" fmla="*/ 141337 w 1945633"/>
              <a:gd name="connsiteY4" fmla="*/ 376099 h 1353493"/>
              <a:gd name="connsiteX5" fmla="*/ 93236 w 1945633"/>
              <a:gd name="connsiteY5" fmla="*/ 521037 h 1353493"/>
              <a:gd name="connsiteX6" fmla="*/ 24814 w 1945633"/>
              <a:gd name="connsiteY6" fmla="*/ 610572 h 1353493"/>
              <a:gd name="connsiteX7" fmla="*/ 6399 w 1945633"/>
              <a:gd name="connsiteY7" fmla="*/ 827742 h 1353493"/>
              <a:gd name="connsiteX8" fmla="*/ 127526 w 1945633"/>
              <a:gd name="connsiteY8" fmla="*/ 990619 h 1353493"/>
              <a:gd name="connsiteX9" fmla="*/ 210234 w 1945633"/>
              <a:gd name="connsiteY9" fmla="*/ 1128256 h 1353493"/>
              <a:gd name="connsiteX10" fmla="*/ 273099 w 1945633"/>
              <a:gd name="connsiteY10" fmla="*/ 1208742 h 1353493"/>
              <a:gd name="connsiteX11" fmla="*/ 395019 w 1945633"/>
              <a:gd name="connsiteY11" fmla="*/ 1269702 h 1353493"/>
              <a:gd name="connsiteX12" fmla="*/ 567739 w 1945633"/>
              <a:gd name="connsiteY12" fmla="*/ 1315422 h 1353493"/>
              <a:gd name="connsiteX13" fmla="*/ 673149 w 1945633"/>
              <a:gd name="connsiteY13" fmla="*/ 1110952 h 1353493"/>
              <a:gd name="connsiteX14" fmla="*/ 855394 w 1945633"/>
              <a:gd name="connsiteY14" fmla="*/ 1271131 h 1353493"/>
              <a:gd name="connsiteX15" fmla="*/ 1194643 w 1945633"/>
              <a:gd name="connsiteY15" fmla="*/ 1352887 h 1353493"/>
              <a:gd name="connsiteX16" fmla="*/ 1744076 w 1945633"/>
              <a:gd name="connsiteY16" fmla="*/ 1231761 h 1353493"/>
              <a:gd name="connsiteX17" fmla="*/ 1945530 w 1945633"/>
              <a:gd name="connsiteY17" fmla="*/ 683914 h 1353493"/>
              <a:gd name="connsiteX18" fmla="*/ 1729312 w 1945633"/>
              <a:gd name="connsiteY18" fmla="*/ 200203 h 1353493"/>
              <a:gd name="connsiteX19" fmla="*/ 1379745 w 1945633"/>
              <a:gd name="connsiteY19" fmla="*/ 17958 h 1353493"/>
              <a:gd name="connsiteX20" fmla="*/ 989697 w 1945633"/>
              <a:gd name="connsiteY20" fmla="*/ 10180 h 1353493"/>
              <a:gd name="connsiteX0" fmla="*/ 989697 w 1945633"/>
              <a:gd name="connsiteY0" fmla="*/ 10180 h 1353458"/>
              <a:gd name="connsiteX1" fmla="*/ 640605 w 1945633"/>
              <a:gd name="connsiteY1" fmla="*/ 48438 h 1353458"/>
              <a:gd name="connsiteX2" fmla="*/ 511859 w 1945633"/>
              <a:gd name="connsiteY2" fmla="*/ 197822 h 1353458"/>
              <a:gd name="connsiteX3" fmla="*/ 334217 w 1945633"/>
              <a:gd name="connsiteY3" fmla="*/ 301327 h 1353458"/>
              <a:gd name="connsiteX4" fmla="*/ 141337 w 1945633"/>
              <a:gd name="connsiteY4" fmla="*/ 376099 h 1353458"/>
              <a:gd name="connsiteX5" fmla="*/ 93236 w 1945633"/>
              <a:gd name="connsiteY5" fmla="*/ 521037 h 1353458"/>
              <a:gd name="connsiteX6" fmla="*/ 24814 w 1945633"/>
              <a:gd name="connsiteY6" fmla="*/ 610572 h 1353458"/>
              <a:gd name="connsiteX7" fmla="*/ 6399 w 1945633"/>
              <a:gd name="connsiteY7" fmla="*/ 827742 h 1353458"/>
              <a:gd name="connsiteX8" fmla="*/ 127526 w 1945633"/>
              <a:gd name="connsiteY8" fmla="*/ 990619 h 1353458"/>
              <a:gd name="connsiteX9" fmla="*/ 210234 w 1945633"/>
              <a:gd name="connsiteY9" fmla="*/ 1128256 h 1353458"/>
              <a:gd name="connsiteX10" fmla="*/ 273099 w 1945633"/>
              <a:gd name="connsiteY10" fmla="*/ 1208742 h 1353458"/>
              <a:gd name="connsiteX11" fmla="*/ 395019 w 1945633"/>
              <a:gd name="connsiteY11" fmla="*/ 1269702 h 1353458"/>
              <a:gd name="connsiteX12" fmla="*/ 567739 w 1945633"/>
              <a:gd name="connsiteY12" fmla="*/ 1315422 h 1353458"/>
              <a:gd name="connsiteX13" fmla="*/ 673149 w 1945633"/>
              <a:gd name="connsiteY13" fmla="*/ 1110952 h 1353458"/>
              <a:gd name="connsiteX14" fmla="*/ 855394 w 1945633"/>
              <a:gd name="connsiteY14" fmla="*/ 1271131 h 1353458"/>
              <a:gd name="connsiteX15" fmla="*/ 1194643 w 1945633"/>
              <a:gd name="connsiteY15" fmla="*/ 1352887 h 1353458"/>
              <a:gd name="connsiteX16" fmla="*/ 1744076 w 1945633"/>
              <a:gd name="connsiteY16" fmla="*/ 1231761 h 1353458"/>
              <a:gd name="connsiteX17" fmla="*/ 1945530 w 1945633"/>
              <a:gd name="connsiteY17" fmla="*/ 683914 h 1353458"/>
              <a:gd name="connsiteX18" fmla="*/ 1729312 w 1945633"/>
              <a:gd name="connsiteY18" fmla="*/ 200203 h 1353458"/>
              <a:gd name="connsiteX19" fmla="*/ 1379745 w 1945633"/>
              <a:gd name="connsiteY19" fmla="*/ 17958 h 1353458"/>
              <a:gd name="connsiteX20" fmla="*/ 989697 w 1945633"/>
              <a:gd name="connsiteY20" fmla="*/ 10180 h 1353458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395019 w 1945633"/>
              <a:gd name="connsiteY11" fmla="*/ 1269702 h 1365072"/>
              <a:gd name="connsiteX12" fmla="*/ 567739 w 1945633"/>
              <a:gd name="connsiteY12" fmla="*/ 1315422 h 1365072"/>
              <a:gd name="connsiteX13" fmla="*/ 673149 w 1945633"/>
              <a:gd name="connsiteY13" fmla="*/ 1110952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395019 w 1945633"/>
              <a:gd name="connsiteY11" fmla="*/ 1269702 h 1365072"/>
              <a:gd name="connsiteX12" fmla="*/ 567739 w 1945633"/>
              <a:gd name="connsiteY12" fmla="*/ 1315422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395019 w 1945633"/>
              <a:gd name="connsiteY11" fmla="*/ 1269702 h 1365072"/>
              <a:gd name="connsiteX12" fmla="*/ 508208 w 1945633"/>
              <a:gd name="connsiteY12" fmla="*/ 1208266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18831 w 1945633"/>
              <a:gd name="connsiteY11" fmla="*/ 1281609 h 1365072"/>
              <a:gd name="connsiteX12" fmla="*/ 508208 w 1945633"/>
              <a:gd name="connsiteY12" fmla="*/ 1208266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18831 w 1945633"/>
              <a:gd name="connsiteY11" fmla="*/ 1281609 h 1365072"/>
              <a:gd name="connsiteX12" fmla="*/ 555833 w 1945633"/>
              <a:gd name="connsiteY12" fmla="*/ 1210648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18831 w 1945633"/>
              <a:gd name="connsiteY11" fmla="*/ 1281609 h 1365072"/>
              <a:gd name="connsiteX12" fmla="*/ 555833 w 1945633"/>
              <a:gd name="connsiteY12" fmla="*/ 1210648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37881 w 1945633"/>
              <a:gd name="connsiteY11" fmla="*/ 1269703 h 1365072"/>
              <a:gd name="connsiteX12" fmla="*/ 555833 w 1945633"/>
              <a:gd name="connsiteY12" fmla="*/ 1210648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9697 w 1945633"/>
              <a:gd name="connsiteY0" fmla="*/ 10180 h 1365072"/>
              <a:gd name="connsiteX1" fmla="*/ 640605 w 1945633"/>
              <a:gd name="connsiteY1" fmla="*/ 48438 h 1365072"/>
              <a:gd name="connsiteX2" fmla="*/ 511859 w 1945633"/>
              <a:gd name="connsiteY2" fmla="*/ 197822 h 1365072"/>
              <a:gd name="connsiteX3" fmla="*/ 334217 w 1945633"/>
              <a:gd name="connsiteY3" fmla="*/ 301327 h 1365072"/>
              <a:gd name="connsiteX4" fmla="*/ 141337 w 1945633"/>
              <a:gd name="connsiteY4" fmla="*/ 376099 h 1365072"/>
              <a:gd name="connsiteX5" fmla="*/ 93236 w 1945633"/>
              <a:gd name="connsiteY5" fmla="*/ 521037 h 1365072"/>
              <a:gd name="connsiteX6" fmla="*/ 24814 w 1945633"/>
              <a:gd name="connsiteY6" fmla="*/ 610572 h 1365072"/>
              <a:gd name="connsiteX7" fmla="*/ 6399 w 1945633"/>
              <a:gd name="connsiteY7" fmla="*/ 827742 h 1365072"/>
              <a:gd name="connsiteX8" fmla="*/ 127526 w 1945633"/>
              <a:gd name="connsiteY8" fmla="*/ 990619 h 1365072"/>
              <a:gd name="connsiteX9" fmla="*/ 210234 w 1945633"/>
              <a:gd name="connsiteY9" fmla="*/ 1128256 h 1365072"/>
              <a:gd name="connsiteX10" fmla="*/ 273099 w 1945633"/>
              <a:gd name="connsiteY10" fmla="*/ 1208742 h 1365072"/>
              <a:gd name="connsiteX11" fmla="*/ 437881 w 1945633"/>
              <a:gd name="connsiteY11" fmla="*/ 1269703 h 1365072"/>
              <a:gd name="connsiteX12" fmla="*/ 555833 w 1945633"/>
              <a:gd name="connsiteY12" fmla="*/ 1210648 h 1365072"/>
              <a:gd name="connsiteX13" fmla="*/ 680293 w 1945633"/>
              <a:gd name="connsiteY13" fmla="*/ 1201439 h 1365072"/>
              <a:gd name="connsiteX14" fmla="*/ 855394 w 1945633"/>
              <a:gd name="connsiteY14" fmla="*/ 1271131 h 1365072"/>
              <a:gd name="connsiteX15" fmla="*/ 1194643 w 1945633"/>
              <a:gd name="connsiteY15" fmla="*/ 1352887 h 1365072"/>
              <a:gd name="connsiteX16" fmla="*/ 1744076 w 1945633"/>
              <a:gd name="connsiteY16" fmla="*/ 1231761 h 1365072"/>
              <a:gd name="connsiteX17" fmla="*/ 1945530 w 1945633"/>
              <a:gd name="connsiteY17" fmla="*/ 683914 h 1365072"/>
              <a:gd name="connsiteX18" fmla="*/ 1729312 w 1945633"/>
              <a:gd name="connsiteY18" fmla="*/ 200203 h 1365072"/>
              <a:gd name="connsiteX19" fmla="*/ 1379745 w 1945633"/>
              <a:gd name="connsiteY19" fmla="*/ 17958 h 1365072"/>
              <a:gd name="connsiteX20" fmla="*/ 989697 w 1945633"/>
              <a:gd name="connsiteY20" fmla="*/ 10180 h 1365072"/>
              <a:gd name="connsiteX0" fmla="*/ 981945 w 1937881"/>
              <a:gd name="connsiteY0" fmla="*/ 10180 h 1365072"/>
              <a:gd name="connsiteX1" fmla="*/ 632853 w 1937881"/>
              <a:gd name="connsiteY1" fmla="*/ 48438 h 1365072"/>
              <a:gd name="connsiteX2" fmla="*/ 504107 w 1937881"/>
              <a:gd name="connsiteY2" fmla="*/ 197822 h 1365072"/>
              <a:gd name="connsiteX3" fmla="*/ 326465 w 1937881"/>
              <a:gd name="connsiteY3" fmla="*/ 301327 h 1365072"/>
              <a:gd name="connsiteX4" fmla="*/ 133585 w 1937881"/>
              <a:gd name="connsiteY4" fmla="*/ 376099 h 1365072"/>
              <a:gd name="connsiteX5" fmla="*/ 85484 w 1937881"/>
              <a:gd name="connsiteY5" fmla="*/ 521037 h 1365072"/>
              <a:gd name="connsiteX6" fmla="*/ 17062 w 1937881"/>
              <a:gd name="connsiteY6" fmla="*/ 610572 h 1365072"/>
              <a:gd name="connsiteX7" fmla="*/ 8172 w 1937881"/>
              <a:gd name="connsiteY7" fmla="*/ 834886 h 1365072"/>
              <a:gd name="connsiteX8" fmla="*/ 119774 w 1937881"/>
              <a:gd name="connsiteY8" fmla="*/ 990619 h 1365072"/>
              <a:gd name="connsiteX9" fmla="*/ 202482 w 1937881"/>
              <a:gd name="connsiteY9" fmla="*/ 1128256 h 1365072"/>
              <a:gd name="connsiteX10" fmla="*/ 265347 w 1937881"/>
              <a:gd name="connsiteY10" fmla="*/ 1208742 h 1365072"/>
              <a:gd name="connsiteX11" fmla="*/ 430129 w 1937881"/>
              <a:gd name="connsiteY11" fmla="*/ 1269703 h 1365072"/>
              <a:gd name="connsiteX12" fmla="*/ 548081 w 1937881"/>
              <a:gd name="connsiteY12" fmla="*/ 1210648 h 1365072"/>
              <a:gd name="connsiteX13" fmla="*/ 672541 w 1937881"/>
              <a:gd name="connsiteY13" fmla="*/ 1201439 h 1365072"/>
              <a:gd name="connsiteX14" fmla="*/ 847642 w 1937881"/>
              <a:gd name="connsiteY14" fmla="*/ 1271131 h 1365072"/>
              <a:gd name="connsiteX15" fmla="*/ 1186891 w 1937881"/>
              <a:gd name="connsiteY15" fmla="*/ 1352887 h 1365072"/>
              <a:gd name="connsiteX16" fmla="*/ 1736324 w 1937881"/>
              <a:gd name="connsiteY16" fmla="*/ 1231761 h 1365072"/>
              <a:gd name="connsiteX17" fmla="*/ 1937778 w 1937881"/>
              <a:gd name="connsiteY17" fmla="*/ 683914 h 1365072"/>
              <a:gd name="connsiteX18" fmla="*/ 1721560 w 1937881"/>
              <a:gd name="connsiteY18" fmla="*/ 200203 h 1365072"/>
              <a:gd name="connsiteX19" fmla="*/ 1371993 w 1937881"/>
              <a:gd name="connsiteY19" fmla="*/ 17958 h 1365072"/>
              <a:gd name="connsiteX20" fmla="*/ 981945 w 1937881"/>
              <a:gd name="connsiteY20" fmla="*/ 10180 h 1365072"/>
              <a:gd name="connsiteX0" fmla="*/ 987234 w 1943170"/>
              <a:gd name="connsiteY0" fmla="*/ 10180 h 1365072"/>
              <a:gd name="connsiteX1" fmla="*/ 638142 w 1943170"/>
              <a:gd name="connsiteY1" fmla="*/ 48438 h 1365072"/>
              <a:gd name="connsiteX2" fmla="*/ 509396 w 1943170"/>
              <a:gd name="connsiteY2" fmla="*/ 197822 h 1365072"/>
              <a:gd name="connsiteX3" fmla="*/ 331754 w 1943170"/>
              <a:gd name="connsiteY3" fmla="*/ 301327 h 1365072"/>
              <a:gd name="connsiteX4" fmla="*/ 138874 w 1943170"/>
              <a:gd name="connsiteY4" fmla="*/ 376099 h 1365072"/>
              <a:gd name="connsiteX5" fmla="*/ 90773 w 1943170"/>
              <a:gd name="connsiteY5" fmla="*/ 521037 h 1365072"/>
              <a:gd name="connsiteX6" fmla="*/ 22351 w 1943170"/>
              <a:gd name="connsiteY6" fmla="*/ 610572 h 1365072"/>
              <a:gd name="connsiteX7" fmla="*/ 13461 w 1943170"/>
              <a:gd name="connsiteY7" fmla="*/ 834886 h 1365072"/>
              <a:gd name="connsiteX8" fmla="*/ 125063 w 1943170"/>
              <a:gd name="connsiteY8" fmla="*/ 990619 h 1365072"/>
              <a:gd name="connsiteX9" fmla="*/ 207771 w 1943170"/>
              <a:gd name="connsiteY9" fmla="*/ 1128256 h 1365072"/>
              <a:gd name="connsiteX10" fmla="*/ 270636 w 1943170"/>
              <a:gd name="connsiteY10" fmla="*/ 1208742 h 1365072"/>
              <a:gd name="connsiteX11" fmla="*/ 435418 w 1943170"/>
              <a:gd name="connsiteY11" fmla="*/ 1269703 h 1365072"/>
              <a:gd name="connsiteX12" fmla="*/ 553370 w 1943170"/>
              <a:gd name="connsiteY12" fmla="*/ 1210648 h 1365072"/>
              <a:gd name="connsiteX13" fmla="*/ 677830 w 1943170"/>
              <a:gd name="connsiteY13" fmla="*/ 1201439 h 1365072"/>
              <a:gd name="connsiteX14" fmla="*/ 852931 w 1943170"/>
              <a:gd name="connsiteY14" fmla="*/ 1271131 h 1365072"/>
              <a:gd name="connsiteX15" fmla="*/ 1192180 w 1943170"/>
              <a:gd name="connsiteY15" fmla="*/ 1352887 h 1365072"/>
              <a:gd name="connsiteX16" fmla="*/ 1741613 w 1943170"/>
              <a:gd name="connsiteY16" fmla="*/ 1231761 h 1365072"/>
              <a:gd name="connsiteX17" fmla="*/ 1943067 w 1943170"/>
              <a:gd name="connsiteY17" fmla="*/ 683914 h 1365072"/>
              <a:gd name="connsiteX18" fmla="*/ 1726849 w 1943170"/>
              <a:gd name="connsiteY18" fmla="*/ 200203 h 1365072"/>
              <a:gd name="connsiteX19" fmla="*/ 1377282 w 1943170"/>
              <a:gd name="connsiteY19" fmla="*/ 17958 h 1365072"/>
              <a:gd name="connsiteX20" fmla="*/ 987234 w 1943170"/>
              <a:gd name="connsiteY20" fmla="*/ 10180 h 136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43170" h="1365072">
                <a:moveTo>
                  <a:pt x="987234" y="10180"/>
                </a:moveTo>
                <a:cubicBezTo>
                  <a:pt x="864044" y="15260"/>
                  <a:pt x="717782" y="17164"/>
                  <a:pt x="638142" y="48438"/>
                </a:cubicBezTo>
                <a:cubicBezTo>
                  <a:pt x="558502" y="79712"/>
                  <a:pt x="560461" y="155674"/>
                  <a:pt x="509396" y="197822"/>
                </a:cubicBezTo>
                <a:cubicBezTo>
                  <a:pt x="458331" y="239970"/>
                  <a:pt x="424464" y="302570"/>
                  <a:pt x="331754" y="301327"/>
                </a:cubicBezTo>
                <a:cubicBezTo>
                  <a:pt x="239044" y="300084"/>
                  <a:pt x="179038" y="339481"/>
                  <a:pt x="138874" y="376099"/>
                </a:cubicBezTo>
                <a:cubicBezTo>
                  <a:pt x="98711" y="412717"/>
                  <a:pt x="110193" y="481958"/>
                  <a:pt x="90773" y="521037"/>
                </a:cubicBezTo>
                <a:cubicBezTo>
                  <a:pt x="71353" y="560116"/>
                  <a:pt x="35236" y="558264"/>
                  <a:pt x="22351" y="610572"/>
                </a:cubicBezTo>
                <a:cubicBezTo>
                  <a:pt x="9466" y="662880"/>
                  <a:pt x="-15564" y="735826"/>
                  <a:pt x="13461" y="834886"/>
                </a:cubicBezTo>
                <a:cubicBezTo>
                  <a:pt x="42486" y="933946"/>
                  <a:pt x="92678" y="941724"/>
                  <a:pt x="125063" y="990619"/>
                </a:cubicBezTo>
                <a:cubicBezTo>
                  <a:pt x="157448" y="1039514"/>
                  <a:pt x="183509" y="1091902"/>
                  <a:pt x="207771" y="1128256"/>
                </a:cubicBezTo>
                <a:cubicBezTo>
                  <a:pt x="232033" y="1164610"/>
                  <a:pt x="216026" y="1151831"/>
                  <a:pt x="270636" y="1208742"/>
                </a:cubicBezTo>
                <a:cubicBezTo>
                  <a:pt x="325246" y="1265653"/>
                  <a:pt x="388296" y="1269385"/>
                  <a:pt x="435418" y="1269703"/>
                </a:cubicBezTo>
                <a:cubicBezTo>
                  <a:pt x="482540" y="1270021"/>
                  <a:pt x="512968" y="1222025"/>
                  <a:pt x="553370" y="1210648"/>
                </a:cubicBezTo>
                <a:cubicBezTo>
                  <a:pt x="593772" y="1199271"/>
                  <a:pt x="627903" y="1191359"/>
                  <a:pt x="677830" y="1201439"/>
                </a:cubicBezTo>
                <a:cubicBezTo>
                  <a:pt x="727757" y="1211520"/>
                  <a:pt x="767206" y="1245890"/>
                  <a:pt x="852931" y="1271131"/>
                </a:cubicBezTo>
                <a:cubicBezTo>
                  <a:pt x="938656" y="1296372"/>
                  <a:pt x="1041685" y="1333255"/>
                  <a:pt x="1192180" y="1352887"/>
                </a:cubicBezTo>
                <a:cubicBezTo>
                  <a:pt x="1342675" y="1372519"/>
                  <a:pt x="1578365" y="1388500"/>
                  <a:pt x="1741613" y="1231761"/>
                </a:cubicBezTo>
                <a:cubicBezTo>
                  <a:pt x="1904861" y="1075022"/>
                  <a:pt x="1945528" y="855840"/>
                  <a:pt x="1943067" y="683914"/>
                </a:cubicBezTo>
                <a:cubicBezTo>
                  <a:pt x="1940606" y="511988"/>
                  <a:pt x="1838609" y="293336"/>
                  <a:pt x="1726849" y="200203"/>
                </a:cubicBezTo>
                <a:cubicBezTo>
                  <a:pt x="1615089" y="107070"/>
                  <a:pt x="1500551" y="49629"/>
                  <a:pt x="1377282" y="17958"/>
                </a:cubicBezTo>
                <a:cubicBezTo>
                  <a:pt x="1254013" y="-13713"/>
                  <a:pt x="1110424" y="5100"/>
                  <a:pt x="987234" y="10180"/>
                </a:cubicBezTo>
                <a:close/>
              </a:path>
            </a:pathLst>
          </a:custGeom>
          <a:solidFill>
            <a:srgbClr val="C00000">
              <a:alpha val="5000"/>
            </a:srgbClr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A764C15E-6023-5AC1-C676-1F50A452288A}"/>
              </a:ext>
            </a:extLst>
          </p:cNvPr>
          <p:cNvSpPr/>
          <p:nvPr/>
        </p:nvSpPr>
        <p:spPr>
          <a:xfrm>
            <a:off x="8691696" y="3138914"/>
            <a:ext cx="1717472" cy="1908243"/>
          </a:xfrm>
          <a:custGeom>
            <a:avLst/>
            <a:gdLst>
              <a:gd name="connsiteX0" fmla="*/ 1789931 w 2089297"/>
              <a:gd name="connsiteY0" fmla="*/ 57528 h 1779349"/>
              <a:gd name="connsiteX1" fmla="*/ 1351392 w 2089297"/>
              <a:gd name="connsiteY1" fmla="*/ 1544 h 1779349"/>
              <a:gd name="connsiteX2" fmla="*/ 1146118 w 2089297"/>
              <a:gd name="connsiteY2" fmla="*/ 113511 h 1779349"/>
              <a:gd name="connsiteX3" fmla="*/ 1136788 w 2089297"/>
              <a:gd name="connsiteY3" fmla="*/ 234809 h 1779349"/>
              <a:gd name="connsiteX4" fmla="*/ 959506 w 2089297"/>
              <a:gd name="connsiteY4" fmla="*/ 178826 h 1779349"/>
              <a:gd name="connsiteX5" fmla="*/ 698249 w 2089297"/>
              <a:gd name="connsiteY5" fmla="*/ 1544 h 1779349"/>
              <a:gd name="connsiteX6" fmla="*/ 604943 w 2089297"/>
              <a:gd name="connsiteY6" fmla="*/ 104181 h 1779349"/>
              <a:gd name="connsiteX7" fmla="*/ 530298 w 2089297"/>
              <a:gd name="connsiteY7" fmla="*/ 300124 h 1779349"/>
              <a:gd name="connsiteX8" fmla="*/ 418331 w 2089297"/>
              <a:gd name="connsiteY8" fmla="*/ 393430 h 1779349"/>
              <a:gd name="connsiteX9" fmla="*/ 82429 w 2089297"/>
              <a:gd name="connsiteY9" fmla="*/ 1111887 h 1779349"/>
              <a:gd name="connsiteX10" fmla="*/ 17114 w 2089297"/>
              <a:gd name="connsiteY10" fmla="*/ 1401136 h 1779349"/>
              <a:gd name="connsiteX11" fmla="*/ 334355 w 2089297"/>
              <a:gd name="connsiteY11" fmla="*/ 1746369 h 1779349"/>
              <a:gd name="connsiteX12" fmla="*/ 679588 w 2089297"/>
              <a:gd name="connsiteY12" fmla="*/ 1746369 h 1779349"/>
              <a:gd name="connsiteX13" fmla="*/ 1248755 w 2089297"/>
              <a:gd name="connsiteY13" fmla="*/ 1578418 h 1779349"/>
              <a:gd name="connsiteX14" fmla="*/ 1519343 w 2089297"/>
              <a:gd name="connsiteY14" fmla="*/ 1055903 h 1779349"/>
              <a:gd name="connsiteX15" fmla="*/ 1677963 w 2089297"/>
              <a:gd name="connsiteY15" fmla="*/ 822638 h 1779349"/>
              <a:gd name="connsiteX16" fmla="*/ 1976543 w 2089297"/>
              <a:gd name="connsiteY16" fmla="*/ 477405 h 1779349"/>
              <a:gd name="connsiteX17" fmla="*/ 2079180 w 2089297"/>
              <a:gd name="connsiteY17" fmla="*/ 178826 h 1779349"/>
              <a:gd name="connsiteX18" fmla="*/ 1789931 w 2089297"/>
              <a:gd name="connsiteY18" fmla="*/ 57528 h 1779349"/>
              <a:gd name="connsiteX0" fmla="*/ 1789931 w 2089297"/>
              <a:gd name="connsiteY0" fmla="*/ 66373 h 1788194"/>
              <a:gd name="connsiteX1" fmla="*/ 1351392 w 2089297"/>
              <a:gd name="connsiteY1" fmla="*/ 10389 h 1788194"/>
              <a:gd name="connsiteX2" fmla="*/ 1146118 w 2089297"/>
              <a:gd name="connsiteY2" fmla="*/ 122356 h 1788194"/>
              <a:gd name="connsiteX3" fmla="*/ 1136788 w 2089297"/>
              <a:gd name="connsiteY3" fmla="*/ 243654 h 1788194"/>
              <a:gd name="connsiteX4" fmla="*/ 959506 w 2089297"/>
              <a:gd name="connsiteY4" fmla="*/ 187671 h 1788194"/>
              <a:gd name="connsiteX5" fmla="*/ 796674 w 2089297"/>
              <a:gd name="connsiteY5" fmla="*/ 1406 h 1788194"/>
              <a:gd name="connsiteX6" fmla="*/ 604943 w 2089297"/>
              <a:gd name="connsiteY6" fmla="*/ 113026 h 1788194"/>
              <a:gd name="connsiteX7" fmla="*/ 530298 w 2089297"/>
              <a:gd name="connsiteY7" fmla="*/ 308969 h 1788194"/>
              <a:gd name="connsiteX8" fmla="*/ 418331 w 2089297"/>
              <a:gd name="connsiteY8" fmla="*/ 402275 h 1788194"/>
              <a:gd name="connsiteX9" fmla="*/ 82429 w 2089297"/>
              <a:gd name="connsiteY9" fmla="*/ 1120732 h 1788194"/>
              <a:gd name="connsiteX10" fmla="*/ 17114 w 2089297"/>
              <a:gd name="connsiteY10" fmla="*/ 1409981 h 1788194"/>
              <a:gd name="connsiteX11" fmla="*/ 334355 w 2089297"/>
              <a:gd name="connsiteY11" fmla="*/ 1755214 h 1788194"/>
              <a:gd name="connsiteX12" fmla="*/ 679588 w 2089297"/>
              <a:gd name="connsiteY12" fmla="*/ 1755214 h 1788194"/>
              <a:gd name="connsiteX13" fmla="*/ 1248755 w 2089297"/>
              <a:gd name="connsiteY13" fmla="*/ 1587263 h 1788194"/>
              <a:gd name="connsiteX14" fmla="*/ 1519343 w 2089297"/>
              <a:gd name="connsiteY14" fmla="*/ 1064748 h 1788194"/>
              <a:gd name="connsiteX15" fmla="*/ 1677963 w 2089297"/>
              <a:gd name="connsiteY15" fmla="*/ 831483 h 1788194"/>
              <a:gd name="connsiteX16" fmla="*/ 1976543 w 2089297"/>
              <a:gd name="connsiteY16" fmla="*/ 486250 h 1788194"/>
              <a:gd name="connsiteX17" fmla="*/ 2079180 w 2089297"/>
              <a:gd name="connsiteY17" fmla="*/ 187671 h 1788194"/>
              <a:gd name="connsiteX18" fmla="*/ 1789931 w 2089297"/>
              <a:gd name="connsiteY18" fmla="*/ 66373 h 1788194"/>
              <a:gd name="connsiteX0" fmla="*/ 1789931 w 2089297"/>
              <a:gd name="connsiteY0" fmla="*/ 65115 h 1786936"/>
              <a:gd name="connsiteX1" fmla="*/ 1351392 w 2089297"/>
              <a:gd name="connsiteY1" fmla="*/ 9131 h 1786936"/>
              <a:gd name="connsiteX2" fmla="*/ 1146118 w 2089297"/>
              <a:gd name="connsiteY2" fmla="*/ 121098 h 1786936"/>
              <a:gd name="connsiteX3" fmla="*/ 1136788 w 2089297"/>
              <a:gd name="connsiteY3" fmla="*/ 242396 h 1786936"/>
              <a:gd name="connsiteX4" fmla="*/ 959506 w 2089297"/>
              <a:gd name="connsiteY4" fmla="*/ 186413 h 1786936"/>
              <a:gd name="connsiteX5" fmla="*/ 796674 w 2089297"/>
              <a:gd name="connsiteY5" fmla="*/ 148 h 1786936"/>
              <a:gd name="connsiteX6" fmla="*/ 604943 w 2089297"/>
              <a:gd name="connsiteY6" fmla="*/ 111768 h 1786936"/>
              <a:gd name="connsiteX7" fmla="*/ 530298 w 2089297"/>
              <a:gd name="connsiteY7" fmla="*/ 307711 h 1786936"/>
              <a:gd name="connsiteX8" fmla="*/ 418331 w 2089297"/>
              <a:gd name="connsiteY8" fmla="*/ 401017 h 1786936"/>
              <a:gd name="connsiteX9" fmla="*/ 82429 w 2089297"/>
              <a:gd name="connsiteY9" fmla="*/ 1119474 h 1786936"/>
              <a:gd name="connsiteX10" fmla="*/ 17114 w 2089297"/>
              <a:gd name="connsiteY10" fmla="*/ 1408723 h 1786936"/>
              <a:gd name="connsiteX11" fmla="*/ 334355 w 2089297"/>
              <a:gd name="connsiteY11" fmla="*/ 1753956 h 1786936"/>
              <a:gd name="connsiteX12" fmla="*/ 679588 w 2089297"/>
              <a:gd name="connsiteY12" fmla="*/ 1753956 h 1786936"/>
              <a:gd name="connsiteX13" fmla="*/ 1248755 w 2089297"/>
              <a:gd name="connsiteY13" fmla="*/ 1586005 h 1786936"/>
              <a:gd name="connsiteX14" fmla="*/ 1519343 w 2089297"/>
              <a:gd name="connsiteY14" fmla="*/ 1063490 h 1786936"/>
              <a:gd name="connsiteX15" fmla="*/ 1677963 w 2089297"/>
              <a:gd name="connsiteY15" fmla="*/ 830225 h 1786936"/>
              <a:gd name="connsiteX16" fmla="*/ 1976543 w 2089297"/>
              <a:gd name="connsiteY16" fmla="*/ 484992 h 1786936"/>
              <a:gd name="connsiteX17" fmla="*/ 2079180 w 2089297"/>
              <a:gd name="connsiteY17" fmla="*/ 186413 h 1786936"/>
              <a:gd name="connsiteX18" fmla="*/ 1789931 w 2089297"/>
              <a:gd name="connsiteY18" fmla="*/ 65115 h 1786936"/>
              <a:gd name="connsiteX0" fmla="*/ 1789931 w 2089297"/>
              <a:gd name="connsiteY0" fmla="*/ 65091 h 1786912"/>
              <a:gd name="connsiteX1" fmla="*/ 1351392 w 2089297"/>
              <a:gd name="connsiteY1" fmla="*/ 9107 h 1786912"/>
              <a:gd name="connsiteX2" fmla="*/ 1146118 w 2089297"/>
              <a:gd name="connsiteY2" fmla="*/ 121074 h 1786912"/>
              <a:gd name="connsiteX3" fmla="*/ 1041538 w 2089297"/>
              <a:gd name="connsiteY3" fmla="*/ 56723 h 1786912"/>
              <a:gd name="connsiteX4" fmla="*/ 959506 w 2089297"/>
              <a:gd name="connsiteY4" fmla="*/ 186389 h 1786912"/>
              <a:gd name="connsiteX5" fmla="*/ 796674 w 2089297"/>
              <a:gd name="connsiteY5" fmla="*/ 124 h 1786912"/>
              <a:gd name="connsiteX6" fmla="*/ 604943 w 2089297"/>
              <a:gd name="connsiteY6" fmla="*/ 111744 h 1786912"/>
              <a:gd name="connsiteX7" fmla="*/ 530298 w 2089297"/>
              <a:gd name="connsiteY7" fmla="*/ 307687 h 1786912"/>
              <a:gd name="connsiteX8" fmla="*/ 418331 w 2089297"/>
              <a:gd name="connsiteY8" fmla="*/ 400993 h 1786912"/>
              <a:gd name="connsiteX9" fmla="*/ 82429 w 2089297"/>
              <a:gd name="connsiteY9" fmla="*/ 1119450 h 1786912"/>
              <a:gd name="connsiteX10" fmla="*/ 17114 w 2089297"/>
              <a:gd name="connsiteY10" fmla="*/ 1408699 h 1786912"/>
              <a:gd name="connsiteX11" fmla="*/ 334355 w 2089297"/>
              <a:gd name="connsiteY11" fmla="*/ 1753932 h 1786912"/>
              <a:gd name="connsiteX12" fmla="*/ 679588 w 2089297"/>
              <a:gd name="connsiteY12" fmla="*/ 1753932 h 1786912"/>
              <a:gd name="connsiteX13" fmla="*/ 1248755 w 2089297"/>
              <a:gd name="connsiteY13" fmla="*/ 1585981 h 1786912"/>
              <a:gd name="connsiteX14" fmla="*/ 1519343 w 2089297"/>
              <a:gd name="connsiteY14" fmla="*/ 1063466 h 1786912"/>
              <a:gd name="connsiteX15" fmla="*/ 1677963 w 2089297"/>
              <a:gd name="connsiteY15" fmla="*/ 830201 h 1786912"/>
              <a:gd name="connsiteX16" fmla="*/ 1976543 w 2089297"/>
              <a:gd name="connsiteY16" fmla="*/ 484968 h 1786912"/>
              <a:gd name="connsiteX17" fmla="*/ 2079180 w 2089297"/>
              <a:gd name="connsiteY17" fmla="*/ 186389 h 1786912"/>
              <a:gd name="connsiteX18" fmla="*/ 1789931 w 2089297"/>
              <a:gd name="connsiteY18" fmla="*/ 65091 h 1786912"/>
              <a:gd name="connsiteX0" fmla="*/ 1789931 w 2089297"/>
              <a:gd name="connsiteY0" fmla="*/ 65097 h 1786918"/>
              <a:gd name="connsiteX1" fmla="*/ 1351392 w 2089297"/>
              <a:gd name="connsiteY1" fmla="*/ 9113 h 1786918"/>
              <a:gd name="connsiteX2" fmla="*/ 1146118 w 2089297"/>
              <a:gd name="connsiteY2" fmla="*/ 121080 h 1786918"/>
              <a:gd name="connsiteX3" fmla="*/ 959506 w 2089297"/>
              <a:gd name="connsiteY3" fmla="*/ 186395 h 1786918"/>
              <a:gd name="connsiteX4" fmla="*/ 796674 w 2089297"/>
              <a:gd name="connsiteY4" fmla="*/ 130 h 1786918"/>
              <a:gd name="connsiteX5" fmla="*/ 604943 w 2089297"/>
              <a:gd name="connsiteY5" fmla="*/ 111750 h 1786918"/>
              <a:gd name="connsiteX6" fmla="*/ 530298 w 2089297"/>
              <a:gd name="connsiteY6" fmla="*/ 307693 h 1786918"/>
              <a:gd name="connsiteX7" fmla="*/ 418331 w 2089297"/>
              <a:gd name="connsiteY7" fmla="*/ 400999 h 1786918"/>
              <a:gd name="connsiteX8" fmla="*/ 82429 w 2089297"/>
              <a:gd name="connsiteY8" fmla="*/ 1119456 h 1786918"/>
              <a:gd name="connsiteX9" fmla="*/ 17114 w 2089297"/>
              <a:gd name="connsiteY9" fmla="*/ 1408705 h 1786918"/>
              <a:gd name="connsiteX10" fmla="*/ 334355 w 2089297"/>
              <a:gd name="connsiteY10" fmla="*/ 1753938 h 1786918"/>
              <a:gd name="connsiteX11" fmla="*/ 679588 w 2089297"/>
              <a:gd name="connsiteY11" fmla="*/ 1753938 h 1786918"/>
              <a:gd name="connsiteX12" fmla="*/ 1248755 w 2089297"/>
              <a:gd name="connsiteY12" fmla="*/ 1585987 h 1786918"/>
              <a:gd name="connsiteX13" fmla="*/ 1519343 w 2089297"/>
              <a:gd name="connsiteY13" fmla="*/ 1063472 h 1786918"/>
              <a:gd name="connsiteX14" fmla="*/ 1677963 w 2089297"/>
              <a:gd name="connsiteY14" fmla="*/ 830207 h 1786918"/>
              <a:gd name="connsiteX15" fmla="*/ 1976543 w 2089297"/>
              <a:gd name="connsiteY15" fmla="*/ 484974 h 1786918"/>
              <a:gd name="connsiteX16" fmla="*/ 2079180 w 2089297"/>
              <a:gd name="connsiteY16" fmla="*/ 186395 h 1786918"/>
              <a:gd name="connsiteX17" fmla="*/ 1789931 w 2089297"/>
              <a:gd name="connsiteY17" fmla="*/ 65097 h 1786918"/>
              <a:gd name="connsiteX0" fmla="*/ 1789931 w 2089297"/>
              <a:gd name="connsiteY0" fmla="*/ 64996 h 1786817"/>
              <a:gd name="connsiteX1" fmla="*/ 1351392 w 2089297"/>
              <a:gd name="connsiteY1" fmla="*/ 9012 h 1786817"/>
              <a:gd name="connsiteX2" fmla="*/ 1146118 w 2089297"/>
              <a:gd name="connsiteY2" fmla="*/ 120979 h 1786817"/>
              <a:gd name="connsiteX3" fmla="*/ 796674 w 2089297"/>
              <a:gd name="connsiteY3" fmla="*/ 29 h 1786817"/>
              <a:gd name="connsiteX4" fmla="*/ 604943 w 2089297"/>
              <a:gd name="connsiteY4" fmla="*/ 111649 h 1786817"/>
              <a:gd name="connsiteX5" fmla="*/ 530298 w 2089297"/>
              <a:gd name="connsiteY5" fmla="*/ 307592 h 1786817"/>
              <a:gd name="connsiteX6" fmla="*/ 418331 w 2089297"/>
              <a:gd name="connsiteY6" fmla="*/ 400898 h 1786817"/>
              <a:gd name="connsiteX7" fmla="*/ 82429 w 2089297"/>
              <a:gd name="connsiteY7" fmla="*/ 1119355 h 1786817"/>
              <a:gd name="connsiteX8" fmla="*/ 17114 w 2089297"/>
              <a:gd name="connsiteY8" fmla="*/ 1408604 h 1786817"/>
              <a:gd name="connsiteX9" fmla="*/ 334355 w 2089297"/>
              <a:gd name="connsiteY9" fmla="*/ 1753837 h 1786817"/>
              <a:gd name="connsiteX10" fmla="*/ 679588 w 2089297"/>
              <a:gd name="connsiteY10" fmla="*/ 1753837 h 1786817"/>
              <a:gd name="connsiteX11" fmla="*/ 1248755 w 2089297"/>
              <a:gd name="connsiteY11" fmla="*/ 1585886 h 1786817"/>
              <a:gd name="connsiteX12" fmla="*/ 1519343 w 2089297"/>
              <a:gd name="connsiteY12" fmla="*/ 1063371 h 1786817"/>
              <a:gd name="connsiteX13" fmla="*/ 1677963 w 2089297"/>
              <a:gd name="connsiteY13" fmla="*/ 830106 h 1786817"/>
              <a:gd name="connsiteX14" fmla="*/ 1976543 w 2089297"/>
              <a:gd name="connsiteY14" fmla="*/ 484873 h 1786817"/>
              <a:gd name="connsiteX15" fmla="*/ 2079180 w 2089297"/>
              <a:gd name="connsiteY15" fmla="*/ 186294 h 1786817"/>
              <a:gd name="connsiteX16" fmla="*/ 1789931 w 2089297"/>
              <a:gd name="connsiteY16" fmla="*/ 64996 h 1786817"/>
              <a:gd name="connsiteX0" fmla="*/ 1789931 w 2089297"/>
              <a:gd name="connsiteY0" fmla="*/ 64982 h 1786803"/>
              <a:gd name="connsiteX1" fmla="*/ 1351392 w 2089297"/>
              <a:gd name="connsiteY1" fmla="*/ 8998 h 1786803"/>
              <a:gd name="connsiteX2" fmla="*/ 1057218 w 2089297"/>
              <a:gd name="connsiteY2" fmla="*/ 102999 h 1786803"/>
              <a:gd name="connsiteX3" fmla="*/ 796674 w 2089297"/>
              <a:gd name="connsiteY3" fmla="*/ 15 h 1786803"/>
              <a:gd name="connsiteX4" fmla="*/ 604943 w 2089297"/>
              <a:gd name="connsiteY4" fmla="*/ 111635 h 1786803"/>
              <a:gd name="connsiteX5" fmla="*/ 530298 w 2089297"/>
              <a:gd name="connsiteY5" fmla="*/ 307578 h 1786803"/>
              <a:gd name="connsiteX6" fmla="*/ 418331 w 2089297"/>
              <a:gd name="connsiteY6" fmla="*/ 400884 h 1786803"/>
              <a:gd name="connsiteX7" fmla="*/ 82429 w 2089297"/>
              <a:gd name="connsiteY7" fmla="*/ 1119341 h 1786803"/>
              <a:gd name="connsiteX8" fmla="*/ 17114 w 2089297"/>
              <a:gd name="connsiteY8" fmla="*/ 1408590 h 1786803"/>
              <a:gd name="connsiteX9" fmla="*/ 334355 w 2089297"/>
              <a:gd name="connsiteY9" fmla="*/ 1753823 h 1786803"/>
              <a:gd name="connsiteX10" fmla="*/ 679588 w 2089297"/>
              <a:gd name="connsiteY10" fmla="*/ 1753823 h 1786803"/>
              <a:gd name="connsiteX11" fmla="*/ 1248755 w 2089297"/>
              <a:gd name="connsiteY11" fmla="*/ 1585872 h 1786803"/>
              <a:gd name="connsiteX12" fmla="*/ 1519343 w 2089297"/>
              <a:gd name="connsiteY12" fmla="*/ 1063357 h 1786803"/>
              <a:gd name="connsiteX13" fmla="*/ 1677963 w 2089297"/>
              <a:gd name="connsiteY13" fmla="*/ 830092 h 1786803"/>
              <a:gd name="connsiteX14" fmla="*/ 1976543 w 2089297"/>
              <a:gd name="connsiteY14" fmla="*/ 484859 h 1786803"/>
              <a:gd name="connsiteX15" fmla="*/ 2079180 w 2089297"/>
              <a:gd name="connsiteY15" fmla="*/ 186280 h 1786803"/>
              <a:gd name="connsiteX16" fmla="*/ 1789931 w 2089297"/>
              <a:gd name="connsiteY16" fmla="*/ 64982 h 1786803"/>
              <a:gd name="connsiteX0" fmla="*/ 1789931 w 2089297"/>
              <a:gd name="connsiteY0" fmla="*/ 74521 h 1796342"/>
              <a:gd name="connsiteX1" fmla="*/ 1351392 w 2089297"/>
              <a:gd name="connsiteY1" fmla="*/ 571 h 1796342"/>
              <a:gd name="connsiteX2" fmla="*/ 1057218 w 2089297"/>
              <a:gd name="connsiteY2" fmla="*/ 112538 h 1796342"/>
              <a:gd name="connsiteX3" fmla="*/ 796674 w 2089297"/>
              <a:gd name="connsiteY3" fmla="*/ 9554 h 1796342"/>
              <a:gd name="connsiteX4" fmla="*/ 604943 w 2089297"/>
              <a:gd name="connsiteY4" fmla="*/ 121174 h 1796342"/>
              <a:gd name="connsiteX5" fmla="*/ 530298 w 2089297"/>
              <a:gd name="connsiteY5" fmla="*/ 317117 h 1796342"/>
              <a:gd name="connsiteX6" fmla="*/ 418331 w 2089297"/>
              <a:gd name="connsiteY6" fmla="*/ 410423 h 1796342"/>
              <a:gd name="connsiteX7" fmla="*/ 82429 w 2089297"/>
              <a:gd name="connsiteY7" fmla="*/ 1128880 h 1796342"/>
              <a:gd name="connsiteX8" fmla="*/ 17114 w 2089297"/>
              <a:gd name="connsiteY8" fmla="*/ 1418129 h 1796342"/>
              <a:gd name="connsiteX9" fmla="*/ 334355 w 2089297"/>
              <a:gd name="connsiteY9" fmla="*/ 1763362 h 1796342"/>
              <a:gd name="connsiteX10" fmla="*/ 679588 w 2089297"/>
              <a:gd name="connsiteY10" fmla="*/ 1763362 h 1796342"/>
              <a:gd name="connsiteX11" fmla="*/ 1248755 w 2089297"/>
              <a:gd name="connsiteY11" fmla="*/ 1595411 h 1796342"/>
              <a:gd name="connsiteX12" fmla="*/ 1519343 w 2089297"/>
              <a:gd name="connsiteY12" fmla="*/ 1072896 h 1796342"/>
              <a:gd name="connsiteX13" fmla="*/ 1677963 w 2089297"/>
              <a:gd name="connsiteY13" fmla="*/ 839631 h 1796342"/>
              <a:gd name="connsiteX14" fmla="*/ 1976543 w 2089297"/>
              <a:gd name="connsiteY14" fmla="*/ 494398 h 1796342"/>
              <a:gd name="connsiteX15" fmla="*/ 2079180 w 2089297"/>
              <a:gd name="connsiteY15" fmla="*/ 195819 h 1796342"/>
              <a:gd name="connsiteX16" fmla="*/ 1789931 w 2089297"/>
              <a:gd name="connsiteY16" fmla="*/ 74521 h 1796342"/>
              <a:gd name="connsiteX0" fmla="*/ 1793106 w 2086844"/>
              <a:gd name="connsiteY0" fmla="*/ 65956 h 1796760"/>
              <a:gd name="connsiteX1" fmla="*/ 1351392 w 2086844"/>
              <a:gd name="connsiteY1" fmla="*/ 989 h 1796760"/>
              <a:gd name="connsiteX2" fmla="*/ 1057218 w 2086844"/>
              <a:gd name="connsiteY2" fmla="*/ 112956 h 1796760"/>
              <a:gd name="connsiteX3" fmla="*/ 796674 w 2086844"/>
              <a:gd name="connsiteY3" fmla="*/ 9972 h 1796760"/>
              <a:gd name="connsiteX4" fmla="*/ 604943 w 2086844"/>
              <a:gd name="connsiteY4" fmla="*/ 121592 h 1796760"/>
              <a:gd name="connsiteX5" fmla="*/ 530298 w 2086844"/>
              <a:gd name="connsiteY5" fmla="*/ 317535 h 1796760"/>
              <a:gd name="connsiteX6" fmla="*/ 418331 w 2086844"/>
              <a:gd name="connsiteY6" fmla="*/ 410841 h 1796760"/>
              <a:gd name="connsiteX7" fmla="*/ 82429 w 2086844"/>
              <a:gd name="connsiteY7" fmla="*/ 1129298 h 1796760"/>
              <a:gd name="connsiteX8" fmla="*/ 17114 w 2086844"/>
              <a:gd name="connsiteY8" fmla="*/ 1418547 h 1796760"/>
              <a:gd name="connsiteX9" fmla="*/ 334355 w 2086844"/>
              <a:gd name="connsiteY9" fmla="*/ 1763780 h 1796760"/>
              <a:gd name="connsiteX10" fmla="*/ 679588 w 2086844"/>
              <a:gd name="connsiteY10" fmla="*/ 1763780 h 1796760"/>
              <a:gd name="connsiteX11" fmla="*/ 1248755 w 2086844"/>
              <a:gd name="connsiteY11" fmla="*/ 1595829 h 1796760"/>
              <a:gd name="connsiteX12" fmla="*/ 1519343 w 2086844"/>
              <a:gd name="connsiteY12" fmla="*/ 1073314 h 1796760"/>
              <a:gd name="connsiteX13" fmla="*/ 1677963 w 2086844"/>
              <a:gd name="connsiteY13" fmla="*/ 840049 h 1796760"/>
              <a:gd name="connsiteX14" fmla="*/ 1976543 w 2086844"/>
              <a:gd name="connsiteY14" fmla="*/ 494816 h 1796760"/>
              <a:gd name="connsiteX15" fmla="*/ 2079180 w 2086844"/>
              <a:gd name="connsiteY15" fmla="*/ 196237 h 1796760"/>
              <a:gd name="connsiteX16" fmla="*/ 1793106 w 2086844"/>
              <a:gd name="connsiteY16" fmla="*/ 65956 h 1796760"/>
              <a:gd name="connsiteX0" fmla="*/ 1793106 w 1994723"/>
              <a:gd name="connsiteY0" fmla="*/ 66356 h 1797160"/>
              <a:gd name="connsiteX1" fmla="*/ 1351392 w 1994723"/>
              <a:gd name="connsiteY1" fmla="*/ 1389 h 1797160"/>
              <a:gd name="connsiteX2" fmla="*/ 1057218 w 1994723"/>
              <a:gd name="connsiteY2" fmla="*/ 113356 h 1797160"/>
              <a:gd name="connsiteX3" fmla="*/ 796674 w 1994723"/>
              <a:gd name="connsiteY3" fmla="*/ 10372 h 1797160"/>
              <a:gd name="connsiteX4" fmla="*/ 604943 w 1994723"/>
              <a:gd name="connsiteY4" fmla="*/ 121992 h 1797160"/>
              <a:gd name="connsiteX5" fmla="*/ 530298 w 1994723"/>
              <a:gd name="connsiteY5" fmla="*/ 317935 h 1797160"/>
              <a:gd name="connsiteX6" fmla="*/ 418331 w 1994723"/>
              <a:gd name="connsiteY6" fmla="*/ 411241 h 1797160"/>
              <a:gd name="connsiteX7" fmla="*/ 82429 w 1994723"/>
              <a:gd name="connsiteY7" fmla="*/ 1129698 h 1797160"/>
              <a:gd name="connsiteX8" fmla="*/ 17114 w 1994723"/>
              <a:gd name="connsiteY8" fmla="*/ 1418947 h 1797160"/>
              <a:gd name="connsiteX9" fmla="*/ 334355 w 1994723"/>
              <a:gd name="connsiteY9" fmla="*/ 1764180 h 1797160"/>
              <a:gd name="connsiteX10" fmla="*/ 679588 w 1994723"/>
              <a:gd name="connsiteY10" fmla="*/ 1764180 h 1797160"/>
              <a:gd name="connsiteX11" fmla="*/ 1248755 w 1994723"/>
              <a:gd name="connsiteY11" fmla="*/ 1596229 h 1797160"/>
              <a:gd name="connsiteX12" fmla="*/ 1519343 w 1994723"/>
              <a:gd name="connsiteY12" fmla="*/ 1073714 h 1797160"/>
              <a:gd name="connsiteX13" fmla="*/ 1677963 w 1994723"/>
              <a:gd name="connsiteY13" fmla="*/ 840449 h 1797160"/>
              <a:gd name="connsiteX14" fmla="*/ 1976543 w 1994723"/>
              <a:gd name="connsiteY14" fmla="*/ 495216 h 1797160"/>
              <a:gd name="connsiteX15" fmla="*/ 1875980 w 1994723"/>
              <a:gd name="connsiteY15" fmla="*/ 283473 h 1797160"/>
              <a:gd name="connsiteX16" fmla="*/ 1793106 w 1994723"/>
              <a:gd name="connsiteY16" fmla="*/ 66356 h 1797160"/>
              <a:gd name="connsiteX0" fmla="*/ 1793106 w 1978955"/>
              <a:gd name="connsiteY0" fmla="*/ 69948 h 1800752"/>
              <a:gd name="connsiteX1" fmla="*/ 1351392 w 1978955"/>
              <a:gd name="connsiteY1" fmla="*/ 4981 h 1800752"/>
              <a:gd name="connsiteX2" fmla="*/ 1057218 w 1978955"/>
              <a:gd name="connsiteY2" fmla="*/ 116948 h 1800752"/>
              <a:gd name="connsiteX3" fmla="*/ 796674 w 1978955"/>
              <a:gd name="connsiteY3" fmla="*/ 13964 h 1800752"/>
              <a:gd name="connsiteX4" fmla="*/ 604943 w 1978955"/>
              <a:gd name="connsiteY4" fmla="*/ 125584 h 1800752"/>
              <a:gd name="connsiteX5" fmla="*/ 530298 w 1978955"/>
              <a:gd name="connsiteY5" fmla="*/ 321527 h 1800752"/>
              <a:gd name="connsiteX6" fmla="*/ 418331 w 1978955"/>
              <a:gd name="connsiteY6" fmla="*/ 414833 h 1800752"/>
              <a:gd name="connsiteX7" fmla="*/ 82429 w 1978955"/>
              <a:gd name="connsiteY7" fmla="*/ 1133290 h 1800752"/>
              <a:gd name="connsiteX8" fmla="*/ 17114 w 1978955"/>
              <a:gd name="connsiteY8" fmla="*/ 1422539 h 1800752"/>
              <a:gd name="connsiteX9" fmla="*/ 334355 w 1978955"/>
              <a:gd name="connsiteY9" fmla="*/ 1767772 h 1800752"/>
              <a:gd name="connsiteX10" fmla="*/ 679588 w 1978955"/>
              <a:gd name="connsiteY10" fmla="*/ 1767772 h 1800752"/>
              <a:gd name="connsiteX11" fmla="*/ 1248755 w 1978955"/>
              <a:gd name="connsiteY11" fmla="*/ 1599821 h 1800752"/>
              <a:gd name="connsiteX12" fmla="*/ 1519343 w 1978955"/>
              <a:gd name="connsiteY12" fmla="*/ 1077306 h 1800752"/>
              <a:gd name="connsiteX13" fmla="*/ 1677963 w 1978955"/>
              <a:gd name="connsiteY13" fmla="*/ 844041 h 1800752"/>
              <a:gd name="connsiteX14" fmla="*/ 1976543 w 1978955"/>
              <a:gd name="connsiteY14" fmla="*/ 498808 h 1800752"/>
              <a:gd name="connsiteX15" fmla="*/ 1793106 w 1978955"/>
              <a:gd name="connsiteY15" fmla="*/ 69948 h 1800752"/>
              <a:gd name="connsiteX0" fmla="*/ 1793106 w 1882523"/>
              <a:gd name="connsiteY0" fmla="*/ 68650 h 1799454"/>
              <a:gd name="connsiteX1" fmla="*/ 1351392 w 1882523"/>
              <a:gd name="connsiteY1" fmla="*/ 3683 h 1799454"/>
              <a:gd name="connsiteX2" fmla="*/ 1057218 w 1882523"/>
              <a:gd name="connsiteY2" fmla="*/ 115650 h 1799454"/>
              <a:gd name="connsiteX3" fmla="*/ 796674 w 1882523"/>
              <a:gd name="connsiteY3" fmla="*/ 12666 h 1799454"/>
              <a:gd name="connsiteX4" fmla="*/ 604943 w 1882523"/>
              <a:gd name="connsiteY4" fmla="*/ 124286 h 1799454"/>
              <a:gd name="connsiteX5" fmla="*/ 530298 w 1882523"/>
              <a:gd name="connsiteY5" fmla="*/ 320229 h 1799454"/>
              <a:gd name="connsiteX6" fmla="*/ 418331 w 1882523"/>
              <a:gd name="connsiteY6" fmla="*/ 413535 h 1799454"/>
              <a:gd name="connsiteX7" fmla="*/ 82429 w 1882523"/>
              <a:gd name="connsiteY7" fmla="*/ 1131992 h 1799454"/>
              <a:gd name="connsiteX8" fmla="*/ 17114 w 1882523"/>
              <a:gd name="connsiteY8" fmla="*/ 1421241 h 1799454"/>
              <a:gd name="connsiteX9" fmla="*/ 334355 w 1882523"/>
              <a:gd name="connsiteY9" fmla="*/ 1766474 h 1799454"/>
              <a:gd name="connsiteX10" fmla="*/ 679588 w 1882523"/>
              <a:gd name="connsiteY10" fmla="*/ 1766474 h 1799454"/>
              <a:gd name="connsiteX11" fmla="*/ 1248755 w 1882523"/>
              <a:gd name="connsiteY11" fmla="*/ 1598523 h 1799454"/>
              <a:gd name="connsiteX12" fmla="*/ 1519343 w 1882523"/>
              <a:gd name="connsiteY12" fmla="*/ 1076008 h 1799454"/>
              <a:gd name="connsiteX13" fmla="*/ 1677963 w 1882523"/>
              <a:gd name="connsiteY13" fmla="*/ 842743 h 1799454"/>
              <a:gd name="connsiteX14" fmla="*/ 1874943 w 1882523"/>
              <a:gd name="connsiteY14" fmla="*/ 452595 h 1799454"/>
              <a:gd name="connsiteX15" fmla="*/ 1793106 w 1882523"/>
              <a:gd name="connsiteY15" fmla="*/ 68650 h 1799454"/>
              <a:gd name="connsiteX0" fmla="*/ 1793106 w 1882523"/>
              <a:gd name="connsiteY0" fmla="*/ 68650 h 1799454"/>
              <a:gd name="connsiteX1" fmla="*/ 1351392 w 1882523"/>
              <a:gd name="connsiteY1" fmla="*/ 3683 h 1799454"/>
              <a:gd name="connsiteX2" fmla="*/ 1057218 w 1882523"/>
              <a:gd name="connsiteY2" fmla="*/ 115650 h 1799454"/>
              <a:gd name="connsiteX3" fmla="*/ 796674 w 1882523"/>
              <a:gd name="connsiteY3" fmla="*/ 12666 h 1799454"/>
              <a:gd name="connsiteX4" fmla="*/ 604943 w 1882523"/>
              <a:gd name="connsiteY4" fmla="*/ 124286 h 1799454"/>
              <a:gd name="connsiteX5" fmla="*/ 530298 w 1882523"/>
              <a:gd name="connsiteY5" fmla="*/ 320229 h 1799454"/>
              <a:gd name="connsiteX6" fmla="*/ 418331 w 1882523"/>
              <a:gd name="connsiteY6" fmla="*/ 413535 h 1799454"/>
              <a:gd name="connsiteX7" fmla="*/ 82429 w 1882523"/>
              <a:gd name="connsiteY7" fmla="*/ 1131992 h 1799454"/>
              <a:gd name="connsiteX8" fmla="*/ 17114 w 1882523"/>
              <a:gd name="connsiteY8" fmla="*/ 1421241 h 1799454"/>
              <a:gd name="connsiteX9" fmla="*/ 334355 w 1882523"/>
              <a:gd name="connsiteY9" fmla="*/ 1766474 h 1799454"/>
              <a:gd name="connsiteX10" fmla="*/ 679588 w 1882523"/>
              <a:gd name="connsiteY10" fmla="*/ 1766474 h 1799454"/>
              <a:gd name="connsiteX11" fmla="*/ 1248755 w 1882523"/>
              <a:gd name="connsiteY11" fmla="*/ 1598523 h 1799454"/>
              <a:gd name="connsiteX12" fmla="*/ 1519343 w 1882523"/>
              <a:gd name="connsiteY12" fmla="*/ 1076008 h 1799454"/>
              <a:gd name="connsiteX13" fmla="*/ 1677963 w 1882523"/>
              <a:gd name="connsiteY13" fmla="*/ 842743 h 1799454"/>
              <a:gd name="connsiteX14" fmla="*/ 1874943 w 1882523"/>
              <a:gd name="connsiteY14" fmla="*/ 452595 h 1799454"/>
              <a:gd name="connsiteX15" fmla="*/ 1793106 w 1882523"/>
              <a:gd name="connsiteY15" fmla="*/ 68650 h 1799454"/>
              <a:gd name="connsiteX0" fmla="*/ 1793106 w 1864394"/>
              <a:gd name="connsiteY0" fmla="*/ 67106 h 1797910"/>
              <a:gd name="connsiteX1" fmla="*/ 1351392 w 1864394"/>
              <a:gd name="connsiteY1" fmla="*/ 2139 h 1797910"/>
              <a:gd name="connsiteX2" fmla="*/ 1057218 w 1864394"/>
              <a:gd name="connsiteY2" fmla="*/ 114106 h 1797910"/>
              <a:gd name="connsiteX3" fmla="*/ 796674 w 1864394"/>
              <a:gd name="connsiteY3" fmla="*/ 11122 h 1797910"/>
              <a:gd name="connsiteX4" fmla="*/ 604943 w 1864394"/>
              <a:gd name="connsiteY4" fmla="*/ 122742 h 1797910"/>
              <a:gd name="connsiteX5" fmla="*/ 530298 w 1864394"/>
              <a:gd name="connsiteY5" fmla="*/ 318685 h 1797910"/>
              <a:gd name="connsiteX6" fmla="*/ 418331 w 1864394"/>
              <a:gd name="connsiteY6" fmla="*/ 411991 h 1797910"/>
              <a:gd name="connsiteX7" fmla="*/ 82429 w 1864394"/>
              <a:gd name="connsiteY7" fmla="*/ 1130448 h 1797910"/>
              <a:gd name="connsiteX8" fmla="*/ 17114 w 1864394"/>
              <a:gd name="connsiteY8" fmla="*/ 1419697 h 1797910"/>
              <a:gd name="connsiteX9" fmla="*/ 334355 w 1864394"/>
              <a:gd name="connsiteY9" fmla="*/ 1764930 h 1797910"/>
              <a:gd name="connsiteX10" fmla="*/ 679588 w 1864394"/>
              <a:gd name="connsiteY10" fmla="*/ 1764930 h 1797910"/>
              <a:gd name="connsiteX11" fmla="*/ 1248755 w 1864394"/>
              <a:gd name="connsiteY11" fmla="*/ 1596979 h 1797910"/>
              <a:gd name="connsiteX12" fmla="*/ 1519343 w 1864394"/>
              <a:gd name="connsiteY12" fmla="*/ 1074464 h 1797910"/>
              <a:gd name="connsiteX13" fmla="*/ 1677963 w 1864394"/>
              <a:gd name="connsiteY13" fmla="*/ 841199 h 1797910"/>
              <a:gd name="connsiteX14" fmla="*/ 1852718 w 1864394"/>
              <a:gd name="connsiteY14" fmla="*/ 367209 h 1797910"/>
              <a:gd name="connsiteX15" fmla="*/ 1793106 w 1864394"/>
              <a:gd name="connsiteY15" fmla="*/ 67106 h 1797910"/>
              <a:gd name="connsiteX0" fmla="*/ 1793106 w 1864394"/>
              <a:gd name="connsiteY0" fmla="*/ 67106 h 1797910"/>
              <a:gd name="connsiteX1" fmla="*/ 1351392 w 1864394"/>
              <a:gd name="connsiteY1" fmla="*/ 2139 h 1797910"/>
              <a:gd name="connsiteX2" fmla="*/ 1057218 w 1864394"/>
              <a:gd name="connsiteY2" fmla="*/ 114106 h 1797910"/>
              <a:gd name="connsiteX3" fmla="*/ 796674 w 1864394"/>
              <a:gd name="connsiteY3" fmla="*/ 11122 h 1797910"/>
              <a:gd name="connsiteX4" fmla="*/ 633518 w 1864394"/>
              <a:gd name="connsiteY4" fmla="*/ 149691 h 1797910"/>
              <a:gd name="connsiteX5" fmla="*/ 530298 w 1864394"/>
              <a:gd name="connsiteY5" fmla="*/ 318685 h 1797910"/>
              <a:gd name="connsiteX6" fmla="*/ 418331 w 1864394"/>
              <a:gd name="connsiteY6" fmla="*/ 411991 h 1797910"/>
              <a:gd name="connsiteX7" fmla="*/ 82429 w 1864394"/>
              <a:gd name="connsiteY7" fmla="*/ 1130448 h 1797910"/>
              <a:gd name="connsiteX8" fmla="*/ 17114 w 1864394"/>
              <a:gd name="connsiteY8" fmla="*/ 1419697 h 1797910"/>
              <a:gd name="connsiteX9" fmla="*/ 334355 w 1864394"/>
              <a:gd name="connsiteY9" fmla="*/ 1764930 h 1797910"/>
              <a:gd name="connsiteX10" fmla="*/ 679588 w 1864394"/>
              <a:gd name="connsiteY10" fmla="*/ 1764930 h 1797910"/>
              <a:gd name="connsiteX11" fmla="*/ 1248755 w 1864394"/>
              <a:gd name="connsiteY11" fmla="*/ 1596979 h 1797910"/>
              <a:gd name="connsiteX12" fmla="*/ 1519343 w 1864394"/>
              <a:gd name="connsiteY12" fmla="*/ 1074464 h 1797910"/>
              <a:gd name="connsiteX13" fmla="*/ 1677963 w 1864394"/>
              <a:gd name="connsiteY13" fmla="*/ 841199 h 1797910"/>
              <a:gd name="connsiteX14" fmla="*/ 1852718 w 1864394"/>
              <a:gd name="connsiteY14" fmla="*/ 367209 h 1797910"/>
              <a:gd name="connsiteX15" fmla="*/ 1793106 w 1864394"/>
              <a:gd name="connsiteY15" fmla="*/ 67106 h 1797910"/>
              <a:gd name="connsiteX0" fmla="*/ 1793106 w 1864394"/>
              <a:gd name="connsiteY0" fmla="*/ 67106 h 1797910"/>
              <a:gd name="connsiteX1" fmla="*/ 1351392 w 1864394"/>
              <a:gd name="connsiteY1" fmla="*/ 2139 h 1797910"/>
              <a:gd name="connsiteX2" fmla="*/ 1057218 w 1864394"/>
              <a:gd name="connsiteY2" fmla="*/ 114106 h 1797910"/>
              <a:gd name="connsiteX3" fmla="*/ 796674 w 1864394"/>
              <a:gd name="connsiteY3" fmla="*/ 11122 h 1797910"/>
              <a:gd name="connsiteX4" fmla="*/ 633518 w 1864394"/>
              <a:gd name="connsiteY4" fmla="*/ 149691 h 1797910"/>
              <a:gd name="connsiteX5" fmla="*/ 568398 w 1864394"/>
              <a:gd name="connsiteY5" fmla="*/ 387555 h 1797910"/>
              <a:gd name="connsiteX6" fmla="*/ 418331 w 1864394"/>
              <a:gd name="connsiteY6" fmla="*/ 411991 h 1797910"/>
              <a:gd name="connsiteX7" fmla="*/ 82429 w 1864394"/>
              <a:gd name="connsiteY7" fmla="*/ 1130448 h 1797910"/>
              <a:gd name="connsiteX8" fmla="*/ 17114 w 1864394"/>
              <a:gd name="connsiteY8" fmla="*/ 1419697 h 1797910"/>
              <a:gd name="connsiteX9" fmla="*/ 334355 w 1864394"/>
              <a:gd name="connsiteY9" fmla="*/ 1764930 h 1797910"/>
              <a:gd name="connsiteX10" fmla="*/ 679588 w 1864394"/>
              <a:gd name="connsiteY10" fmla="*/ 1764930 h 1797910"/>
              <a:gd name="connsiteX11" fmla="*/ 1248755 w 1864394"/>
              <a:gd name="connsiteY11" fmla="*/ 1596979 h 1797910"/>
              <a:gd name="connsiteX12" fmla="*/ 1519343 w 1864394"/>
              <a:gd name="connsiteY12" fmla="*/ 1074464 h 1797910"/>
              <a:gd name="connsiteX13" fmla="*/ 1677963 w 1864394"/>
              <a:gd name="connsiteY13" fmla="*/ 841199 h 1797910"/>
              <a:gd name="connsiteX14" fmla="*/ 1852718 w 1864394"/>
              <a:gd name="connsiteY14" fmla="*/ 367209 h 1797910"/>
              <a:gd name="connsiteX15" fmla="*/ 1793106 w 1864394"/>
              <a:gd name="connsiteY15" fmla="*/ 67106 h 1797910"/>
              <a:gd name="connsiteX0" fmla="*/ 1793106 w 1864394"/>
              <a:gd name="connsiteY0" fmla="*/ 67106 h 1797910"/>
              <a:gd name="connsiteX1" fmla="*/ 1351392 w 1864394"/>
              <a:gd name="connsiteY1" fmla="*/ 2139 h 1797910"/>
              <a:gd name="connsiteX2" fmla="*/ 1057218 w 1864394"/>
              <a:gd name="connsiteY2" fmla="*/ 114106 h 1797910"/>
              <a:gd name="connsiteX3" fmla="*/ 815724 w 1864394"/>
              <a:gd name="connsiteY3" fmla="*/ 38071 h 1797910"/>
              <a:gd name="connsiteX4" fmla="*/ 633518 w 1864394"/>
              <a:gd name="connsiteY4" fmla="*/ 149691 h 1797910"/>
              <a:gd name="connsiteX5" fmla="*/ 568398 w 1864394"/>
              <a:gd name="connsiteY5" fmla="*/ 387555 h 1797910"/>
              <a:gd name="connsiteX6" fmla="*/ 418331 w 1864394"/>
              <a:gd name="connsiteY6" fmla="*/ 411991 h 1797910"/>
              <a:gd name="connsiteX7" fmla="*/ 82429 w 1864394"/>
              <a:gd name="connsiteY7" fmla="*/ 1130448 h 1797910"/>
              <a:gd name="connsiteX8" fmla="*/ 17114 w 1864394"/>
              <a:gd name="connsiteY8" fmla="*/ 1419697 h 1797910"/>
              <a:gd name="connsiteX9" fmla="*/ 334355 w 1864394"/>
              <a:gd name="connsiteY9" fmla="*/ 1764930 h 1797910"/>
              <a:gd name="connsiteX10" fmla="*/ 679588 w 1864394"/>
              <a:gd name="connsiteY10" fmla="*/ 1764930 h 1797910"/>
              <a:gd name="connsiteX11" fmla="*/ 1248755 w 1864394"/>
              <a:gd name="connsiteY11" fmla="*/ 1596979 h 1797910"/>
              <a:gd name="connsiteX12" fmla="*/ 1519343 w 1864394"/>
              <a:gd name="connsiteY12" fmla="*/ 1074464 h 1797910"/>
              <a:gd name="connsiteX13" fmla="*/ 1677963 w 1864394"/>
              <a:gd name="connsiteY13" fmla="*/ 841199 h 1797910"/>
              <a:gd name="connsiteX14" fmla="*/ 1852718 w 1864394"/>
              <a:gd name="connsiteY14" fmla="*/ 367209 h 1797910"/>
              <a:gd name="connsiteX15" fmla="*/ 1793106 w 1864394"/>
              <a:gd name="connsiteY15" fmla="*/ 67106 h 1797910"/>
              <a:gd name="connsiteX0" fmla="*/ 1793106 w 1864394"/>
              <a:gd name="connsiteY0" fmla="*/ 65631 h 1796435"/>
              <a:gd name="connsiteX1" fmla="*/ 1351392 w 1864394"/>
              <a:gd name="connsiteY1" fmla="*/ 664 h 1796435"/>
              <a:gd name="connsiteX2" fmla="*/ 1120718 w 1864394"/>
              <a:gd name="connsiteY2" fmla="*/ 85682 h 1796435"/>
              <a:gd name="connsiteX3" fmla="*/ 815724 w 1864394"/>
              <a:gd name="connsiteY3" fmla="*/ 36596 h 1796435"/>
              <a:gd name="connsiteX4" fmla="*/ 633518 w 1864394"/>
              <a:gd name="connsiteY4" fmla="*/ 148216 h 1796435"/>
              <a:gd name="connsiteX5" fmla="*/ 568398 w 1864394"/>
              <a:gd name="connsiteY5" fmla="*/ 386080 h 1796435"/>
              <a:gd name="connsiteX6" fmla="*/ 418331 w 1864394"/>
              <a:gd name="connsiteY6" fmla="*/ 410516 h 1796435"/>
              <a:gd name="connsiteX7" fmla="*/ 82429 w 1864394"/>
              <a:gd name="connsiteY7" fmla="*/ 1128973 h 1796435"/>
              <a:gd name="connsiteX8" fmla="*/ 17114 w 1864394"/>
              <a:gd name="connsiteY8" fmla="*/ 1418222 h 1796435"/>
              <a:gd name="connsiteX9" fmla="*/ 334355 w 1864394"/>
              <a:gd name="connsiteY9" fmla="*/ 1763455 h 1796435"/>
              <a:gd name="connsiteX10" fmla="*/ 679588 w 1864394"/>
              <a:gd name="connsiteY10" fmla="*/ 1763455 h 1796435"/>
              <a:gd name="connsiteX11" fmla="*/ 1248755 w 1864394"/>
              <a:gd name="connsiteY11" fmla="*/ 1595504 h 1796435"/>
              <a:gd name="connsiteX12" fmla="*/ 1519343 w 1864394"/>
              <a:gd name="connsiteY12" fmla="*/ 1072989 h 1796435"/>
              <a:gd name="connsiteX13" fmla="*/ 1677963 w 1864394"/>
              <a:gd name="connsiteY13" fmla="*/ 839724 h 1796435"/>
              <a:gd name="connsiteX14" fmla="*/ 1852718 w 1864394"/>
              <a:gd name="connsiteY14" fmla="*/ 365734 h 1796435"/>
              <a:gd name="connsiteX15" fmla="*/ 1793106 w 1864394"/>
              <a:gd name="connsiteY15" fmla="*/ 65631 h 1796435"/>
              <a:gd name="connsiteX0" fmla="*/ 1792575 w 1863863"/>
              <a:gd name="connsiteY0" fmla="*/ 65631 h 1796435"/>
              <a:gd name="connsiteX1" fmla="*/ 1350861 w 1863863"/>
              <a:gd name="connsiteY1" fmla="*/ 664 h 1796435"/>
              <a:gd name="connsiteX2" fmla="*/ 1120187 w 1863863"/>
              <a:gd name="connsiteY2" fmla="*/ 85682 h 1796435"/>
              <a:gd name="connsiteX3" fmla="*/ 815193 w 1863863"/>
              <a:gd name="connsiteY3" fmla="*/ 36596 h 1796435"/>
              <a:gd name="connsiteX4" fmla="*/ 632987 w 1863863"/>
              <a:gd name="connsiteY4" fmla="*/ 148216 h 1796435"/>
              <a:gd name="connsiteX5" fmla="*/ 567867 w 1863863"/>
              <a:gd name="connsiteY5" fmla="*/ 386080 h 1796435"/>
              <a:gd name="connsiteX6" fmla="*/ 398750 w 1863863"/>
              <a:gd name="connsiteY6" fmla="*/ 527296 h 1796435"/>
              <a:gd name="connsiteX7" fmla="*/ 81898 w 1863863"/>
              <a:gd name="connsiteY7" fmla="*/ 1128973 h 1796435"/>
              <a:gd name="connsiteX8" fmla="*/ 16583 w 1863863"/>
              <a:gd name="connsiteY8" fmla="*/ 1418222 h 1796435"/>
              <a:gd name="connsiteX9" fmla="*/ 333824 w 1863863"/>
              <a:gd name="connsiteY9" fmla="*/ 1763455 h 1796435"/>
              <a:gd name="connsiteX10" fmla="*/ 679057 w 1863863"/>
              <a:gd name="connsiteY10" fmla="*/ 1763455 h 1796435"/>
              <a:gd name="connsiteX11" fmla="*/ 1248224 w 1863863"/>
              <a:gd name="connsiteY11" fmla="*/ 1595504 h 1796435"/>
              <a:gd name="connsiteX12" fmla="*/ 1518812 w 1863863"/>
              <a:gd name="connsiteY12" fmla="*/ 1072989 h 1796435"/>
              <a:gd name="connsiteX13" fmla="*/ 1677432 w 1863863"/>
              <a:gd name="connsiteY13" fmla="*/ 839724 h 1796435"/>
              <a:gd name="connsiteX14" fmla="*/ 1852187 w 1863863"/>
              <a:gd name="connsiteY14" fmla="*/ 365734 h 1796435"/>
              <a:gd name="connsiteX15" fmla="*/ 1792575 w 1863863"/>
              <a:gd name="connsiteY15" fmla="*/ 65631 h 1796435"/>
              <a:gd name="connsiteX0" fmla="*/ 1776002 w 1847290"/>
              <a:gd name="connsiteY0" fmla="*/ 65631 h 1796435"/>
              <a:gd name="connsiteX1" fmla="*/ 1334288 w 1847290"/>
              <a:gd name="connsiteY1" fmla="*/ 664 h 1796435"/>
              <a:gd name="connsiteX2" fmla="*/ 1103614 w 1847290"/>
              <a:gd name="connsiteY2" fmla="*/ 85682 h 1796435"/>
              <a:gd name="connsiteX3" fmla="*/ 798620 w 1847290"/>
              <a:gd name="connsiteY3" fmla="*/ 36596 h 1796435"/>
              <a:gd name="connsiteX4" fmla="*/ 616414 w 1847290"/>
              <a:gd name="connsiteY4" fmla="*/ 148216 h 1796435"/>
              <a:gd name="connsiteX5" fmla="*/ 551294 w 1847290"/>
              <a:gd name="connsiteY5" fmla="*/ 386080 h 1796435"/>
              <a:gd name="connsiteX6" fmla="*/ 382177 w 1847290"/>
              <a:gd name="connsiteY6" fmla="*/ 527296 h 1796435"/>
              <a:gd name="connsiteX7" fmla="*/ 306625 w 1847290"/>
              <a:gd name="connsiteY7" fmla="*/ 916374 h 1796435"/>
              <a:gd name="connsiteX8" fmla="*/ 10 w 1847290"/>
              <a:gd name="connsiteY8" fmla="*/ 1418222 h 1796435"/>
              <a:gd name="connsiteX9" fmla="*/ 317251 w 1847290"/>
              <a:gd name="connsiteY9" fmla="*/ 1763455 h 1796435"/>
              <a:gd name="connsiteX10" fmla="*/ 662484 w 1847290"/>
              <a:gd name="connsiteY10" fmla="*/ 1763455 h 1796435"/>
              <a:gd name="connsiteX11" fmla="*/ 1231651 w 1847290"/>
              <a:gd name="connsiteY11" fmla="*/ 1595504 h 1796435"/>
              <a:gd name="connsiteX12" fmla="*/ 1502239 w 1847290"/>
              <a:gd name="connsiteY12" fmla="*/ 1072989 h 1796435"/>
              <a:gd name="connsiteX13" fmla="*/ 1660859 w 1847290"/>
              <a:gd name="connsiteY13" fmla="*/ 839724 h 1796435"/>
              <a:gd name="connsiteX14" fmla="*/ 1835614 w 1847290"/>
              <a:gd name="connsiteY14" fmla="*/ 365734 h 1796435"/>
              <a:gd name="connsiteX15" fmla="*/ 1776002 w 1847290"/>
              <a:gd name="connsiteY15" fmla="*/ 65631 h 1796435"/>
              <a:gd name="connsiteX0" fmla="*/ 1645835 w 1717123"/>
              <a:gd name="connsiteY0" fmla="*/ 65631 h 1799197"/>
              <a:gd name="connsiteX1" fmla="*/ 1204121 w 1717123"/>
              <a:gd name="connsiteY1" fmla="*/ 664 h 1799197"/>
              <a:gd name="connsiteX2" fmla="*/ 973447 w 1717123"/>
              <a:gd name="connsiteY2" fmla="*/ 85682 h 1799197"/>
              <a:gd name="connsiteX3" fmla="*/ 668453 w 1717123"/>
              <a:gd name="connsiteY3" fmla="*/ 36596 h 1799197"/>
              <a:gd name="connsiteX4" fmla="*/ 486247 w 1717123"/>
              <a:gd name="connsiteY4" fmla="*/ 148216 h 1799197"/>
              <a:gd name="connsiteX5" fmla="*/ 421127 w 1717123"/>
              <a:gd name="connsiteY5" fmla="*/ 386080 h 1799197"/>
              <a:gd name="connsiteX6" fmla="*/ 252010 w 1717123"/>
              <a:gd name="connsiteY6" fmla="*/ 527296 h 1799197"/>
              <a:gd name="connsiteX7" fmla="*/ 176458 w 1717123"/>
              <a:gd name="connsiteY7" fmla="*/ 916374 h 1799197"/>
              <a:gd name="connsiteX8" fmla="*/ 18 w 1717123"/>
              <a:gd name="connsiteY8" fmla="*/ 1379296 h 1799197"/>
              <a:gd name="connsiteX9" fmla="*/ 187084 w 1717123"/>
              <a:gd name="connsiteY9" fmla="*/ 1763455 h 1799197"/>
              <a:gd name="connsiteX10" fmla="*/ 532317 w 1717123"/>
              <a:gd name="connsiteY10" fmla="*/ 1763455 h 1799197"/>
              <a:gd name="connsiteX11" fmla="*/ 1101484 w 1717123"/>
              <a:gd name="connsiteY11" fmla="*/ 1595504 h 1799197"/>
              <a:gd name="connsiteX12" fmla="*/ 1372072 w 1717123"/>
              <a:gd name="connsiteY12" fmla="*/ 1072989 h 1799197"/>
              <a:gd name="connsiteX13" fmla="*/ 1530692 w 1717123"/>
              <a:gd name="connsiteY13" fmla="*/ 839724 h 1799197"/>
              <a:gd name="connsiteX14" fmla="*/ 1705447 w 1717123"/>
              <a:gd name="connsiteY14" fmla="*/ 365734 h 1799197"/>
              <a:gd name="connsiteX15" fmla="*/ 1645835 w 1717123"/>
              <a:gd name="connsiteY15" fmla="*/ 65631 h 1799197"/>
              <a:gd name="connsiteX0" fmla="*/ 1647728 w 1719016"/>
              <a:gd name="connsiteY0" fmla="*/ 65631 h 1799197"/>
              <a:gd name="connsiteX1" fmla="*/ 1206014 w 1719016"/>
              <a:gd name="connsiteY1" fmla="*/ 664 h 1799197"/>
              <a:gd name="connsiteX2" fmla="*/ 975340 w 1719016"/>
              <a:gd name="connsiteY2" fmla="*/ 85682 h 1799197"/>
              <a:gd name="connsiteX3" fmla="*/ 670346 w 1719016"/>
              <a:gd name="connsiteY3" fmla="*/ 36596 h 1799197"/>
              <a:gd name="connsiteX4" fmla="*/ 488140 w 1719016"/>
              <a:gd name="connsiteY4" fmla="*/ 148216 h 1799197"/>
              <a:gd name="connsiteX5" fmla="*/ 423020 w 1719016"/>
              <a:gd name="connsiteY5" fmla="*/ 386080 h 1799197"/>
              <a:gd name="connsiteX6" fmla="*/ 253903 w 1719016"/>
              <a:gd name="connsiteY6" fmla="*/ 527296 h 1799197"/>
              <a:gd name="connsiteX7" fmla="*/ 178351 w 1719016"/>
              <a:gd name="connsiteY7" fmla="*/ 916374 h 1799197"/>
              <a:gd name="connsiteX8" fmla="*/ 1911 w 1719016"/>
              <a:gd name="connsiteY8" fmla="*/ 1379296 h 1799197"/>
              <a:gd name="connsiteX9" fmla="*/ 188977 w 1719016"/>
              <a:gd name="connsiteY9" fmla="*/ 1763455 h 1799197"/>
              <a:gd name="connsiteX10" fmla="*/ 534210 w 1719016"/>
              <a:gd name="connsiteY10" fmla="*/ 1763455 h 1799197"/>
              <a:gd name="connsiteX11" fmla="*/ 1103377 w 1719016"/>
              <a:gd name="connsiteY11" fmla="*/ 1595504 h 1799197"/>
              <a:gd name="connsiteX12" fmla="*/ 1373965 w 1719016"/>
              <a:gd name="connsiteY12" fmla="*/ 1072989 h 1799197"/>
              <a:gd name="connsiteX13" fmla="*/ 1532585 w 1719016"/>
              <a:gd name="connsiteY13" fmla="*/ 839724 h 1799197"/>
              <a:gd name="connsiteX14" fmla="*/ 1707340 w 1719016"/>
              <a:gd name="connsiteY14" fmla="*/ 365734 h 1799197"/>
              <a:gd name="connsiteX15" fmla="*/ 1647728 w 1719016"/>
              <a:gd name="connsiteY15" fmla="*/ 65631 h 1799197"/>
              <a:gd name="connsiteX0" fmla="*/ 1645846 w 1717134"/>
              <a:gd name="connsiteY0" fmla="*/ 65631 h 1776305"/>
              <a:gd name="connsiteX1" fmla="*/ 1204132 w 1717134"/>
              <a:gd name="connsiteY1" fmla="*/ 664 h 1776305"/>
              <a:gd name="connsiteX2" fmla="*/ 973458 w 1717134"/>
              <a:gd name="connsiteY2" fmla="*/ 85682 h 1776305"/>
              <a:gd name="connsiteX3" fmla="*/ 668464 w 1717134"/>
              <a:gd name="connsiteY3" fmla="*/ 36596 h 1776305"/>
              <a:gd name="connsiteX4" fmla="*/ 486258 w 1717134"/>
              <a:gd name="connsiteY4" fmla="*/ 148216 h 1776305"/>
              <a:gd name="connsiteX5" fmla="*/ 421138 w 1717134"/>
              <a:gd name="connsiteY5" fmla="*/ 386080 h 1776305"/>
              <a:gd name="connsiteX6" fmla="*/ 252021 w 1717134"/>
              <a:gd name="connsiteY6" fmla="*/ 527296 h 1776305"/>
              <a:gd name="connsiteX7" fmla="*/ 176469 w 1717134"/>
              <a:gd name="connsiteY7" fmla="*/ 916374 h 1776305"/>
              <a:gd name="connsiteX8" fmla="*/ 29 w 1717134"/>
              <a:gd name="connsiteY8" fmla="*/ 1379296 h 1776305"/>
              <a:gd name="connsiteX9" fmla="*/ 190270 w 1717134"/>
              <a:gd name="connsiteY9" fmla="*/ 1721534 h 1776305"/>
              <a:gd name="connsiteX10" fmla="*/ 532328 w 1717134"/>
              <a:gd name="connsiteY10" fmla="*/ 1763455 h 1776305"/>
              <a:gd name="connsiteX11" fmla="*/ 1101495 w 1717134"/>
              <a:gd name="connsiteY11" fmla="*/ 1595504 h 1776305"/>
              <a:gd name="connsiteX12" fmla="*/ 1372083 w 1717134"/>
              <a:gd name="connsiteY12" fmla="*/ 1072989 h 1776305"/>
              <a:gd name="connsiteX13" fmla="*/ 1530703 w 1717134"/>
              <a:gd name="connsiteY13" fmla="*/ 839724 h 1776305"/>
              <a:gd name="connsiteX14" fmla="*/ 1705458 w 1717134"/>
              <a:gd name="connsiteY14" fmla="*/ 365734 h 1776305"/>
              <a:gd name="connsiteX15" fmla="*/ 1645846 w 1717134"/>
              <a:gd name="connsiteY15" fmla="*/ 65631 h 1776305"/>
              <a:gd name="connsiteX0" fmla="*/ 1645846 w 1717134"/>
              <a:gd name="connsiteY0" fmla="*/ 65631 h 1795547"/>
              <a:gd name="connsiteX1" fmla="*/ 1204132 w 1717134"/>
              <a:gd name="connsiteY1" fmla="*/ 664 h 1795547"/>
              <a:gd name="connsiteX2" fmla="*/ 973458 w 1717134"/>
              <a:gd name="connsiteY2" fmla="*/ 85682 h 1795547"/>
              <a:gd name="connsiteX3" fmla="*/ 668464 w 1717134"/>
              <a:gd name="connsiteY3" fmla="*/ 36596 h 1795547"/>
              <a:gd name="connsiteX4" fmla="*/ 486258 w 1717134"/>
              <a:gd name="connsiteY4" fmla="*/ 148216 h 1795547"/>
              <a:gd name="connsiteX5" fmla="*/ 421138 w 1717134"/>
              <a:gd name="connsiteY5" fmla="*/ 386080 h 1795547"/>
              <a:gd name="connsiteX6" fmla="*/ 252021 w 1717134"/>
              <a:gd name="connsiteY6" fmla="*/ 527296 h 1795547"/>
              <a:gd name="connsiteX7" fmla="*/ 176469 w 1717134"/>
              <a:gd name="connsiteY7" fmla="*/ 916374 h 1795547"/>
              <a:gd name="connsiteX8" fmla="*/ 29 w 1717134"/>
              <a:gd name="connsiteY8" fmla="*/ 1379296 h 1795547"/>
              <a:gd name="connsiteX9" fmla="*/ 190270 w 1717134"/>
              <a:gd name="connsiteY9" fmla="*/ 1721534 h 1795547"/>
              <a:gd name="connsiteX10" fmla="*/ 570428 w 1717134"/>
              <a:gd name="connsiteY10" fmla="*/ 1787410 h 1795547"/>
              <a:gd name="connsiteX11" fmla="*/ 1101495 w 1717134"/>
              <a:gd name="connsiteY11" fmla="*/ 1595504 h 1795547"/>
              <a:gd name="connsiteX12" fmla="*/ 1372083 w 1717134"/>
              <a:gd name="connsiteY12" fmla="*/ 1072989 h 1795547"/>
              <a:gd name="connsiteX13" fmla="*/ 1530703 w 1717134"/>
              <a:gd name="connsiteY13" fmla="*/ 839724 h 1795547"/>
              <a:gd name="connsiteX14" fmla="*/ 1705458 w 1717134"/>
              <a:gd name="connsiteY14" fmla="*/ 365734 h 1795547"/>
              <a:gd name="connsiteX15" fmla="*/ 1645846 w 1717134"/>
              <a:gd name="connsiteY15" fmla="*/ 65631 h 1795547"/>
              <a:gd name="connsiteX0" fmla="*/ 1645846 w 1717134"/>
              <a:gd name="connsiteY0" fmla="*/ 65631 h 1800262"/>
              <a:gd name="connsiteX1" fmla="*/ 1204132 w 1717134"/>
              <a:gd name="connsiteY1" fmla="*/ 664 h 1800262"/>
              <a:gd name="connsiteX2" fmla="*/ 973458 w 1717134"/>
              <a:gd name="connsiteY2" fmla="*/ 85682 h 1800262"/>
              <a:gd name="connsiteX3" fmla="*/ 668464 w 1717134"/>
              <a:gd name="connsiteY3" fmla="*/ 36596 h 1800262"/>
              <a:gd name="connsiteX4" fmla="*/ 486258 w 1717134"/>
              <a:gd name="connsiteY4" fmla="*/ 148216 h 1800262"/>
              <a:gd name="connsiteX5" fmla="*/ 421138 w 1717134"/>
              <a:gd name="connsiteY5" fmla="*/ 386080 h 1800262"/>
              <a:gd name="connsiteX6" fmla="*/ 252021 w 1717134"/>
              <a:gd name="connsiteY6" fmla="*/ 527296 h 1800262"/>
              <a:gd name="connsiteX7" fmla="*/ 176469 w 1717134"/>
              <a:gd name="connsiteY7" fmla="*/ 916374 h 1800262"/>
              <a:gd name="connsiteX8" fmla="*/ 29 w 1717134"/>
              <a:gd name="connsiteY8" fmla="*/ 1379296 h 1800262"/>
              <a:gd name="connsiteX9" fmla="*/ 190270 w 1717134"/>
              <a:gd name="connsiteY9" fmla="*/ 1721534 h 1800262"/>
              <a:gd name="connsiteX10" fmla="*/ 570428 w 1717134"/>
              <a:gd name="connsiteY10" fmla="*/ 1787410 h 1800262"/>
              <a:gd name="connsiteX11" fmla="*/ 1044345 w 1717134"/>
              <a:gd name="connsiteY11" fmla="*/ 1529629 h 1800262"/>
              <a:gd name="connsiteX12" fmla="*/ 1372083 w 1717134"/>
              <a:gd name="connsiteY12" fmla="*/ 1072989 h 1800262"/>
              <a:gd name="connsiteX13" fmla="*/ 1530703 w 1717134"/>
              <a:gd name="connsiteY13" fmla="*/ 839724 h 1800262"/>
              <a:gd name="connsiteX14" fmla="*/ 1705458 w 1717134"/>
              <a:gd name="connsiteY14" fmla="*/ 365734 h 1800262"/>
              <a:gd name="connsiteX15" fmla="*/ 1645846 w 1717134"/>
              <a:gd name="connsiteY15" fmla="*/ 65631 h 1800262"/>
              <a:gd name="connsiteX0" fmla="*/ 1645846 w 1717134"/>
              <a:gd name="connsiteY0" fmla="*/ 65631 h 1800262"/>
              <a:gd name="connsiteX1" fmla="*/ 1204132 w 1717134"/>
              <a:gd name="connsiteY1" fmla="*/ 664 h 1800262"/>
              <a:gd name="connsiteX2" fmla="*/ 973458 w 1717134"/>
              <a:gd name="connsiteY2" fmla="*/ 85682 h 1800262"/>
              <a:gd name="connsiteX3" fmla="*/ 668464 w 1717134"/>
              <a:gd name="connsiteY3" fmla="*/ 36596 h 1800262"/>
              <a:gd name="connsiteX4" fmla="*/ 486258 w 1717134"/>
              <a:gd name="connsiteY4" fmla="*/ 148216 h 1800262"/>
              <a:gd name="connsiteX5" fmla="*/ 421138 w 1717134"/>
              <a:gd name="connsiteY5" fmla="*/ 386080 h 1800262"/>
              <a:gd name="connsiteX6" fmla="*/ 252021 w 1717134"/>
              <a:gd name="connsiteY6" fmla="*/ 527296 h 1800262"/>
              <a:gd name="connsiteX7" fmla="*/ 176469 w 1717134"/>
              <a:gd name="connsiteY7" fmla="*/ 916374 h 1800262"/>
              <a:gd name="connsiteX8" fmla="*/ 29 w 1717134"/>
              <a:gd name="connsiteY8" fmla="*/ 1379296 h 1800262"/>
              <a:gd name="connsiteX9" fmla="*/ 190270 w 1717134"/>
              <a:gd name="connsiteY9" fmla="*/ 1721534 h 1800262"/>
              <a:gd name="connsiteX10" fmla="*/ 570428 w 1717134"/>
              <a:gd name="connsiteY10" fmla="*/ 1787410 h 1800262"/>
              <a:gd name="connsiteX11" fmla="*/ 1044345 w 1717134"/>
              <a:gd name="connsiteY11" fmla="*/ 1529629 h 1800262"/>
              <a:gd name="connsiteX12" fmla="*/ 1391133 w 1717134"/>
              <a:gd name="connsiteY12" fmla="*/ 1093950 h 1800262"/>
              <a:gd name="connsiteX13" fmla="*/ 1530703 w 1717134"/>
              <a:gd name="connsiteY13" fmla="*/ 839724 h 1800262"/>
              <a:gd name="connsiteX14" fmla="*/ 1705458 w 1717134"/>
              <a:gd name="connsiteY14" fmla="*/ 365734 h 1800262"/>
              <a:gd name="connsiteX15" fmla="*/ 1645846 w 1717134"/>
              <a:gd name="connsiteY15" fmla="*/ 65631 h 1800262"/>
              <a:gd name="connsiteX0" fmla="*/ 1645846 w 1715022"/>
              <a:gd name="connsiteY0" fmla="*/ 65631 h 1800262"/>
              <a:gd name="connsiteX1" fmla="*/ 1204132 w 1715022"/>
              <a:gd name="connsiteY1" fmla="*/ 664 h 1800262"/>
              <a:gd name="connsiteX2" fmla="*/ 973458 w 1715022"/>
              <a:gd name="connsiteY2" fmla="*/ 85682 h 1800262"/>
              <a:gd name="connsiteX3" fmla="*/ 668464 w 1715022"/>
              <a:gd name="connsiteY3" fmla="*/ 36596 h 1800262"/>
              <a:gd name="connsiteX4" fmla="*/ 486258 w 1715022"/>
              <a:gd name="connsiteY4" fmla="*/ 148216 h 1800262"/>
              <a:gd name="connsiteX5" fmla="*/ 421138 w 1715022"/>
              <a:gd name="connsiteY5" fmla="*/ 386080 h 1800262"/>
              <a:gd name="connsiteX6" fmla="*/ 252021 w 1715022"/>
              <a:gd name="connsiteY6" fmla="*/ 527296 h 1800262"/>
              <a:gd name="connsiteX7" fmla="*/ 176469 w 1715022"/>
              <a:gd name="connsiteY7" fmla="*/ 916374 h 1800262"/>
              <a:gd name="connsiteX8" fmla="*/ 29 w 1715022"/>
              <a:gd name="connsiteY8" fmla="*/ 1379296 h 1800262"/>
              <a:gd name="connsiteX9" fmla="*/ 190270 w 1715022"/>
              <a:gd name="connsiteY9" fmla="*/ 1721534 h 1800262"/>
              <a:gd name="connsiteX10" fmla="*/ 570428 w 1715022"/>
              <a:gd name="connsiteY10" fmla="*/ 1787410 h 1800262"/>
              <a:gd name="connsiteX11" fmla="*/ 1044345 w 1715022"/>
              <a:gd name="connsiteY11" fmla="*/ 1529629 h 1800262"/>
              <a:gd name="connsiteX12" fmla="*/ 1391133 w 1715022"/>
              <a:gd name="connsiteY12" fmla="*/ 1093950 h 1800262"/>
              <a:gd name="connsiteX13" fmla="*/ 1559278 w 1715022"/>
              <a:gd name="connsiteY13" fmla="*/ 749893 h 1800262"/>
              <a:gd name="connsiteX14" fmla="*/ 1705458 w 1715022"/>
              <a:gd name="connsiteY14" fmla="*/ 365734 h 1800262"/>
              <a:gd name="connsiteX15" fmla="*/ 1645846 w 1715022"/>
              <a:gd name="connsiteY15" fmla="*/ 65631 h 1800262"/>
              <a:gd name="connsiteX0" fmla="*/ 1652196 w 1717472"/>
              <a:gd name="connsiteY0" fmla="*/ 77016 h 1799670"/>
              <a:gd name="connsiteX1" fmla="*/ 1204132 w 1717472"/>
              <a:gd name="connsiteY1" fmla="*/ 72 h 1799670"/>
              <a:gd name="connsiteX2" fmla="*/ 973458 w 1717472"/>
              <a:gd name="connsiteY2" fmla="*/ 85090 h 1799670"/>
              <a:gd name="connsiteX3" fmla="*/ 668464 w 1717472"/>
              <a:gd name="connsiteY3" fmla="*/ 36004 h 1799670"/>
              <a:gd name="connsiteX4" fmla="*/ 486258 w 1717472"/>
              <a:gd name="connsiteY4" fmla="*/ 147624 h 1799670"/>
              <a:gd name="connsiteX5" fmla="*/ 421138 w 1717472"/>
              <a:gd name="connsiteY5" fmla="*/ 385488 h 1799670"/>
              <a:gd name="connsiteX6" fmla="*/ 252021 w 1717472"/>
              <a:gd name="connsiteY6" fmla="*/ 526704 h 1799670"/>
              <a:gd name="connsiteX7" fmla="*/ 176469 w 1717472"/>
              <a:gd name="connsiteY7" fmla="*/ 915782 h 1799670"/>
              <a:gd name="connsiteX8" fmla="*/ 29 w 1717472"/>
              <a:gd name="connsiteY8" fmla="*/ 1378704 h 1799670"/>
              <a:gd name="connsiteX9" fmla="*/ 190270 w 1717472"/>
              <a:gd name="connsiteY9" fmla="*/ 1720942 h 1799670"/>
              <a:gd name="connsiteX10" fmla="*/ 570428 w 1717472"/>
              <a:gd name="connsiteY10" fmla="*/ 1786818 h 1799670"/>
              <a:gd name="connsiteX11" fmla="*/ 1044345 w 1717472"/>
              <a:gd name="connsiteY11" fmla="*/ 1529037 h 1799670"/>
              <a:gd name="connsiteX12" fmla="*/ 1391133 w 1717472"/>
              <a:gd name="connsiteY12" fmla="*/ 1093358 h 1799670"/>
              <a:gd name="connsiteX13" fmla="*/ 1559278 w 1717472"/>
              <a:gd name="connsiteY13" fmla="*/ 749301 h 1799670"/>
              <a:gd name="connsiteX14" fmla="*/ 1705458 w 1717472"/>
              <a:gd name="connsiteY14" fmla="*/ 365142 h 1799670"/>
              <a:gd name="connsiteX15" fmla="*/ 1652196 w 1717472"/>
              <a:gd name="connsiteY15" fmla="*/ 77016 h 1799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717472" h="1799670">
                <a:moveTo>
                  <a:pt x="1652196" y="77016"/>
                </a:moveTo>
                <a:cubicBezTo>
                  <a:pt x="1568642" y="16171"/>
                  <a:pt x="1317255" y="-1274"/>
                  <a:pt x="1204132" y="72"/>
                </a:cubicBezTo>
                <a:cubicBezTo>
                  <a:pt x="1091009" y="1418"/>
                  <a:pt x="1062736" y="79101"/>
                  <a:pt x="973458" y="85090"/>
                </a:cubicBezTo>
                <a:cubicBezTo>
                  <a:pt x="884180" y="91079"/>
                  <a:pt x="749664" y="25582"/>
                  <a:pt x="668464" y="36004"/>
                </a:cubicBezTo>
                <a:cubicBezTo>
                  <a:pt x="587264" y="46426"/>
                  <a:pt x="527479" y="89377"/>
                  <a:pt x="486258" y="147624"/>
                </a:cubicBezTo>
                <a:cubicBezTo>
                  <a:pt x="445037" y="205871"/>
                  <a:pt x="460178" y="322308"/>
                  <a:pt x="421138" y="385488"/>
                </a:cubicBezTo>
                <a:cubicBezTo>
                  <a:pt x="382098" y="448668"/>
                  <a:pt x="292799" y="438322"/>
                  <a:pt x="252021" y="526704"/>
                </a:cubicBezTo>
                <a:cubicBezTo>
                  <a:pt x="211243" y="615086"/>
                  <a:pt x="218468" y="773782"/>
                  <a:pt x="176469" y="915782"/>
                </a:cubicBezTo>
                <a:cubicBezTo>
                  <a:pt x="134470" y="1057782"/>
                  <a:pt x="-2271" y="1244511"/>
                  <a:pt x="29" y="1378704"/>
                </a:cubicBezTo>
                <a:cubicBezTo>
                  <a:pt x="2329" y="1512897"/>
                  <a:pt x="95204" y="1652923"/>
                  <a:pt x="190270" y="1720942"/>
                </a:cubicBezTo>
                <a:cubicBezTo>
                  <a:pt x="285337" y="1788961"/>
                  <a:pt x="428082" y="1818802"/>
                  <a:pt x="570428" y="1786818"/>
                </a:cubicBezTo>
                <a:cubicBezTo>
                  <a:pt x="712774" y="1754834"/>
                  <a:pt x="907561" y="1644614"/>
                  <a:pt x="1044345" y="1529037"/>
                </a:cubicBezTo>
                <a:cubicBezTo>
                  <a:pt x="1181129" y="1413460"/>
                  <a:pt x="1305311" y="1223314"/>
                  <a:pt x="1391133" y="1093358"/>
                </a:cubicBezTo>
                <a:cubicBezTo>
                  <a:pt x="1476955" y="963402"/>
                  <a:pt x="1506891" y="870670"/>
                  <a:pt x="1559278" y="749301"/>
                </a:cubicBezTo>
                <a:cubicBezTo>
                  <a:pt x="1611665" y="627932"/>
                  <a:pt x="1689972" y="477189"/>
                  <a:pt x="1705458" y="365142"/>
                </a:cubicBezTo>
                <a:cubicBezTo>
                  <a:pt x="1720944" y="253095"/>
                  <a:pt x="1735750" y="137861"/>
                  <a:pt x="1652196" y="77016"/>
                </a:cubicBezTo>
                <a:close/>
              </a:path>
            </a:pathLst>
          </a:custGeom>
          <a:solidFill>
            <a:srgbClr val="FF872D">
              <a:alpha val="10000"/>
            </a:srgbClr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 dirty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356C2260-6132-6277-BF7B-1FFE00055B84}"/>
              </a:ext>
            </a:extLst>
          </p:cNvPr>
          <p:cNvSpPr txBox="1">
            <a:spLocks/>
          </p:cNvSpPr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>
                <a:latin typeface="+mn-ea"/>
                <a:ea typeface="+mn-ea"/>
                <a:cs typeface="+mn-cs"/>
              </a:rPr>
              <a:t>多色系配色案例</a:t>
            </a:r>
            <a:r>
              <a:rPr lang="en-US" altLang="zh-CN">
                <a:latin typeface="+mn-ea"/>
                <a:ea typeface="+mn-ea"/>
                <a:cs typeface="+mn-cs"/>
              </a:rPr>
              <a:t>1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C4B7A8-10E7-F84E-BF5A-DFF100939F95}"/>
              </a:ext>
            </a:extLst>
          </p:cNvPr>
          <p:cNvSpPr/>
          <p:nvPr/>
        </p:nvSpPr>
        <p:spPr>
          <a:xfrm>
            <a:off x="518381" y="909000"/>
            <a:ext cx="1800000" cy="5184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srgbClr val="666666"/>
              </a:solidFill>
              <a:latin typeface="微软雅黑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94967E-FCED-304B-6ACE-3EBB685F95C5}"/>
              </a:ext>
            </a:extLst>
          </p:cNvPr>
          <p:cNvSpPr/>
          <p:nvPr/>
        </p:nvSpPr>
        <p:spPr>
          <a:xfrm>
            <a:off x="2534381" y="909000"/>
            <a:ext cx="2520000" cy="5184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srgbClr val="666666"/>
              </a:solidFill>
              <a:latin typeface="微软雅黑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E6FD835-D4E7-037E-F3E2-B835839D3CAC}"/>
              </a:ext>
            </a:extLst>
          </p:cNvPr>
          <p:cNvCxnSpPr/>
          <p:nvPr/>
        </p:nvCxnSpPr>
        <p:spPr>
          <a:xfrm>
            <a:off x="5486381" y="5860984"/>
            <a:ext cx="5976000" cy="0"/>
          </a:xfrm>
          <a:prstGeom prst="straightConnector1">
            <a:avLst/>
          </a:prstGeom>
          <a:noFill/>
          <a:ln w="3175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7539FAF-FA21-066E-7007-1268EBD8CE36}"/>
              </a:ext>
            </a:extLst>
          </p:cNvPr>
          <p:cNvCxnSpPr>
            <a:cxnSpLocks/>
          </p:cNvCxnSpPr>
          <p:nvPr/>
        </p:nvCxnSpPr>
        <p:spPr>
          <a:xfrm flipV="1">
            <a:off x="5486381" y="1324984"/>
            <a:ext cx="0" cy="4536000"/>
          </a:xfrm>
          <a:prstGeom prst="straightConnector1">
            <a:avLst/>
          </a:prstGeom>
          <a:noFill/>
          <a:ln w="3175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2EAC5A2-330A-A903-BB44-189BA36458B5}"/>
              </a:ext>
            </a:extLst>
          </p:cNvPr>
          <p:cNvSpPr txBox="1"/>
          <p:nvPr/>
        </p:nvSpPr>
        <p:spPr>
          <a:xfrm>
            <a:off x="5544426" y="1324984"/>
            <a:ext cx="153888" cy="512961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defTabSz="914400">
              <a:defRPr/>
            </a:pPr>
            <a:r>
              <a:rPr kumimoji="1" lang="zh-CN" altLang="en-US" sz="1000" b="1" kern="0" dirty="0">
                <a:solidFill>
                  <a:srgbClr val="C00000"/>
                </a:solidFill>
                <a:latin typeface="微软雅黑"/>
              </a:rPr>
              <a:t>客户价值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3A6AEB-3AC7-3A5E-5FA4-73A660E0A395}"/>
              </a:ext>
            </a:extLst>
          </p:cNvPr>
          <p:cNvSpPr txBox="1"/>
          <p:nvPr/>
        </p:nvSpPr>
        <p:spPr>
          <a:xfrm>
            <a:off x="10954320" y="5661000"/>
            <a:ext cx="5129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kumimoji="1" lang="zh-CN" altLang="en-US" sz="1000" b="1" kern="0" dirty="0">
                <a:solidFill>
                  <a:srgbClr val="C00000"/>
                </a:solidFill>
                <a:latin typeface="微软雅黑"/>
              </a:rPr>
              <a:t>运营价值</a:t>
            </a:r>
          </a:p>
        </p:txBody>
      </p:sp>
      <p:sp>
        <p:nvSpPr>
          <p:cNvPr id="18" name="弧形 17">
            <a:extLst>
              <a:ext uri="{FF2B5EF4-FFF2-40B4-BE49-F238E27FC236}">
                <a16:creationId xmlns:a16="http://schemas.microsoft.com/office/drawing/2014/main" id="{7B3EE35D-A60E-FA2F-36BE-40EBCAAA034F}"/>
              </a:ext>
            </a:extLst>
          </p:cNvPr>
          <p:cNvSpPr/>
          <p:nvPr/>
        </p:nvSpPr>
        <p:spPr>
          <a:xfrm rot="10800000">
            <a:off x="7174181" y="-2779016"/>
            <a:ext cx="8640000" cy="8640000"/>
          </a:xfrm>
          <a:prstGeom prst="arc">
            <a:avLst>
              <a:gd name="adj1" fmla="val 17099895"/>
              <a:gd name="adj2" fmla="val 163156"/>
            </a:avLst>
          </a:prstGeom>
          <a:noFill/>
          <a:ln w="6350" cap="flat" cmpd="sng" algn="ctr">
            <a:solidFill>
              <a:srgbClr val="C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1D1D1A"/>
              </a:solidFill>
              <a:latin typeface="微软雅黑"/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284E9D39-3677-3DA1-3A6E-8F09354E52CF}"/>
              </a:ext>
            </a:extLst>
          </p:cNvPr>
          <p:cNvSpPr/>
          <p:nvPr/>
        </p:nvSpPr>
        <p:spPr>
          <a:xfrm rot="10800000">
            <a:off x="9226181" y="-727016"/>
            <a:ext cx="4536000" cy="4536000"/>
          </a:xfrm>
          <a:prstGeom prst="arc">
            <a:avLst>
              <a:gd name="adj1" fmla="val 16251036"/>
              <a:gd name="adj2" fmla="val 299062"/>
            </a:avLst>
          </a:prstGeom>
          <a:noFill/>
          <a:ln w="6350" cap="flat" cmpd="sng" algn="ctr">
            <a:solidFill>
              <a:srgbClr val="C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1D1D1A"/>
              </a:solidFill>
              <a:latin typeface="微软雅黑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95A95CD-88BA-473F-B07C-87ACBA583682}"/>
              </a:ext>
            </a:extLst>
          </p:cNvPr>
          <p:cNvSpPr txBox="1"/>
          <p:nvPr/>
        </p:nvSpPr>
        <p:spPr>
          <a:xfrm>
            <a:off x="6531094" y="1371651"/>
            <a:ext cx="5129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00">
              <a:defRPr/>
            </a:pPr>
            <a:r>
              <a:rPr kumimoji="1" lang="zh-CN" altLang="en-US" sz="1000" b="1" kern="0" dirty="0">
                <a:solidFill>
                  <a:srgbClr val="C00000"/>
                </a:solidFill>
                <a:latin typeface="微软雅黑"/>
              </a:rPr>
              <a:t>这是标题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8B7BE7E-D2AA-24E1-0599-B7CCB7C9ED9B}"/>
              </a:ext>
            </a:extLst>
          </p:cNvPr>
          <p:cNvSpPr/>
          <p:nvPr/>
        </p:nvSpPr>
        <p:spPr>
          <a:xfrm>
            <a:off x="10619331" y="4230680"/>
            <a:ext cx="874850" cy="57360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wrap="square" lIns="72000" tIns="36000" rIns="72000" bIns="72000" rtlCol="0" anchor="ctr">
            <a:spAutoFit/>
          </a:bodyPr>
          <a:lstStyle/>
          <a:p>
            <a:pPr marL="144000" indent="-144000" defTabSz="9144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内容样式</a:t>
            </a: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FF4EF7F-430C-E263-221F-DD36999AEAEC}"/>
              </a:ext>
            </a:extLst>
          </p:cNvPr>
          <p:cNvSpPr/>
          <p:nvPr/>
        </p:nvSpPr>
        <p:spPr>
          <a:xfrm>
            <a:off x="6550890" y="2421297"/>
            <a:ext cx="180000" cy="180000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微软雅黑"/>
                <a:cs typeface="Arial" panose="020B0604020202020204" pitchFamily="34" charset="0"/>
              </a:rPr>
              <a:t>4</a:t>
            </a:r>
            <a:endParaRPr lang="zh-CN" altLang="en-US" sz="900" b="1" kern="0" dirty="0">
              <a:solidFill>
                <a:srgbClr val="FFFFFF"/>
              </a:solidFill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E2A35A2-5577-C8CB-899A-F6C81DD55A1C}"/>
              </a:ext>
            </a:extLst>
          </p:cNvPr>
          <p:cNvSpPr/>
          <p:nvPr/>
        </p:nvSpPr>
        <p:spPr>
          <a:xfrm>
            <a:off x="8446654" y="2247350"/>
            <a:ext cx="180000" cy="180000"/>
          </a:xfrm>
          <a:prstGeom prst="ellipse">
            <a:avLst/>
          </a:prstGeom>
          <a:solidFill>
            <a:srgbClr val="61B23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微软雅黑"/>
                <a:cs typeface="Arial" panose="020B0604020202020204" pitchFamily="34" charset="0"/>
              </a:rPr>
              <a:t>3</a:t>
            </a:r>
            <a:endParaRPr lang="zh-CN" altLang="en-US" sz="900" b="1" kern="0" dirty="0">
              <a:solidFill>
                <a:srgbClr val="FFFFFF"/>
              </a:solidFill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5E8039F-FD26-F492-A068-CA650381BA83}"/>
              </a:ext>
            </a:extLst>
          </p:cNvPr>
          <p:cNvSpPr/>
          <p:nvPr/>
        </p:nvSpPr>
        <p:spPr>
          <a:xfrm>
            <a:off x="9679614" y="1712831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微软雅黑"/>
                <a:cs typeface="Arial" panose="020B0604020202020204" pitchFamily="34" charset="0"/>
              </a:rPr>
              <a:t>1</a:t>
            </a:r>
            <a:endParaRPr lang="zh-CN" altLang="en-US" sz="900" b="1" kern="0" dirty="0">
              <a:solidFill>
                <a:srgbClr val="FFFFFF"/>
              </a:solidFill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4142826-7733-BE6B-6D17-EE7F291CF2B1}"/>
              </a:ext>
            </a:extLst>
          </p:cNvPr>
          <p:cNvSpPr/>
          <p:nvPr/>
        </p:nvSpPr>
        <p:spPr>
          <a:xfrm>
            <a:off x="9991259" y="4182487"/>
            <a:ext cx="180000" cy="180000"/>
          </a:xfrm>
          <a:prstGeom prst="ellipse">
            <a:avLst/>
          </a:prstGeom>
          <a:solidFill>
            <a:srgbClr val="FF872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微软雅黑"/>
                <a:cs typeface="Arial" panose="020B0604020202020204" pitchFamily="34" charset="0"/>
              </a:rPr>
              <a:t>2</a:t>
            </a:r>
            <a:endParaRPr lang="zh-CN" altLang="en-US" sz="900" b="1" kern="0" dirty="0">
              <a:solidFill>
                <a:srgbClr val="FFFFFF"/>
              </a:solidFill>
              <a:latin typeface="微软雅黑"/>
              <a:cs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77E2C04-9237-6452-16BE-8836758EFB59}"/>
              </a:ext>
            </a:extLst>
          </p:cNvPr>
          <p:cNvCxnSpPr>
            <a:cxnSpLocks/>
            <a:stCxn id="25" idx="6"/>
          </p:cNvCxnSpPr>
          <p:nvPr/>
        </p:nvCxnSpPr>
        <p:spPr>
          <a:xfrm>
            <a:off x="10171259" y="4272487"/>
            <a:ext cx="373657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39FB533-DDD6-08A4-8A2F-4F6F88FDD2DD}"/>
              </a:ext>
            </a:extLst>
          </p:cNvPr>
          <p:cNvCxnSpPr>
            <a:cxnSpLocks/>
          </p:cNvCxnSpPr>
          <p:nvPr/>
        </p:nvCxnSpPr>
        <p:spPr>
          <a:xfrm>
            <a:off x="9859614" y="1803115"/>
            <a:ext cx="459136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643DC0E-211D-881D-6FD0-E0997B7FF1B0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8536654" y="2096251"/>
            <a:ext cx="0" cy="15109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49ECEEE-DE9D-059B-782B-F2F5773FC5A1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6640890" y="2184217"/>
            <a:ext cx="0" cy="23708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205A8F03-A7FB-430C-F237-E91CEF67831C}"/>
              </a:ext>
            </a:extLst>
          </p:cNvPr>
          <p:cNvSpPr/>
          <p:nvPr/>
        </p:nvSpPr>
        <p:spPr>
          <a:xfrm>
            <a:off x="5891937" y="1605932"/>
            <a:ext cx="1174243" cy="57360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wrap="square" lIns="72000" tIns="36000" rIns="72000" bIns="72000" rtlCol="0" anchor="ctr">
            <a:spAutoFit/>
          </a:bodyPr>
          <a:lstStyle/>
          <a:p>
            <a:pPr marL="144000" indent="-144000" defTabSz="9144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内容样式</a:t>
            </a: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</a:t>
            </a: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5F9AB1-5A44-C027-5D4E-A533A5560F77}"/>
              </a:ext>
            </a:extLst>
          </p:cNvPr>
          <p:cNvSpPr/>
          <p:nvPr/>
        </p:nvSpPr>
        <p:spPr>
          <a:xfrm>
            <a:off x="10278227" y="1614492"/>
            <a:ext cx="1221791" cy="402597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wrap="square" lIns="72000" tIns="36000" rIns="72000" bIns="72000" rtlCol="0" anchor="ctr">
            <a:noAutofit/>
          </a:bodyPr>
          <a:lstStyle/>
          <a:p>
            <a:pPr marL="144000" indent="-144000" defTabSz="9144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内容样式</a:t>
            </a: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946F66-D7E4-40E2-90E4-134593B6A868}"/>
              </a:ext>
            </a:extLst>
          </p:cNvPr>
          <p:cNvSpPr/>
          <p:nvPr/>
        </p:nvSpPr>
        <p:spPr>
          <a:xfrm>
            <a:off x="7652327" y="1609009"/>
            <a:ext cx="1426846" cy="413562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wrap="square" lIns="72000" tIns="36000" rIns="72000" bIns="72000" rtlCol="0" anchor="ctr">
            <a:spAutoFit/>
          </a:bodyPr>
          <a:lstStyle/>
          <a:p>
            <a:pPr marL="144000" indent="-144000" defTabSz="91440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内容样式</a:t>
            </a: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</a:t>
            </a:r>
            <a:r>
              <a:rPr lang="zh-CN" altLang="en-US" sz="8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8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80454EE-B634-D761-6F83-ABB1837250A2}"/>
              </a:ext>
            </a:extLst>
          </p:cNvPr>
          <p:cNvSpPr txBox="1"/>
          <p:nvPr/>
        </p:nvSpPr>
        <p:spPr>
          <a:xfrm>
            <a:off x="772213" y="1414784"/>
            <a:ext cx="1292336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客户价值</a:t>
            </a:r>
            <a:endParaRPr kumimoji="1" lang="en-US" altLang="zh-CN" sz="11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D1A683C-0315-D374-2CCF-4F721173EE2B}"/>
              </a:ext>
            </a:extLst>
          </p:cNvPr>
          <p:cNvSpPr txBox="1"/>
          <p:nvPr/>
        </p:nvSpPr>
        <p:spPr>
          <a:xfrm>
            <a:off x="772213" y="3882718"/>
            <a:ext cx="1292336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运营价值</a:t>
            </a:r>
            <a:endParaRPr kumimoji="1" lang="en-US" altLang="zh-CN" sz="11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algn="ctr" defTabSz="914400">
              <a:spcAft>
                <a:spcPts val="1800"/>
              </a:spcAft>
              <a:defRPr/>
            </a:pPr>
            <a:r>
              <a:rPr kumimoji="1" lang="zh-CN" altLang="en-US" sz="11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8D26676-17F8-5208-BB76-F84D8D7DEFD7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518381" y="3501000"/>
            <a:ext cx="1800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10A13E3F-6A34-3526-BD35-6E8522EBBCD2}"/>
              </a:ext>
            </a:extLst>
          </p:cNvPr>
          <p:cNvSpPr/>
          <p:nvPr/>
        </p:nvSpPr>
        <p:spPr>
          <a:xfrm>
            <a:off x="2750381" y="1352211"/>
            <a:ext cx="144000" cy="144000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微软雅黑"/>
                <a:cs typeface="Arial" panose="020B0604020202020204" pitchFamily="34" charset="0"/>
              </a:rPr>
              <a:t>1</a:t>
            </a:r>
            <a:endParaRPr lang="zh-CN" altLang="en-US" sz="900" b="1" kern="0" dirty="0">
              <a:solidFill>
                <a:srgbClr val="FFFFFF"/>
              </a:solidFill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EF97DD7-CE87-F6D7-9E44-FA5B39701184}"/>
              </a:ext>
            </a:extLst>
          </p:cNvPr>
          <p:cNvSpPr/>
          <p:nvPr/>
        </p:nvSpPr>
        <p:spPr>
          <a:xfrm>
            <a:off x="2750381" y="2518838"/>
            <a:ext cx="144000" cy="144000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微软雅黑"/>
                <a:cs typeface="Arial" panose="020B0604020202020204" pitchFamily="34" charset="0"/>
              </a:rPr>
              <a:t>2</a:t>
            </a:r>
            <a:endParaRPr lang="zh-CN" altLang="en-US" sz="900" b="1" kern="0" dirty="0">
              <a:solidFill>
                <a:srgbClr val="FFFFFF"/>
              </a:solidFill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8082165-D296-14AE-312D-319C2BF164CD}"/>
              </a:ext>
            </a:extLst>
          </p:cNvPr>
          <p:cNvSpPr/>
          <p:nvPr/>
        </p:nvSpPr>
        <p:spPr>
          <a:xfrm>
            <a:off x="2750381" y="3685465"/>
            <a:ext cx="144000" cy="144000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微软雅黑"/>
                <a:cs typeface="Arial" panose="020B0604020202020204" pitchFamily="34" charset="0"/>
              </a:rPr>
              <a:t>3</a:t>
            </a:r>
            <a:endParaRPr lang="zh-CN" altLang="en-US" sz="900" b="1" kern="0" dirty="0">
              <a:solidFill>
                <a:srgbClr val="FFFFFF"/>
              </a:solidFill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EE2951D-4DAD-7ED1-B657-9C58260AF026}"/>
              </a:ext>
            </a:extLst>
          </p:cNvPr>
          <p:cNvSpPr/>
          <p:nvPr/>
        </p:nvSpPr>
        <p:spPr>
          <a:xfrm>
            <a:off x="2750381" y="4852092"/>
            <a:ext cx="144000" cy="144000"/>
          </a:xfrm>
          <a:prstGeom prst="roundRect">
            <a:avLst/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900" b="1" kern="0" dirty="0">
                <a:solidFill>
                  <a:srgbClr val="FFFFFF"/>
                </a:solidFill>
                <a:latin typeface="微软雅黑"/>
                <a:cs typeface="Arial" panose="020B0604020202020204" pitchFamily="34" charset="0"/>
              </a:rPr>
              <a:t>4</a:t>
            </a:r>
            <a:endParaRPr lang="zh-CN" altLang="en-US" sz="900" b="1" kern="0" dirty="0">
              <a:solidFill>
                <a:srgbClr val="FFFFFF"/>
              </a:solidFill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B2E4AF-C62E-E39A-1BA9-98DBC8C03BEA}"/>
              </a:ext>
            </a:extLst>
          </p:cNvPr>
          <p:cNvSpPr txBox="1"/>
          <p:nvPr/>
        </p:nvSpPr>
        <p:spPr>
          <a:xfrm>
            <a:off x="2991230" y="1333088"/>
            <a:ext cx="86241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kumimoji="1" lang="en-US" altLang="zh-CN" sz="1100" b="1" kern="0" dirty="0">
                <a:solidFill>
                  <a:srgbClr val="C00000"/>
                </a:solidFill>
                <a:latin typeface="微软雅黑"/>
              </a:rPr>
              <a:t>XX</a:t>
            </a: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客户 </a:t>
            </a:r>
            <a:r>
              <a:rPr kumimoji="1" lang="en-US" altLang="zh-CN" sz="1100" b="1" kern="0" dirty="0">
                <a:solidFill>
                  <a:srgbClr val="C00000"/>
                </a:solidFill>
                <a:latin typeface="微软雅黑"/>
              </a:rPr>
              <a:t>XX</a:t>
            </a: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个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EE3520F-C9BF-CA6B-7E82-64EB2FF547B2}"/>
              </a:ext>
            </a:extLst>
          </p:cNvPr>
          <p:cNvSpPr txBox="1"/>
          <p:nvPr/>
        </p:nvSpPr>
        <p:spPr>
          <a:xfrm>
            <a:off x="2991230" y="2499715"/>
            <a:ext cx="86241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kumimoji="1" lang="en-US" altLang="zh-CN" sz="1100" b="1" kern="0" dirty="0">
                <a:solidFill>
                  <a:srgbClr val="C00000"/>
                </a:solidFill>
                <a:latin typeface="微软雅黑"/>
              </a:rPr>
              <a:t>XX</a:t>
            </a: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客户 </a:t>
            </a:r>
            <a:r>
              <a:rPr kumimoji="1" lang="en-US" altLang="zh-CN" sz="1100" b="1" kern="0" dirty="0">
                <a:solidFill>
                  <a:srgbClr val="C00000"/>
                </a:solidFill>
                <a:latin typeface="微软雅黑"/>
              </a:rPr>
              <a:t>XX</a:t>
            </a: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个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BEBB7CB-BC39-2D83-164B-227E35CF49E5}"/>
              </a:ext>
            </a:extLst>
          </p:cNvPr>
          <p:cNvSpPr txBox="1"/>
          <p:nvPr/>
        </p:nvSpPr>
        <p:spPr>
          <a:xfrm>
            <a:off x="2986019" y="3666342"/>
            <a:ext cx="86241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kumimoji="1" lang="en-US" altLang="zh-CN" sz="1100" b="1" kern="0" dirty="0">
                <a:solidFill>
                  <a:srgbClr val="C00000"/>
                </a:solidFill>
                <a:latin typeface="微软雅黑"/>
              </a:rPr>
              <a:t>XX</a:t>
            </a: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客户 </a:t>
            </a:r>
            <a:r>
              <a:rPr kumimoji="1" lang="en-US" altLang="zh-CN" sz="1100" b="1" kern="0" dirty="0">
                <a:solidFill>
                  <a:srgbClr val="C00000"/>
                </a:solidFill>
                <a:latin typeface="微软雅黑"/>
              </a:rPr>
              <a:t>XX</a:t>
            </a: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个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AA59269-0047-C749-54AB-C5EED60C1809}"/>
              </a:ext>
            </a:extLst>
          </p:cNvPr>
          <p:cNvSpPr txBox="1"/>
          <p:nvPr/>
        </p:nvSpPr>
        <p:spPr>
          <a:xfrm>
            <a:off x="2984974" y="4852019"/>
            <a:ext cx="862416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kumimoji="1" lang="en-US" altLang="zh-CN" sz="1100" b="1" kern="0" dirty="0">
                <a:solidFill>
                  <a:srgbClr val="C00000"/>
                </a:solidFill>
                <a:latin typeface="微软雅黑"/>
              </a:rPr>
              <a:t>XX</a:t>
            </a: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客户 </a:t>
            </a:r>
            <a:r>
              <a:rPr kumimoji="1" lang="en-US" altLang="zh-CN" sz="1100" b="1" kern="0" dirty="0">
                <a:solidFill>
                  <a:srgbClr val="C00000"/>
                </a:solidFill>
                <a:latin typeface="微软雅黑"/>
              </a:rPr>
              <a:t>XX</a:t>
            </a:r>
            <a:r>
              <a:rPr kumimoji="1" lang="zh-CN" altLang="en-US" sz="1100" b="1" kern="0" dirty="0">
                <a:solidFill>
                  <a:srgbClr val="C00000"/>
                </a:solidFill>
                <a:latin typeface="微软雅黑"/>
              </a:rPr>
              <a:t>个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EB6621C-AFF4-D74D-7C98-ED05BEF95710}"/>
              </a:ext>
            </a:extLst>
          </p:cNvPr>
          <p:cNvSpPr/>
          <p:nvPr/>
        </p:nvSpPr>
        <p:spPr>
          <a:xfrm>
            <a:off x="2750381" y="1568343"/>
            <a:ext cx="2088000" cy="79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464000E-1FC1-9CA6-19D5-CF6D801C3EA4}"/>
              </a:ext>
            </a:extLst>
          </p:cNvPr>
          <p:cNvSpPr/>
          <p:nvPr/>
        </p:nvSpPr>
        <p:spPr>
          <a:xfrm>
            <a:off x="2750381" y="2735223"/>
            <a:ext cx="2088000" cy="79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A6794BC-8F8B-4450-6B6C-6AA55863C7A1}"/>
              </a:ext>
            </a:extLst>
          </p:cNvPr>
          <p:cNvSpPr/>
          <p:nvPr/>
        </p:nvSpPr>
        <p:spPr>
          <a:xfrm>
            <a:off x="2750381" y="3902103"/>
            <a:ext cx="2088000" cy="79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A98FD89-BCFD-D686-BBC4-4A79869BFEFB}"/>
              </a:ext>
            </a:extLst>
          </p:cNvPr>
          <p:cNvSpPr/>
          <p:nvPr/>
        </p:nvSpPr>
        <p:spPr>
          <a:xfrm>
            <a:off x="2750381" y="5068984"/>
            <a:ext cx="2088000" cy="79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</a:t>
            </a:r>
          </a:p>
          <a:p>
            <a:pPr marL="144000" indent="-14400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这里是</a:t>
            </a:r>
            <a:r>
              <a:rPr kumimoji="1" lang="zh-CN" altLang="en-US" sz="1000" kern="0" dirty="0">
                <a:solidFill>
                  <a:srgbClr val="000000"/>
                </a:solidFill>
                <a:latin typeface="微软雅黑"/>
              </a:rPr>
              <a:t>内容样式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94496FC-7FED-BCCC-5F04-2099927982AA}"/>
              </a:ext>
            </a:extLst>
          </p:cNvPr>
          <p:cNvSpPr/>
          <p:nvPr/>
        </p:nvSpPr>
        <p:spPr>
          <a:xfrm>
            <a:off x="518381" y="914400"/>
            <a:ext cx="1800000" cy="216000"/>
          </a:xfrm>
          <a:prstGeom prst="rect">
            <a:avLst/>
          </a:prstGeom>
          <a:solidFill>
            <a:srgbClr val="C7000B"/>
          </a:solidFill>
          <a:ln w="6350" cap="flat" cmpd="sng" algn="ctr">
            <a:gradFill>
              <a:gsLst>
                <a:gs pos="0">
                  <a:srgbClr val="C00000"/>
                </a:gs>
                <a:gs pos="90000">
                  <a:srgbClr val="C00000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</a:rPr>
              <a:t>这是标题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BC1A46A-A6BB-D7ED-6E8A-A39D44366E07}"/>
              </a:ext>
            </a:extLst>
          </p:cNvPr>
          <p:cNvSpPr/>
          <p:nvPr/>
        </p:nvSpPr>
        <p:spPr>
          <a:xfrm>
            <a:off x="2534381" y="909000"/>
            <a:ext cx="2520000" cy="216000"/>
          </a:xfrm>
          <a:prstGeom prst="rect">
            <a:avLst/>
          </a:prstGeom>
          <a:solidFill>
            <a:srgbClr val="C7000B"/>
          </a:solidFill>
          <a:ln w="6350" cap="flat" cmpd="sng" algn="ctr">
            <a:gradFill>
              <a:gsLst>
                <a:gs pos="0">
                  <a:srgbClr val="C00000"/>
                </a:gs>
                <a:gs pos="90000">
                  <a:srgbClr val="C00000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</a:rPr>
              <a:t>这是标题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75416A9-3F3B-6952-80FB-ACF3AFA212FC}"/>
              </a:ext>
            </a:extLst>
          </p:cNvPr>
          <p:cNvSpPr/>
          <p:nvPr/>
        </p:nvSpPr>
        <p:spPr>
          <a:xfrm>
            <a:off x="5270380" y="909000"/>
            <a:ext cx="6407999" cy="216000"/>
          </a:xfrm>
          <a:prstGeom prst="rect">
            <a:avLst/>
          </a:prstGeom>
          <a:solidFill>
            <a:srgbClr val="C7000B"/>
          </a:solidFill>
          <a:ln w="6350" cap="flat" cmpd="sng" algn="ctr">
            <a:gradFill>
              <a:gsLst>
                <a:gs pos="0">
                  <a:srgbClr val="C00000"/>
                </a:gs>
                <a:gs pos="90000">
                  <a:srgbClr val="C00000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</a:rPr>
              <a:t>这是标题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BE0480A-9FF1-A7DD-C863-156CAC869FA0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58" name="矩形 57">
              <a:hlinkClick r:id="rId3" action="ppaction://hlinksldjump"/>
              <a:extLst>
                <a:ext uri="{FF2B5EF4-FFF2-40B4-BE49-F238E27FC236}">
                  <a16:creationId xmlns:a16="http://schemas.microsoft.com/office/drawing/2014/main" id="{0E79EFAB-ACC4-2FAC-F8F1-17EED08A1BB0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59" name="直接连接符 58">
              <a:hlinkClick r:id="rId3" action="ppaction://hlinksldjump"/>
              <a:extLst>
                <a:ext uri="{FF2B5EF4-FFF2-40B4-BE49-F238E27FC236}">
                  <a16:creationId xmlns:a16="http://schemas.microsoft.com/office/drawing/2014/main" id="{63C57A87-4F49-36D8-BCBA-12545E68FF2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6FC95636-B69D-A5A4-9013-F307070478B8}"/>
              </a:ext>
            </a:extLst>
          </p:cNvPr>
          <p:cNvSpPr txBox="1"/>
          <p:nvPr/>
        </p:nvSpPr>
        <p:spPr>
          <a:xfrm>
            <a:off x="8566211" y="1371651"/>
            <a:ext cx="5129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00">
              <a:defRPr/>
            </a:pPr>
            <a:r>
              <a:rPr kumimoji="1" lang="zh-CN" altLang="en-US" sz="1000" b="1" kern="0" dirty="0">
                <a:solidFill>
                  <a:srgbClr val="C00000"/>
                </a:solidFill>
                <a:latin typeface="微软雅黑"/>
              </a:rPr>
              <a:t>这是标题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F23497A-584F-7F88-B3BA-DB438C67ACF4}"/>
              </a:ext>
            </a:extLst>
          </p:cNvPr>
          <p:cNvSpPr txBox="1"/>
          <p:nvPr/>
        </p:nvSpPr>
        <p:spPr>
          <a:xfrm>
            <a:off x="10977970" y="1371651"/>
            <a:ext cx="5129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00">
              <a:defRPr/>
            </a:pPr>
            <a:r>
              <a:rPr kumimoji="1" lang="zh-CN" altLang="en-US" sz="1000" b="1" kern="0" dirty="0">
                <a:solidFill>
                  <a:srgbClr val="C00000"/>
                </a:solidFill>
                <a:latin typeface="微软雅黑"/>
              </a:rPr>
              <a:t>这是标题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793B58F-FA81-90BE-47EF-38FB481DC8F4}"/>
              </a:ext>
            </a:extLst>
          </p:cNvPr>
          <p:cNvSpPr txBox="1"/>
          <p:nvPr/>
        </p:nvSpPr>
        <p:spPr>
          <a:xfrm>
            <a:off x="10977970" y="4032512"/>
            <a:ext cx="5129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00">
              <a:defRPr/>
            </a:pPr>
            <a:r>
              <a:rPr kumimoji="1" lang="zh-CN" altLang="en-US" sz="1000" b="1" kern="0" dirty="0">
                <a:solidFill>
                  <a:srgbClr val="C00000"/>
                </a:solidFill>
                <a:latin typeface="微软雅黑"/>
              </a:rPr>
              <a:t>这是标题</a:t>
            </a:r>
          </a:p>
        </p:txBody>
      </p:sp>
    </p:spTree>
    <p:extLst>
      <p:ext uri="{BB962C8B-B14F-4D97-AF65-F5344CB8AC3E}">
        <p14:creationId xmlns:p14="http://schemas.microsoft.com/office/powerpoint/2010/main" val="3180785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BF04D507-4398-476A-ACAE-EC4DF25BEA73}"/>
              </a:ext>
            </a:extLst>
          </p:cNvPr>
          <p:cNvGraphicFramePr>
            <a:graphicFrameLocks/>
          </p:cNvGraphicFramePr>
          <p:nvPr/>
        </p:nvGraphicFramePr>
        <p:xfrm>
          <a:off x="2341736" y="1383610"/>
          <a:ext cx="9206546" cy="4589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62DFE00-7F14-4D44-87E6-95810C815F22}"/>
              </a:ext>
            </a:extLst>
          </p:cNvPr>
          <p:cNvSpPr>
            <a:spLocks/>
          </p:cNvSpPr>
          <p:nvPr/>
        </p:nvSpPr>
        <p:spPr>
          <a:xfrm>
            <a:off x="8817564" y="1566639"/>
            <a:ext cx="2657594" cy="2223492"/>
          </a:xfrm>
          <a:custGeom>
            <a:avLst/>
            <a:gdLst>
              <a:gd name="connsiteX0" fmla="*/ 4229 w 1999015"/>
              <a:gd name="connsiteY0" fmla="*/ 265938 h 1643841"/>
              <a:gd name="connsiteX1" fmla="*/ 433235 w 1999015"/>
              <a:gd name="connsiteY1" fmla="*/ 0 h 1643841"/>
              <a:gd name="connsiteX2" fmla="*/ 1188186 w 1999015"/>
              <a:gd name="connsiteY2" fmla="*/ 388811 h 1643841"/>
              <a:gd name="connsiteX3" fmla="*/ 1860937 w 1999015"/>
              <a:gd name="connsiteY3" fmla="*/ 750761 h 1643841"/>
              <a:gd name="connsiteX4" fmla="*/ 1995430 w 1999015"/>
              <a:gd name="connsiteY4" fmla="*/ 1400747 h 1643841"/>
              <a:gd name="connsiteX5" fmla="*/ 1753400 w 1999015"/>
              <a:gd name="connsiteY5" fmla="*/ 1607725 h 1643841"/>
              <a:gd name="connsiteX6" fmla="*/ 986923 w 1999015"/>
              <a:gd name="connsiteY6" fmla="*/ 1331309 h 1643841"/>
              <a:gd name="connsiteX7" fmla="*/ 260737 w 1999015"/>
              <a:gd name="connsiteY7" fmla="*/ 737426 h 1643841"/>
              <a:gd name="connsiteX8" fmla="*/ 4324 w 1999015"/>
              <a:gd name="connsiteY8" fmla="*/ 266033 h 164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9015" h="1643841">
                <a:moveTo>
                  <a:pt x="4229" y="265938"/>
                </a:moveTo>
                <a:cubicBezTo>
                  <a:pt x="28041" y="136970"/>
                  <a:pt x="155295" y="0"/>
                  <a:pt x="433235" y="0"/>
                </a:cubicBezTo>
                <a:cubicBezTo>
                  <a:pt x="844524" y="0"/>
                  <a:pt x="929773" y="234887"/>
                  <a:pt x="1188186" y="388811"/>
                </a:cubicBezTo>
                <a:cubicBezTo>
                  <a:pt x="1596428" y="631984"/>
                  <a:pt x="1746256" y="616268"/>
                  <a:pt x="1860937" y="750761"/>
                </a:cubicBezTo>
                <a:cubicBezTo>
                  <a:pt x="2002860" y="917353"/>
                  <a:pt x="1977142" y="1035368"/>
                  <a:pt x="1995430" y="1400747"/>
                </a:cubicBezTo>
                <a:cubicBezTo>
                  <a:pt x="1998859" y="1469517"/>
                  <a:pt x="2037340" y="1740503"/>
                  <a:pt x="1753400" y="1607725"/>
                </a:cubicBezTo>
                <a:cubicBezTo>
                  <a:pt x="1533753" y="1505045"/>
                  <a:pt x="1389164" y="1529620"/>
                  <a:pt x="986923" y="1331309"/>
                </a:cubicBezTo>
                <a:cubicBezTo>
                  <a:pt x="584682" y="1132999"/>
                  <a:pt x="401421" y="950881"/>
                  <a:pt x="260737" y="737426"/>
                </a:cubicBezTo>
                <a:cubicBezTo>
                  <a:pt x="97859" y="490157"/>
                  <a:pt x="-24918" y="424625"/>
                  <a:pt x="4324" y="266033"/>
                </a:cubicBezTo>
                <a:close/>
              </a:path>
            </a:pathLst>
          </a:custGeom>
          <a:solidFill>
            <a:srgbClr val="C00000">
              <a:alpha val="4000"/>
            </a:srgbClr>
          </a:solidFill>
          <a:ln w="3175" cap="flat" cmpd="sng" algn="ctr">
            <a:solidFill>
              <a:srgbClr val="C00000">
                <a:alpha val="6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19E2CD68-5124-4DD1-BE0E-AC862B61E73C}"/>
              </a:ext>
            </a:extLst>
          </p:cNvPr>
          <p:cNvSpPr>
            <a:spLocks/>
          </p:cNvSpPr>
          <p:nvPr/>
        </p:nvSpPr>
        <p:spPr>
          <a:xfrm>
            <a:off x="5375964" y="3612945"/>
            <a:ext cx="6121361" cy="1507036"/>
          </a:xfrm>
          <a:custGeom>
            <a:avLst/>
            <a:gdLst>
              <a:gd name="connsiteX0" fmla="*/ 18833 w 4604425"/>
              <a:gd name="connsiteY0" fmla="*/ 136693 h 1114161"/>
              <a:gd name="connsiteX1" fmla="*/ 130847 w 4604425"/>
              <a:gd name="connsiteY1" fmla="*/ 38109 h 1114161"/>
              <a:gd name="connsiteX2" fmla="*/ 1240224 w 4604425"/>
              <a:gd name="connsiteY2" fmla="*/ 78496 h 1114161"/>
              <a:gd name="connsiteX3" fmla="*/ 2957010 w 4604425"/>
              <a:gd name="connsiteY3" fmla="*/ 49349 h 1114161"/>
              <a:gd name="connsiteX4" fmla="*/ 3748157 w 4604425"/>
              <a:gd name="connsiteY4" fmla="*/ 38109 h 1114161"/>
              <a:gd name="connsiteX5" fmla="*/ 4542256 w 4604425"/>
              <a:gd name="connsiteY5" fmla="*/ 241278 h 1114161"/>
              <a:gd name="connsiteX6" fmla="*/ 4481010 w 4604425"/>
              <a:gd name="connsiteY6" fmla="*/ 616277 h 1114161"/>
              <a:gd name="connsiteX7" fmla="*/ 3444976 w 4604425"/>
              <a:gd name="connsiteY7" fmla="*/ 664950 h 1114161"/>
              <a:gd name="connsiteX8" fmla="*/ 1668278 w 4604425"/>
              <a:gd name="connsiteY8" fmla="*/ 1113863 h 1114161"/>
              <a:gd name="connsiteX9" fmla="*/ 18738 w 4604425"/>
              <a:gd name="connsiteY9" fmla="*/ 136693 h 1114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4425" h="1114161">
                <a:moveTo>
                  <a:pt x="18833" y="136693"/>
                </a:moveTo>
                <a:cubicBezTo>
                  <a:pt x="-29459" y="56493"/>
                  <a:pt x="17690" y="9"/>
                  <a:pt x="130847" y="38109"/>
                </a:cubicBezTo>
                <a:cubicBezTo>
                  <a:pt x="288581" y="91164"/>
                  <a:pt x="647578" y="134026"/>
                  <a:pt x="1240224" y="78496"/>
                </a:cubicBezTo>
                <a:cubicBezTo>
                  <a:pt x="1787054" y="27251"/>
                  <a:pt x="1943931" y="134502"/>
                  <a:pt x="2957010" y="49349"/>
                </a:cubicBezTo>
                <a:cubicBezTo>
                  <a:pt x="3154083" y="32776"/>
                  <a:pt x="3516033" y="-45901"/>
                  <a:pt x="3748157" y="38109"/>
                </a:cubicBezTo>
                <a:cubicBezTo>
                  <a:pt x="4218787" y="208417"/>
                  <a:pt x="4432433" y="136312"/>
                  <a:pt x="4542256" y="241278"/>
                </a:cubicBezTo>
                <a:cubicBezTo>
                  <a:pt x="4549495" y="248231"/>
                  <a:pt x="4711801" y="398917"/>
                  <a:pt x="4481010" y="616277"/>
                </a:cubicBezTo>
                <a:cubicBezTo>
                  <a:pt x="4187259" y="892883"/>
                  <a:pt x="3792448" y="625326"/>
                  <a:pt x="3444976" y="664950"/>
                </a:cubicBezTo>
                <a:cubicBezTo>
                  <a:pt x="2829280" y="735054"/>
                  <a:pt x="2508763" y="1100433"/>
                  <a:pt x="1668278" y="1113863"/>
                </a:cubicBezTo>
                <a:cubicBezTo>
                  <a:pt x="989145" y="1124722"/>
                  <a:pt x="442315" y="840400"/>
                  <a:pt x="18738" y="136693"/>
                </a:cubicBezTo>
                <a:close/>
              </a:path>
            </a:pathLst>
          </a:custGeom>
          <a:solidFill>
            <a:srgbClr val="002060">
              <a:alpha val="5000"/>
            </a:srgbClr>
          </a:solidFill>
          <a:ln w="3175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 kern="0">
              <a:solidFill>
                <a:srgbClr val="666666"/>
              </a:solidFill>
              <a:latin typeface="+mn-ea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C9FD9A6-5F44-47A0-9B94-5D21E6E6F516}"/>
              </a:ext>
            </a:extLst>
          </p:cNvPr>
          <p:cNvSpPr>
            <a:spLocks/>
          </p:cNvSpPr>
          <p:nvPr/>
        </p:nvSpPr>
        <p:spPr>
          <a:xfrm>
            <a:off x="2460143" y="3051954"/>
            <a:ext cx="3317047" cy="1829982"/>
          </a:xfrm>
          <a:custGeom>
            <a:avLst/>
            <a:gdLst>
              <a:gd name="connsiteX0" fmla="*/ 433292 w 2495049"/>
              <a:gd name="connsiteY0" fmla="*/ 91189 h 1352917"/>
              <a:gd name="connsiteX1" fmla="*/ 0 w 2495049"/>
              <a:gd name="connsiteY1" fmla="*/ 499812 h 1352917"/>
              <a:gd name="connsiteX2" fmla="*/ 847154 w 2495049"/>
              <a:gd name="connsiteY2" fmla="*/ 1156465 h 1352917"/>
              <a:gd name="connsiteX3" fmla="*/ 1594199 w 2495049"/>
              <a:gd name="connsiteY3" fmla="*/ 1228189 h 1352917"/>
              <a:gd name="connsiteX4" fmla="*/ 2003584 w 2495049"/>
              <a:gd name="connsiteY4" fmla="*/ 1293149 h 1352917"/>
              <a:gd name="connsiteX5" fmla="*/ 2474214 w 2495049"/>
              <a:gd name="connsiteY5" fmla="*/ 1080265 h 1352917"/>
              <a:gd name="connsiteX6" fmla="*/ 2095024 w 2495049"/>
              <a:gd name="connsiteY6" fmla="*/ 403133 h 1352917"/>
              <a:gd name="connsiteX7" fmla="*/ 2050542 w 2495049"/>
              <a:gd name="connsiteY7" fmla="*/ 212824 h 1352917"/>
              <a:gd name="connsiteX8" fmla="*/ 1771841 w 2495049"/>
              <a:gd name="connsiteY8" fmla="*/ 28420 h 1352917"/>
              <a:gd name="connsiteX9" fmla="*/ 1687354 w 2495049"/>
              <a:gd name="connsiteY9" fmla="*/ 44041 h 1352917"/>
              <a:gd name="connsiteX10" fmla="*/ 1204436 w 2495049"/>
              <a:gd name="connsiteY10" fmla="*/ 12989 h 1352917"/>
              <a:gd name="connsiteX11" fmla="*/ 433388 w 2495049"/>
              <a:gd name="connsiteY11" fmla="*/ 90999 h 1352917"/>
              <a:gd name="connsiteX0" fmla="*/ 433292 w 2495049"/>
              <a:gd name="connsiteY0" fmla="*/ 91189 h 1352917"/>
              <a:gd name="connsiteX1" fmla="*/ 0 w 2495049"/>
              <a:gd name="connsiteY1" fmla="*/ 499812 h 1352917"/>
              <a:gd name="connsiteX2" fmla="*/ 847154 w 2495049"/>
              <a:gd name="connsiteY2" fmla="*/ 1156465 h 1352917"/>
              <a:gd name="connsiteX3" fmla="*/ 1594199 w 2495049"/>
              <a:gd name="connsiteY3" fmla="*/ 1228189 h 1352917"/>
              <a:gd name="connsiteX4" fmla="*/ 2003584 w 2495049"/>
              <a:gd name="connsiteY4" fmla="*/ 1293149 h 1352917"/>
              <a:gd name="connsiteX5" fmla="*/ 2474214 w 2495049"/>
              <a:gd name="connsiteY5" fmla="*/ 1080265 h 1352917"/>
              <a:gd name="connsiteX6" fmla="*/ 2095024 w 2495049"/>
              <a:gd name="connsiteY6" fmla="*/ 403133 h 1352917"/>
              <a:gd name="connsiteX7" fmla="*/ 2050542 w 2495049"/>
              <a:gd name="connsiteY7" fmla="*/ 212824 h 1352917"/>
              <a:gd name="connsiteX8" fmla="*/ 1771841 w 2495049"/>
              <a:gd name="connsiteY8" fmla="*/ 28420 h 1352917"/>
              <a:gd name="connsiteX9" fmla="*/ 1687354 w 2495049"/>
              <a:gd name="connsiteY9" fmla="*/ 44041 h 1352917"/>
              <a:gd name="connsiteX10" fmla="*/ 1204436 w 2495049"/>
              <a:gd name="connsiteY10" fmla="*/ 12989 h 1352917"/>
              <a:gd name="connsiteX11" fmla="*/ 433388 w 2495049"/>
              <a:gd name="connsiteY11" fmla="*/ 90999 h 1352917"/>
              <a:gd name="connsiteX12" fmla="*/ 433292 w 2495049"/>
              <a:gd name="connsiteY12" fmla="*/ 91189 h 1352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95049" h="1352917">
                <a:moveTo>
                  <a:pt x="433292" y="91189"/>
                </a:moveTo>
                <a:cubicBezTo>
                  <a:pt x="255461" y="65758"/>
                  <a:pt x="0" y="158436"/>
                  <a:pt x="0" y="499812"/>
                </a:cubicBezTo>
                <a:cubicBezTo>
                  <a:pt x="0" y="748605"/>
                  <a:pt x="78486" y="1066835"/>
                  <a:pt x="847154" y="1156465"/>
                </a:cubicBezTo>
                <a:cubicBezTo>
                  <a:pt x="1045464" y="1179611"/>
                  <a:pt x="1311783" y="1536227"/>
                  <a:pt x="1594199" y="1228189"/>
                </a:cubicBezTo>
                <a:cubicBezTo>
                  <a:pt x="1682496" y="1131891"/>
                  <a:pt x="1797368" y="1173610"/>
                  <a:pt x="2003584" y="1293149"/>
                </a:cubicBezTo>
                <a:cubicBezTo>
                  <a:pt x="2209800" y="1412688"/>
                  <a:pt x="2587752" y="1322296"/>
                  <a:pt x="2474214" y="1080265"/>
                </a:cubicBezTo>
                <a:cubicBezTo>
                  <a:pt x="2360676" y="838235"/>
                  <a:pt x="2246376" y="861190"/>
                  <a:pt x="2095024" y="403133"/>
                </a:cubicBezTo>
                <a:cubicBezTo>
                  <a:pt x="2074545" y="341125"/>
                  <a:pt x="2060543" y="277308"/>
                  <a:pt x="2050542" y="212824"/>
                </a:cubicBezTo>
                <a:cubicBezTo>
                  <a:pt x="2036731" y="124051"/>
                  <a:pt x="1982629" y="-25301"/>
                  <a:pt x="1771841" y="28420"/>
                </a:cubicBezTo>
                <a:cubicBezTo>
                  <a:pt x="1744028" y="35468"/>
                  <a:pt x="1715929" y="41183"/>
                  <a:pt x="1687354" y="44041"/>
                </a:cubicBezTo>
                <a:cubicBezTo>
                  <a:pt x="1604582" y="52423"/>
                  <a:pt x="1437132" y="58423"/>
                  <a:pt x="1204436" y="12989"/>
                </a:cubicBezTo>
                <a:cubicBezTo>
                  <a:pt x="863822" y="-53400"/>
                  <a:pt x="914686" y="159769"/>
                  <a:pt x="433388" y="90999"/>
                </a:cubicBezTo>
                <a:cubicBezTo>
                  <a:pt x="433356" y="91062"/>
                  <a:pt x="433324" y="91126"/>
                  <a:pt x="433292" y="91189"/>
                </a:cubicBezTo>
                <a:close/>
              </a:path>
            </a:pathLst>
          </a:custGeom>
          <a:solidFill>
            <a:sysClr val="window" lastClr="FFFFFF">
              <a:lumMod val="65000"/>
              <a:alpha val="12000"/>
            </a:sysClr>
          </a:solidFill>
          <a:ln w="3175" cap="flat" cmpd="sng" algn="ctr">
            <a:solidFill>
              <a:sysClr val="window" lastClr="FFFFFF">
                <a:lumMod val="50000"/>
                <a:alpha val="12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CB33426-04F6-4113-A42B-24CB7E5CAFA8}"/>
              </a:ext>
            </a:extLst>
          </p:cNvPr>
          <p:cNvSpPr>
            <a:spLocks/>
          </p:cNvSpPr>
          <p:nvPr/>
        </p:nvSpPr>
        <p:spPr>
          <a:xfrm>
            <a:off x="2491818" y="1799459"/>
            <a:ext cx="2386992" cy="1308827"/>
          </a:xfrm>
          <a:custGeom>
            <a:avLst/>
            <a:gdLst>
              <a:gd name="connsiteX0" fmla="*/ 385736 w 1791173"/>
              <a:gd name="connsiteY0" fmla="*/ 346318 h 967471"/>
              <a:gd name="connsiteX1" fmla="*/ 686059 w 1791173"/>
              <a:gd name="connsiteY1" fmla="*/ 14658 h 967471"/>
              <a:gd name="connsiteX2" fmla="*/ 1495112 w 1791173"/>
              <a:gd name="connsiteY2" fmla="*/ 137911 h 967471"/>
              <a:gd name="connsiteX3" fmla="*/ 1782767 w 1791173"/>
              <a:gd name="connsiteY3" fmla="*/ 740082 h 967471"/>
              <a:gd name="connsiteX4" fmla="*/ 1440629 w 1791173"/>
              <a:gd name="connsiteY4" fmla="*/ 917152 h 967471"/>
              <a:gd name="connsiteX5" fmla="*/ 1032769 w 1791173"/>
              <a:gd name="connsiteY5" fmla="*/ 869336 h 967471"/>
              <a:gd name="connsiteX6" fmla="*/ 364876 w 1791173"/>
              <a:gd name="connsiteY6" fmla="*/ 967253 h 967471"/>
              <a:gd name="connsiteX7" fmla="*/ 14165 w 1791173"/>
              <a:gd name="connsiteY7" fmla="*/ 695981 h 967471"/>
              <a:gd name="connsiteX8" fmla="*/ 385831 w 1791173"/>
              <a:gd name="connsiteY8" fmla="*/ 346318 h 967471"/>
              <a:gd name="connsiteX0" fmla="*/ 390034 w 1795471"/>
              <a:gd name="connsiteY0" fmla="*/ 346318 h 967623"/>
              <a:gd name="connsiteX1" fmla="*/ 690357 w 1795471"/>
              <a:gd name="connsiteY1" fmla="*/ 14658 h 967623"/>
              <a:gd name="connsiteX2" fmla="*/ 1499410 w 1795471"/>
              <a:gd name="connsiteY2" fmla="*/ 137911 h 967623"/>
              <a:gd name="connsiteX3" fmla="*/ 1787065 w 1795471"/>
              <a:gd name="connsiteY3" fmla="*/ 740082 h 967623"/>
              <a:gd name="connsiteX4" fmla="*/ 1444927 w 1795471"/>
              <a:gd name="connsiteY4" fmla="*/ 917152 h 967623"/>
              <a:gd name="connsiteX5" fmla="*/ 1037067 w 1795471"/>
              <a:gd name="connsiteY5" fmla="*/ 869336 h 967623"/>
              <a:gd name="connsiteX6" fmla="*/ 369174 w 1795471"/>
              <a:gd name="connsiteY6" fmla="*/ 967253 h 967623"/>
              <a:gd name="connsiteX7" fmla="*/ 18463 w 1795471"/>
              <a:gd name="connsiteY7" fmla="*/ 695981 h 967623"/>
              <a:gd name="connsiteX8" fmla="*/ 390129 w 1795471"/>
              <a:gd name="connsiteY8" fmla="*/ 346318 h 967623"/>
              <a:gd name="connsiteX9" fmla="*/ 390034 w 1795471"/>
              <a:gd name="connsiteY9" fmla="*/ 346318 h 967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95471" h="967623">
                <a:moveTo>
                  <a:pt x="390034" y="346318"/>
                </a:moveTo>
                <a:cubicBezTo>
                  <a:pt x="523002" y="268594"/>
                  <a:pt x="460233" y="45995"/>
                  <a:pt x="690357" y="14658"/>
                </a:cubicBezTo>
                <a:cubicBezTo>
                  <a:pt x="1072881" y="-37539"/>
                  <a:pt x="1220042" y="60568"/>
                  <a:pt x="1499410" y="137911"/>
                </a:cubicBezTo>
                <a:cubicBezTo>
                  <a:pt x="1801543" y="221541"/>
                  <a:pt x="1704103" y="444235"/>
                  <a:pt x="1787065" y="740082"/>
                </a:cubicBezTo>
                <a:cubicBezTo>
                  <a:pt x="1815545" y="841714"/>
                  <a:pt x="1787827" y="968396"/>
                  <a:pt x="1444927" y="917152"/>
                </a:cubicBezTo>
                <a:cubicBezTo>
                  <a:pt x="1335485" y="900769"/>
                  <a:pt x="1279097" y="862573"/>
                  <a:pt x="1037067" y="869336"/>
                </a:cubicBezTo>
                <a:cubicBezTo>
                  <a:pt x="795037" y="876099"/>
                  <a:pt x="809991" y="958966"/>
                  <a:pt x="369174" y="967253"/>
                </a:cubicBezTo>
                <a:cubicBezTo>
                  <a:pt x="93711" y="972397"/>
                  <a:pt x="-54403" y="926105"/>
                  <a:pt x="18463" y="695981"/>
                </a:cubicBezTo>
                <a:cubicBezTo>
                  <a:pt x="91329" y="465857"/>
                  <a:pt x="230204" y="439759"/>
                  <a:pt x="390129" y="346318"/>
                </a:cubicBezTo>
                <a:lnTo>
                  <a:pt x="390034" y="346318"/>
                </a:lnTo>
                <a:close/>
              </a:path>
            </a:pathLst>
          </a:custGeom>
          <a:solidFill>
            <a:srgbClr val="61B230">
              <a:lumMod val="75000"/>
              <a:alpha val="10000"/>
            </a:srgbClr>
          </a:solidFill>
          <a:ln w="3175" cap="flat" cmpd="sng" algn="ctr">
            <a:solidFill>
              <a:srgbClr val="70AD47">
                <a:alpha val="20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 kern="0" dirty="0">
              <a:solidFill>
                <a:srgbClr val="666666"/>
              </a:solidFill>
              <a:latin typeface="+mn-ea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5F9F81BB-462E-4A4F-8208-BB1D2137F4A0}"/>
              </a:ext>
            </a:extLst>
          </p:cNvPr>
          <p:cNvSpPr>
            <a:spLocks/>
          </p:cNvSpPr>
          <p:nvPr/>
        </p:nvSpPr>
        <p:spPr>
          <a:xfrm>
            <a:off x="4955485" y="2107120"/>
            <a:ext cx="4665938" cy="1558250"/>
          </a:xfrm>
          <a:custGeom>
            <a:avLst/>
            <a:gdLst>
              <a:gd name="connsiteX0" fmla="*/ 316255 w 3509671"/>
              <a:gd name="connsiteY0" fmla="*/ 26281 h 1152024"/>
              <a:gd name="connsiteX1" fmla="*/ 1007389 w 3509671"/>
              <a:gd name="connsiteY1" fmla="*/ 149535 h 1152024"/>
              <a:gd name="connsiteX2" fmla="*/ 2355844 w 3509671"/>
              <a:gd name="connsiteY2" fmla="*/ 526820 h 1152024"/>
              <a:gd name="connsiteX3" fmla="*/ 3046882 w 3509671"/>
              <a:gd name="connsiteY3" fmla="*/ 725321 h 1152024"/>
              <a:gd name="connsiteX4" fmla="*/ 3445789 w 3509671"/>
              <a:gd name="connsiteY4" fmla="*/ 839907 h 1152024"/>
              <a:gd name="connsiteX5" fmla="*/ 3333775 w 3509671"/>
              <a:gd name="connsiteY5" fmla="*/ 1088700 h 1152024"/>
              <a:gd name="connsiteX6" fmla="*/ 2233352 w 3509671"/>
              <a:gd name="connsiteY6" fmla="*/ 1122323 h 1152024"/>
              <a:gd name="connsiteX7" fmla="*/ 785552 w 3509671"/>
              <a:gd name="connsiteY7" fmla="*/ 1143945 h 1152024"/>
              <a:gd name="connsiteX8" fmla="*/ 243198 w 3509671"/>
              <a:gd name="connsiteY8" fmla="*/ 909344 h 1152024"/>
              <a:gd name="connsiteX9" fmla="*/ 91941 w 3509671"/>
              <a:gd name="connsiteY9" fmla="*/ 606830 h 1152024"/>
              <a:gd name="connsiteX10" fmla="*/ 316255 w 3509671"/>
              <a:gd name="connsiteY10" fmla="*/ 26376 h 1152024"/>
              <a:gd name="connsiteX0" fmla="*/ 316255 w 3509671"/>
              <a:gd name="connsiteY0" fmla="*/ 26281 h 1152024"/>
              <a:gd name="connsiteX1" fmla="*/ 1007389 w 3509671"/>
              <a:gd name="connsiteY1" fmla="*/ 149535 h 1152024"/>
              <a:gd name="connsiteX2" fmla="*/ 2355844 w 3509671"/>
              <a:gd name="connsiteY2" fmla="*/ 526820 h 1152024"/>
              <a:gd name="connsiteX3" fmla="*/ 3046882 w 3509671"/>
              <a:gd name="connsiteY3" fmla="*/ 725321 h 1152024"/>
              <a:gd name="connsiteX4" fmla="*/ 3445789 w 3509671"/>
              <a:gd name="connsiteY4" fmla="*/ 839907 h 1152024"/>
              <a:gd name="connsiteX5" fmla="*/ 3333775 w 3509671"/>
              <a:gd name="connsiteY5" fmla="*/ 1088700 h 1152024"/>
              <a:gd name="connsiteX6" fmla="*/ 2233352 w 3509671"/>
              <a:gd name="connsiteY6" fmla="*/ 1122323 h 1152024"/>
              <a:gd name="connsiteX7" fmla="*/ 785552 w 3509671"/>
              <a:gd name="connsiteY7" fmla="*/ 1143945 h 1152024"/>
              <a:gd name="connsiteX8" fmla="*/ 243198 w 3509671"/>
              <a:gd name="connsiteY8" fmla="*/ 909344 h 1152024"/>
              <a:gd name="connsiteX9" fmla="*/ 91941 w 3509671"/>
              <a:gd name="connsiteY9" fmla="*/ 606830 h 1152024"/>
              <a:gd name="connsiteX10" fmla="*/ 316255 w 3509671"/>
              <a:gd name="connsiteY10" fmla="*/ 26376 h 1152024"/>
              <a:gd name="connsiteX11" fmla="*/ 316255 w 3509671"/>
              <a:gd name="connsiteY11" fmla="*/ 26281 h 1152024"/>
              <a:gd name="connsiteX0" fmla="*/ 316255 w 3509671"/>
              <a:gd name="connsiteY0" fmla="*/ 26281 h 1152024"/>
              <a:gd name="connsiteX1" fmla="*/ 1007389 w 3509671"/>
              <a:gd name="connsiteY1" fmla="*/ 149535 h 1152024"/>
              <a:gd name="connsiteX2" fmla="*/ 2355844 w 3509671"/>
              <a:gd name="connsiteY2" fmla="*/ 526820 h 1152024"/>
              <a:gd name="connsiteX3" fmla="*/ 3046882 w 3509671"/>
              <a:gd name="connsiteY3" fmla="*/ 725321 h 1152024"/>
              <a:gd name="connsiteX4" fmla="*/ 3445789 w 3509671"/>
              <a:gd name="connsiteY4" fmla="*/ 839907 h 1152024"/>
              <a:gd name="connsiteX5" fmla="*/ 3333775 w 3509671"/>
              <a:gd name="connsiteY5" fmla="*/ 1088700 h 1152024"/>
              <a:gd name="connsiteX6" fmla="*/ 2233352 w 3509671"/>
              <a:gd name="connsiteY6" fmla="*/ 1122323 h 1152024"/>
              <a:gd name="connsiteX7" fmla="*/ 785552 w 3509671"/>
              <a:gd name="connsiteY7" fmla="*/ 1143945 h 1152024"/>
              <a:gd name="connsiteX8" fmla="*/ 243198 w 3509671"/>
              <a:gd name="connsiteY8" fmla="*/ 909344 h 1152024"/>
              <a:gd name="connsiteX9" fmla="*/ 91941 w 3509671"/>
              <a:gd name="connsiteY9" fmla="*/ 606830 h 1152024"/>
              <a:gd name="connsiteX10" fmla="*/ 316255 w 3509671"/>
              <a:gd name="connsiteY10" fmla="*/ 26376 h 1152024"/>
              <a:gd name="connsiteX11" fmla="*/ 316255 w 3509671"/>
              <a:gd name="connsiteY11" fmla="*/ 26281 h 1152024"/>
              <a:gd name="connsiteX0" fmla="*/ 316255 w 3509671"/>
              <a:gd name="connsiteY0" fmla="*/ 26281 h 1152024"/>
              <a:gd name="connsiteX1" fmla="*/ 1007389 w 3509671"/>
              <a:gd name="connsiteY1" fmla="*/ 149535 h 1152024"/>
              <a:gd name="connsiteX2" fmla="*/ 2355844 w 3509671"/>
              <a:gd name="connsiteY2" fmla="*/ 526820 h 1152024"/>
              <a:gd name="connsiteX3" fmla="*/ 3046882 w 3509671"/>
              <a:gd name="connsiteY3" fmla="*/ 725321 h 1152024"/>
              <a:gd name="connsiteX4" fmla="*/ 3445789 w 3509671"/>
              <a:gd name="connsiteY4" fmla="*/ 839907 h 1152024"/>
              <a:gd name="connsiteX5" fmla="*/ 3333775 w 3509671"/>
              <a:gd name="connsiteY5" fmla="*/ 1088700 h 1152024"/>
              <a:gd name="connsiteX6" fmla="*/ 2233352 w 3509671"/>
              <a:gd name="connsiteY6" fmla="*/ 1122323 h 1152024"/>
              <a:gd name="connsiteX7" fmla="*/ 785552 w 3509671"/>
              <a:gd name="connsiteY7" fmla="*/ 1143945 h 1152024"/>
              <a:gd name="connsiteX8" fmla="*/ 243198 w 3509671"/>
              <a:gd name="connsiteY8" fmla="*/ 909344 h 1152024"/>
              <a:gd name="connsiteX9" fmla="*/ 91941 w 3509671"/>
              <a:gd name="connsiteY9" fmla="*/ 606830 h 1152024"/>
              <a:gd name="connsiteX10" fmla="*/ 316255 w 3509671"/>
              <a:gd name="connsiteY10" fmla="*/ 26376 h 1152024"/>
              <a:gd name="connsiteX11" fmla="*/ 316255 w 3509671"/>
              <a:gd name="connsiteY11" fmla="*/ 26281 h 1152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509671" h="1152024">
                <a:moveTo>
                  <a:pt x="316255" y="26281"/>
                </a:moveTo>
                <a:cubicBezTo>
                  <a:pt x="468465" y="82479"/>
                  <a:pt x="727545" y="252405"/>
                  <a:pt x="1007389" y="149535"/>
                </a:cubicBezTo>
                <a:cubicBezTo>
                  <a:pt x="1861305" y="-164219"/>
                  <a:pt x="2035030" y="206696"/>
                  <a:pt x="2355844" y="526820"/>
                </a:cubicBezTo>
                <a:cubicBezTo>
                  <a:pt x="2468357" y="639091"/>
                  <a:pt x="2735635" y="787776"/>
                  <a:pt x="3046882" y="725321"/>
                </a:cubicBezTo>
                <a:cubicBezTo>
                  <a:pt x="3214319" y="691723"/>
                  <a:pt x="3310629" y="680744"/>
                  <a:pt x="3445789" y="839907"/>
                </a:cubicBezTo>
                <a:cubicBezTo>
                  <a:pt x="3580949" y="999069"/>
                  <a:pt x="3481603" y="1068507"/>
                  <a:pt x="3333775" y="1088700"/>
                </a:cubicBezTo>
                <a:cubicBezTo>
                  <a:pt x="3185947" y="1108893"/>
                  <a:pt x="2607589" y="1162614"/>
                  <a:pt x="2233352" y="1122323"/>
                </a:cubicBezTo>
                <a:cubicBezTo>
                  <a:pt x="1859114" y="1082032"/>
                  <a:pt x="1096353" y="1179854"/>
                  <a:pt x="785552" y="1143945"/>
                </a:cubicBezTo>
                <a:cubicBezTo>
                  <a:pt x="474751" y="1108035"/>
                  <a:pt x="252152" y="1073936"/>
                  <a:pt x="243198" y="909344"/>
                </a:cubicBezTo>
                <a:cubicBezTo>
                  <a:pt x="234150" y="743704"/>
                  <a:pt x="194145" y="737322"/>
                  <a:pt x="91941" y="606830"/>
                </a:cubicBezTo>
                <a:cubicBezTo>
                  <a:pt x="-15405" y="469765"/>
                  <a:pt x="-112846" y="-132120"/>
                  <a:pt x="316255" y="26376"/>
                </a:cubicBezTo>
                <a:lnTo>
                  <a:pt x="316255" y="26281"/>
                </a:lnTo>
                <a:close/>
              </a:path>
            </a:pathLst>
          </a:custGeom>
          <a:solidFill>
            <a:srgbClr val="FF872D">
              <a:alpha val="10000"/>
            </a:srgbClr>
          </a:solidFill>
          <a:ln w="3175" cap="flat" cmpd="sng" algn="ctr">
            <a:solidFill>
              <a:srgbClr val="ED7D31">
                <a:alpha val="23000"/>
              </a:srgbClr>
            </a:solidFill>
            <a:prstDash val="solid"/>
            <a:round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endParaRPr lang="zh-CN" altLang="en-US" sz="1799" kern="0" dirty="0">
              <a:solidFill>
                <a:srgbClr val="666666"/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8C3615-9226-4479-82ED-EABEB08E5D52}"/>
              </a:ext>
            </a:extLst>
          </p:cNvPr>
          <p:cNvSpPr txBox="1"/>
          <p:nvPr/>
        </p:nvSpPr>
        <p:spPr>
          <a:xfrm>
            <a:off x="518179" y="263537"/>
            <a:ext cx="11155642" cy="35985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/>
            </a:lvl2pPr>
            <a:lvl3pPr marL="11877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/>
            </a:lvl3pPr>
            <a:lvl4pPr marL="1781699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4pPr>
            <a:lvl5pPr marL="2375598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5pPr>
            <a:lvl6pPr marL="29694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6pPr>
            <a:lvl7pPr marL="3563396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7pPr>
            <a:lvl8pPr marL="4157297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8pPr>
            <a:lvl9pPr marL="4751195" indent="0" algn="ctr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/>
            </a:lvl9pPr>
          </a:lstStyle>
          <a:p>
            <a:r>
              <a:rPr lang="zh-CN" altLang="en-US" sz="2399" dirty="0">
                <a:latin typeface="+mn-ea"/>
                <a:ea typeface="+mn-ea"/>
                <a:sym typeface="+mn-lt"/>
              </a:rPr>
              <a:t>多色系配色案例</a:t>
            </a:r>
            <a:r>
              <a:rPr lang="en-US" altLang="zh-CN" sz="2399" dirty="0">
                <a:latin typeface="+mn-ea"/>
                <a:ea typeface="+mn-ea"/>
                <a:sym typeface="+mn-lt"/>
              </a:rPr>
              <a:t>2</a:t>
            </a:r>
            <a:endParaRPr lang="zh-CN" altLang="en-US" sz="2399" dirty="0">
              <a:latin typeface="+mn-ea"/>
              <a:ea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17BD3C-1343-441D-B00D-2DD29B728B4C}"/>
              </a:ext>
            </a:extLst>
          </p:cNvPr>
          <p:cNvSpPr/>
          <p:nvPr/>
        </p:nvSpPr>
        <p:spPr>
          <a:xfrm>
            <a:off x="522877" y="910967"/>
            <a:ext cx="1620723" cy="5249274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746">
              <a:defRPr/>
            </a:pPr>
            <a:endParaRPr lang="zh-CN" altLang="en-US" sz="1798" kern="0">
              <a:solidFill>
                <a:srgbClr val="666666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1" name="object 19">
            <a:extLst>
              <a:ext uri="{FF2B5EF4-FFF2-40B4-BE49-F238E27FC236}">
                <a16:creationId xmlns:a16="http://schemas.microsoft.com/office/drawing/2014/main" id="{5FF0226A-1F43-4878-B938-A0FEBBC523AA}"/>
              </a:ext>
            </a:extLst>
          </p:cNvPr>
          <p:cNvSpPr/>
          <p:nvPr/>
        </p:nvSpPr>
        <p:spPr>
          <a:xfrm>
            <a:off x="522877" y="915382"/>
            <a:ext cx="1620723" cy="215916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965" tIns="46782" rIns="89965" bIns="467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746">
              <a:defRPr/>
            </a:pPr>
            <a:r>
              <a:rPr kumimoji="1" lang="zh-CN" altLang="en-US" sz="1100" b="1" kern="0" dirty="0">
                <a:solidFill>
                  <a:srgbClr val="FCFCFC"/>
                </a:solidFill>
                <a:latin typeface="+mn-ea"/>
                <a:cs typeface="+mn-ea"/>
                <a:sym typeface="+mn-lt"/>
              </a:rPr>
              <a:t>这是标题</a:t>
            </a:r>
            <a:endParaRPr kumimoji="1" sz="1100" b="1" kern="0" dirty="0">
              <a:solidFill>
                <a:srgbClr val="FCFCFC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81D959-DF1B-4EFD-AC67-BE6708F713B1}"/>
              </a:ext>
            </a:extLst>
          </p:cNvPr>
          <p:cNvSpPr txBox="1"/>
          <p:nvPr/>
        </p:nvSpPr>
        <p:spPr>
          <a:xfrm>
            <a:off x="687576" y="1303279"/>
            <a:ext cx="1291327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746">
              <a:spcAft>
                <a:spcPts val="1798"/>
              </a:spcAft>
              <a:defRPr/>
            </a:pPr>
            <a:r>
              <a:rPr kumimoji="1" lang="zh-CN" altLang="en-US" sz="11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客户价值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D03EC76-3BC3-429C-B2D0-613FE5EEAB36}"/>
              </a:ext>
            </a:extLst>
          </p:cNvPr>
          <p:cNvSpPr txBox="1"/>
          <p:nvPr/>
        </p:nvSpPr>
        <p:spPr>
          <a:xfrm>
            <a:off x="687576" y="3803614"/>
            <a:ext cx="1291327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3746">
              <a:spcAft>
                <a:spcPts val="1798"/>
              </a:spcAft>
              <a:defRPr/>
            </a:pPr>
            <a:r>
              <a:rPr kumimoji="1" lang="zh-CN" altLang="en-US" sz="11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运营策略</a:t>
            </a:r>
            <a:endParaRPr kumimoji="1" lang="en-US" altLang="zh-CN" sz="11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3891B19-8B57-4DF9-8705-A20E5002DF08}"/>
              </a:ext>
            </a:extLst>
          </p:cNvPr>
          <p:cNvCxnSpPr>
            <a:cxnSpLocks/>
          </p:cNvCxnSpPr>
          <p:nvPr/>
        </p:nvCxnSpPr>
        <p:spPr>
          <a:xfrm>
            <a:off x="518647" y="3429000"/>
            <a:ext cx="1624954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D45C7200-0C96-44F4-A970-B1EBDBFD8460}"/>
              </a:ext>
            </a:extLst>
          </p:cNvPr>
          <p:cNvSpPr txBox="1"/>
          <p:nvPr/>
        </p:nvSpPr>
        <p:spPr>
          <a:xfrm>
            <a:off x="971743" y="1613721"/>
            <a:ext cx="722993" cy="13357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3668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3668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3668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3668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C5A36A-6BC5-4D02-B088-EC9ADA1D2C36}"/>
              </a:ext>
            </a:extLst>
          </p:cNvPr>
          <p:cNvSpPr/>
          <p:nvPr/>
        </p:nvSpPr>
        <p:spPr>
          <a:xfrm>
            <a:off x="2294505" y="959797"/>
            <a:ext cx="9356345" cy="5204983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746">
              <a:defRPr/>
            </a:pPr>
            <a:endParaRPr lang="zh-CN" altLang="en-US" sz="1200" kern="0" dirty="0">
              <a:solidFill>
                <a:srgbClr val="666666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77A29F68-D1A2-40D4-B391-429E940425F5}"/>
              </a:ext>
            </a:extLst>
          </p:cNvPr>
          <p:cNvSpPr/>
          <p:nvPr/>
        </p:nvSpPr>
        <p:spPr>
          <a:xfrm>
            <a:off x="2294259" y="915382"/>
            <a:ext cx="9356345" cy="215916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965" tIns="46782" rIns="89965" bIns="467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3746">
              <a:defRPr/>
            </a:pPr>
            <a:r>
              <a:rPr kumimoji="1" lang="zh-CN" altLang="en-US" sz="1100" b="1" kern="0" dirty="0">
                <a:solidFill>
                  <a:srgbClr val="FCFCFC"/>
                </a:solidFill>
                <a:latin typeface="+mn-ea"/>
                <a:cs typeface="+mn-ea"/>
                <a:sym typeface="+mn-lt"/>
              </a:rPr>
              <a:t>这是标题</a:t>
            </a:r>
            <a:endParaRPr kumimoji="1" sz="1100" b="1" kern="0" dirty="0">
              <a:solidFill>
                <a:srgbClr val="FCFCFC"/>
              </a:solidFill>
              <a:latin typeface="+mn-ea"/>
              <a:cs typeface="+mn-ea"/>
              <a:sym typeface="+mn-lt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511A4E4-A787-4D06-B5C7-5B558763FC36}"/>
              </a:ext>
            </a:extLst>
          </p:cNvPr>
          <p:cNvCxnSpPr>
            <a:cxnSpLocks/>
          </p:cNvCxnSpPr>
          <p:nvPr/>
        </p:nvCxnSpPr>
        <p:spPr>
          <a:xfrm>
            <a:off x="2428875" y="5837869"/>
            <a:ext cx="9033997" cy="0"/>
          </a:xfrm>
          <a:prstGeom prst="straightConnector1">
            <a:avLst/>
          </a:prstGeom>
          <a:noFill/>
          <a:ln w="3175" cap="flat" cmpd="sng" algn="ctr">
            <a:solidFill>
              <a:srgbClr val="C00000">
                <a:alpha val="67000"/>
              </a:srgbClr>
            </a:solidFill>
            <a:prstDash val="solid"/>
            <a:miter lim="800000"/>
            <a:headEnd type="none"/>
            <a:tailEnd type="triangle"/>
          </a:ln>
          <a:effectLst/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B8A47F4-9085-4309-83F3-F6DF22FF1FDA}"/>
              </a:ext>
            </a:extLst>
          </p:cNvPr>
          <p:cNvCxnSpPr>
            <a:cxnSpLocks/>
          </p:cNvCxnSpPr>
          <p:nvPr/>
        </p:nvCxnSpPr>
        <p:spPr>
          <a:xfrm flipV="1">
            <a:off x="6965362" y="1337232"/>
            <a:ext cx="0" cy="4494215"/>
          </a:xfrm>
          <a:prstGeom prst="straightConnector1">
            <a:avLst/>
          </a:prstGeom>
          <a:noFill/>
          <a:ln w="3175" cap="flat" cmpd="sng" algn="ctr">
            <a:gradFill>
              <a:gsLst>
                <a:gs pos="14000">
                  <a:srgbClr val="C00000"/>
                </a:gs>
                <a:gs pos="18000">
                  <a:srgbClr val="C00000">
                    <a:alpha val="0"/>
                  </a:srgbClr>
                </a:gs>
                <a:gs pos="79000">
                  <a:srgbClr val="C00000">
                    <a:alpha val="0"/>
                  </a:srgbClr>
                </a:gs>
                <a:gs pos="82000">
                  <a:srgbClr val="C00000"/>
                </a:gs>
              </a:gsLst>
              <a:lin ang="5400000" scaled="1"/>
            </a:gradFill>
            <a:prstDash val="solid"/>
            <a:miter lim="800000"/>
            <a:tailEnd type="triangle"/>
          </a:ln>
          <a:effectLst/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10F3EAA-DF53-400C-AD5F-8DE782CBF15D}"/>
              </a:ext>
            </a:extLst>
          </p:cNvPr>
          <p:cNvSpPr txBox="1"/>
          <p:nvPr/>
        </p:nvSpPr>
        <p:spPr>
          <a:xfrm>
            <a:off x="6727283" y="1196636"/>
            <a:ext cx="452557" cy="1230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defTabSz="913746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客户价值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E0BDEF-1194-4896-BF0E-DC7EF8229C11}"/>
              </a:ext>
            </a:extLst>
          </p:cNvPr>
          <p:cNvSpPr txBox="1"/>
          <p:nvPr/>
        </p:nvSpPr>
        <p:spPr>
          <a:xfrm>
            <a:off x="10974147" y="5909880"/>
            <a:ext cx="488725" cy="1230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46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份额</a:t>
            </a:r>
            <a:r>
              <a:rPr kumimoji="1" lang="en-US" altLang="zh-CN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100%</a:t>
            </a:r>
            <a:endParaRPr kumimoji="1" lang="zh-CN" altLang="en-US" sz="8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7398BA8-A278-4E26-A193-2F5ACA65F9F1}"/>
              </a:ext>
            </a:extLst>
          </p:cNvPr>
          <p:cNvSpPr txBox="1"/>
          <p:nvPr/>
        </p:nvSpPr>
        <p:spPr>
          <a:xfrm>
            <a:off x="2813679" y="5905426"/>
            <a:ext cx="363740" cy="1230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46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份额</a:t>
            </a:r>
            <a:r>
              <a:rPr kumimoji="1" lang="en-US" altLang="zh-CN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5%</a:t>
            </a:r>
            <a:endParaRPr kumimoji="1" lang="zh-CN" altLang="en-US" sz="8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D0D3A7-015A-4F4F-A162-E55E8BF4E522}"/>
              </a:ext>
            </a:extLst>
          </p:cNvPr>
          <p:cNvSpPr txBox="1"/>
          <p:nvPr/>
        </p:nvSpPr>
        <p:spPr>
          <a:xfrm>
            <a:off x="6734162" y="5903461"/>
            <a:ext cx="426233" cy="1230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46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份额</a:t>
            </a:r>
            <a:r>
              <a:rPr kumimoji="1" lang="en-US" altLang="zh-CN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50%</a:t>
            </a:r>
            <a:endParaRPr kumimoji="1" lang="zh-CN" altLang="en-US" sz="8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58FC9DC-8255-403F-AA9D-1D3281903FC7}"/>
              </a:ext>
            </a:extLst>
          </p:cNvPr>
          <p:cNvSpPr txBox="1"/>
          <p:nvPr/>
        </p:nvSpPr>
        <p:spPr>
          <a:xfrm>
            <a:off x="10453675" y="1516342"/>
            <a:ext cx="671717" cy="246125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912669">
              <a:defRPr/>
            </a:pPr>
            <a:r>
              <a:rPr lang="en-US" altLang="zh-CN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dirty="0">
                <a:solidFill>
                  <a:srgbClr val="FFFFFF"/>
                </a:solidFill>
                <a:latin typeface="+mn-ea"/>
                <a:ea typeface="+mn-ea"/>
                <a:cs typeface="+mn-ea"/>
                <a:sym typeface="+mn-lt"/>
              </a:rPr>
              <a:t>类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90B2977-6F29-4505-A868-2DCC91A87748}"/>
              </a:ext>
            </a:extLst>
          </p:cNvPr>
          <p:cNvSpPr txBox="1"/>
          <p:nvPr/>
        </p:nvSpPr>
        <p:spPr>
          <a:xfrm>
            <a:off x="10453675" y="5153952"/>
            <a:ext cx="671717" cy="246125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912669">
              <a:defRPr/>
            </a:pPr>
            <a:r>
              <a:rPr lang="en-US" altLang="zh-CN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dirty="0">
                <a:solidFill>
                  <a:prstClr val="white"/>
                </a:solidFill>
                <a:latin typeface="+mn-ea"/>
                <a:ea typeface="+mn-ea"/>
                <a:cs typeface="+mn-ea"/>
                <a:sym typeface="+mn-lt"/>
              </a:rPr>
              <a:t>类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84D5C0D-604F-4E21-B509-3333C1C94B90}"/>
              </a:ext>
            </a:extLst>
          </p:cNvPr>
          <p:cNvSpPr txBox="1"/>
          <p:nvPr/>
        </p:nvSpPr>
        <p:spPr>
          <a:xfrm>
            <a:off x="7162420" y="1516341"/>
            <a:ext cx="825545" cy="246125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R="0" lvl="0" indent="0" algn="ctr" defTabSz="800806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</a:defRPr>
            </a:lvl1pPr>
          </a:lstStyle>
          <a:p>
            <a:r>
              <a:rPr lang="en-US" altLang="zh-CN" sz="1000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sz="1000" dirty="0">
                <a:solidFill>
                  <a:prstClr val="white"/>
                </a:solidFill>
                <a:latin typeface="+mn-ea"/>
                <a:sym typeface="+mn-lt"/>
              </a:rPr>
              <a:t>类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CE09A17-8EA7-4A3A-B16C-00080D38CA34}"/>
              </a:ext>
            </a:extLst>
          </p:cNvPr>
          <p:cNvSpPr txBox="1"/>
          <p:nvPr/>
        </p:nvSpPr>
        <p:spPr>
          <a:xfrm>
            <a:off x="3608671" y="1530495"/>
            <a:ext cx="825545" cy="246125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R="0" lvl="0" indent="0" algn="ctr" defTabSz="800806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</a:defRPr>
            </a:lvl1pPr>
          </a:lstStyle>
          <a:p>
            <a:r>
              <a:rPr lang="en-US" altLang="zh-CN" sz="1000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sz="1000" dirty="0">
                <a:solidFill>
                  <a:prstClr val="white"/>
                </a:solidFill>
                <a:latin typeface="+mn-ea"/>
                <a:sym typeface="+mn-lt"/>
              </a:rPr>
              <a:t>类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E72C217-E1E5-4E57-91FE-7C85B127DF35}"/>
              </a:ext>
            </a:extLst>
          </p:cNvPr>
          <p:cNvSpPr txBox="1"/>
          <p:nvPr/>
        </p:nvSpPr>
        <p:spPr>
          <a:xfrm>
            <a:off x="8943592" y="5909880"/>
            <a:ext cx="426233" cy="1230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46">
              <a:defRPr/>
            </a:pPr>
            <a:r>
              <a:rPr kumimoji="1" lang="zh-CN" altLang="en-US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份额</a:t>
            </a:r>
            <a:r>
              <a:rPr kumimoji="1" lang="en-US" altLang="zh-CN" sz="8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75%</a:t>
            </a:r>
            <a:endParaRPr kumimoji="1" lang="zh-CN" altLang="en-US" sz="800" b="1" dirty="0">
              <a:solidFill>
                <a:srgbClr val="C00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1" name="弧形 155">
            <a:extLst>
              <a:ext uri="{FF2B5EF4-FFF2-40B4-BE49-F238E27FC236}">
                <a16:creationId xmlns:a16="http://schemas.microsoft.com/office/drawing/2014/main" id="{AC0D8624-0969-4454-9A60-9FA82529FEBE}"/>
              </a:ext>
            </a:extLst>
          </p:cNvPr>
          <p:cNvSpPr/>
          <p:nvPr/>
        </p:nvSpPr>
        <p:spPr>
          <a:xfrm rot="10800000">
            <a:off x="8655833" y="1303277"/>
            <a:ext cx="2739337" cy="2543008"/>
          </a:xfrm>
          <a:custGeom>
            <a:avLst/>
            <a:gdLst>
              <a:gd name="connsiteX0" fmla="*/ 6145806 w 10816724"/>
              <a:gd name="connsiteY0" fmla="*/ 37157 h 7956786"/>
              <a:gd name="connsiteX1" fmla="*/ 10813503 w 10816724"/>
              <a:gd name="connsiteY1" fmla="*/ 3841109 h 7956786"/>
              <a:gd name="connsiteX2" fmla="*/ 5408362 w 10816724"/>
              <a:gd name="connsiteY2" fmla="*/ 3978393 h 7956786"/>
              <a:gd name="connsiteX3" fmla="*/ 6145806 w 10816724"/>
              <a:gd name="connsiteY3" fmla="*/ 37157 h 7956786"/>
              <a:gd name="connsiteX0-1" fmla="*/ 6145806 w 10816724"/>
              <a:gd name="connsiteY0-2" fmla="*/ 37157 h 7956786"/>
              <a:gd name="connsiteX1-3" fmla="*/ 10813503 w 10816724"/>
              <a:gd name="connsiteY1-4" fmla="*/ 3841109 h 7956786"/>
              <a:gd name="connsiteX0-5" fmla="*/ 737444 w 6124669"/>
              <a:gd name="connsiteY0-6" fmla="*/ 0 h 3941236"/>
              <a:gd name="connsiteX1-7" fmla="*/ 5405141 w 6124669"/>
              <a:gd name="connsiteY1-8" fmla="*/ 3803952 h 3941236"/>
              <a:gd name="connsiteX2-9" fmla="*/ 0 w 6124669"/>
              <a:gd name="connsiteY2-10" fmla="*/ 3941236 h 3941236"/>
              <a:gd name="connsiteX3-11" fmla="*/ 737444 w 6124669"/>
              <a:gd name="connsiteY3-12" fmla="*/ 0 h 3941236"/>
              <a:gd name="connsiteX0-13" fmla="*/ 737444 w 6124669"/>
              <a:gd name="connsiteY0-14" fmla="*/ 0 h 3941236"/>
              <a:gd name="connsiteX1-15" fmla="*/ 6124669 w 6124669"/>
              <a:gd name="connsiteY1-16" fmla="*/ 3811448 h 3941236"/>
              <a:gd name="connsiteX0-17" fmla="*/ 737444 w 6102184"/>
              <a:gd name="connsiteY0-18" fmla="*/ 0 h 3941236"/>
              <a:gd name="connsiteX1-19" fmla="*/ 5405141 w 6102184"/>
              <a:gd name="connsiteY1-20" fmla="*/ 3803952 h 3941236"/>
              <a:gd name="connsiteX2-21" fmla="*/ 0 w 6102184"/>
              <a:gd name="connsiteY2-22" fmla="*/ 3941236 h 3941236"/>
              <a:gd name="connsiteX3-23" fmla="*/ 737444 w 6102184"/>
              <a:gd name="connsiteY3-24" fmla="*/ 0 h 3941236"/>
              <a:gd name="connsiteX0-25" fmla="*/ 737444 w 6102184"/>
              <a:gd name="connsiteY0-26" fmla="*/ 0 h 3941236"/>
              <a:gd name="connsiteX1-27" fmla="*/ 6102184 w 6102184"/>
              <a:gd name="connsiteY1-28" fmla="*/ 3624071 h 3941236"/>
              <a:gd name="connsiteX0-29" fmla="*/ 737444 w 6109679"/>
              <a:gd name="connsiteY0-30" fmla="*/ 0 h 3941236"/>
              <a:gd name="connsiteX1-31" fmla="*/ 5405141 w 6109679"/>
              <a:gd name="connsiteY1-32" fmla="*/ 3803952 h 3941236"/>
              <a:gd name="connsiteX2-33" fmla="*/ 0 w 6109679"/>
              <a:gd name="connsiteY2-34" fmla="*/ 3941236 h 3941236"/>
              <a:gd name="connsiteX3-35" fmla="*/ 737444 w 6109679"/>
              <a:gd name="connsiteY3-36" fmla="*/ 0 h 3941236"/>
              <a:gd name="connsiteX0-37" fmla="*/ 737444 w 6109679"/>
              <a:gd name="connsiteY0-38" fmla="*/ 0 h 3941236"/>
              <a:gd name="connsiteX1-39" fmla="*/ 6109679 w 6109679"/>
              <a:gd name="connsiteY1-40" fmla="*/ 3594091 h 3941236"/>
              <a:gd name="connsiteX0-41" fmla="*/ 737444 w 6109679"/>
              <a:gd name="connsiteY0-42" fmla="*/ 7495 h 3948731"/>
              <a:gd name="connsiteX1-43" fmla="*/ 5405141 w 6109679"/>
              <a:gd name="connsiteY1-44" fmla="*/ 3811447 h 3948731"/>
              <a:gd name="connsiteX2-45" fmla="*/ 0 w 6109679"/>
              <a:gd name="connsiteY2-46" fmla="*/ 3948731 h 3948731"/>
              <a:gd name="connsiteX3-47" fmla="*/ 737444 w 6109679"/>
              <a:gd name="connsiteY3-48" fmla="*/ 7495 h 3948731"/>
              <a:gd name="connsiteX0-49" fmla="*/ 804900 w 6109679"/>
              <a:gd name="connsiteY0-50" fmla="*/ 0 h 3948731"/>
              <a:gd name="connsiteX1-51" fmla="*/ 6109679 w 6109679"/>
              <a:gd name="connsiteY1-52" fmla="*/ 3601586 h 3948731"/>
              <a:gd name="connsiteX0-53" fmla="*/ 812395 w 6109679"/>
              <a:gd name="connsiteY0-54" fmla="*/ 7495 h 3948731"/>
              <a:gd name="connsiteX1-55" fmla="*/ 5405141 w 6109679"/>
              <a:gd name="connsiteY1-56" fmla="*/ 3811447 h 3948731"/>
              <a:gd name="connsiteX2-57" fmla="*/ 0 w 6109679"/>
              <a:gd name="connsiteY2-58" fmla="*/ 3948731 h 3948731"/>
              <a:gd name="connsiteX3-59" fmla="*/ 812395 w 6109679"/>
              <a:gd name="connsiteY3-60" fmla="*/ 7495 h 3948731"/>
              <a:gd name="connsiteX0-61" fmla="*/ 804900 w 6109679"/>
              <a:gd name="connsiteY0-62" fmla="*/ 0 h 3948731"/>
              <a:gd name="connsiteX1-63" fmla="*/ 6109679 w 6109679"/>
              <a:gd name="connsiteY1-64" fmla="*/ 3601586 h 3948731"/>
              <a:gd name="connsiteX0-65" fmla="*/ 812395 w 6109679"/>
              <a:gd name="connsiteY0-66" fmla="*/ 7495 h 3948731"/>
              <a:gd name="connsiteX1-67" fmla="*/ 6102184 w 6109679"/>
              <a:gd name="connsiteY1-68" fmla="*/ 3624070 h 3948731"/>
              <a:gd name="connsiteX2-69" fmla="*/ 0 w 6109679"/>
              <a:gd name="connsiteY2-70" fmla="*/ 3948731 h 3948731"/>
              <a:gd name="connsiteX3-71" fmla="*/ 812395 w 6109679"/>
              <a:gd name="connsiteY3-72" fmla="*/ 7495 h 3948731"/>
              <a:gd name="connsiteX0-73" fmla="*/ 804900 w 6109679"/>
              <a:gd name="connsiteY0-74" fmla="*/ 0 h 3948731"/>
              <a:gd name="connsiteX1-75" fmla="*/ 6109679 w 6109679"/>
              <a:gd name="connsiteY1-76" fmla="*/ 3601586 h 3948731"/>
              <a:gd name="connsiteX0-77" fmla="*/ 812395 w 6109679"/>
              <a:gd name="connsiteY0-78" fmla="*/ 29980 h 3971216"/>
              <a:gd name="connsiteX1-79" fmla="*/ 6102184 w 6109679"/>
              <a:gd name="connsiteY1-80" fmla="*/ 3646555 h 3971216"/>
              <a:gd name="connsiteX2-81" fmla="*/ 0 w 6109679"/>
              <a:gd name="connsiteY2-82" fmla="*/ 3971216 h 3971216"/>
              <a:gd name="connsiteX3-83" fmla="*/ 812395 w 6109679"/>
              <a:gd name="connsiteY3-84" fmla="*/ 29980 h 3971216"/>
              <a:gd name="connsiteX0-85" fmla="*/ 759930 w 6109679"/>
              <a:gd name="connsiteY0-86" fmla="*/ 0 h 3971216"/>
              <a:gd name="connsiteX1-87" fmla="*/ 6109679 w 6109679"/>
              <a:gd name="connsiteY1-88" fmla="*/ 3624071 h 3971216"/>
              <a:gd name="connsiteX0-89" fmla="*/ 812395 w 6109679"/>
              <a:gd name="connsiteY0-90" fmla="*/ 0 h 3941236"/>
              <a:gd name="connsiteX1-91" fmla="*/ 6102184 w 6109679"/>
              <a:gd name="connsiteY1-92" fmla="*/ 3616575 h 3941236"/>
              <a:gd name="connsiteX2-93" fmla="*/ 0 w 6109679"/>
              <a:gd name="connsiteY2-94" fmla="*/ 3941236 h 3941236"/>
              <a:gd name="connsiteX3-95" fmla="*/ 812395 w 6109679"/>
              <a:gd name="connsiteY3-96" fmla="*/ 0 h 3941236"/>
              <a:gd name="connsiteX0-97" fmla="*/ 1239615 w 6109679"/>
              <a:gd name="connsiteY0-98" fmla="*/ 434715 h 3941236"/>
              <a:gd name="connsiteX1-99" fmla="*/ 6109679 w 6109679"/>
              <a:gd name="connsiteY1-100" fmla="*/ 3594091 h 3941236"/>
              <a:gd name="connsiteX0-101" fmla="*/ 1202140 w 6109679"/>
              <a:gd name="connsiteY0-102" fmla="*/ 0 h 3543997"/>
              <a:gd name="connsiteX1-103" fmla="*/ 6102184 w 6109679"/>
              <a:gd name="connsiteY1-104" fmla="*/ 3219336 h 3543997"/>
              <a:gd name="connsiteX2-105" fmla="*/ 0 w 6109679"/>
              <a:gd name="connsiteY2-106" fmla="*/ 3543997 h 3543997"/>
              <a:gd name="connsiteX3-107" fmla="*/ 1202140 w 6109679"/>
              <a:gd name="connsiteY3-108" fmla="*/ 0 h 3543997"/>
              <a:gd name="connsiteX0-109" fmla="*/ 1239615 w 6109679"/>
              <a:gd name="connsiteY0-110" fmla="*/ 37476 h 3543997"/>
              <a:gd name="connsiteX1-111" fmla="*/ 6109679 w 6109679"/>
              <a:gd name="connsiteY1-112" fmla="*/ 3196852 h 3543997"/>
              <a:gd name="connsiteX0-113" fmla="*/ 1202140 w 6109679"/>
              <a:gd name="connsiteY0-114" fmla="*/ 0 h 3543997"/>
              <a:gd name="connsiteX1-115" fmla="*/ 6102184 w 6109679"/>
              <a:gd name="connsiteY1-116" fmla="*/ 3219336 h 3543997"/>
              <a:gd name="connsiteX2-117" fmla="*/ 0 w 6109679"/>
              <a:gd name="connsiteY2-118" fmla="*/ 3543997 h 3543997"/>
              <a:gd name="connsiteX3-119" fmla="*/ 1202140 w 6109679"/>
              <a:gd name="connsiteY3-120" fmla="*/ 0 h 3543997"/>
              <a:gd name="connsiteX0-121" fmla="*/ 1239615 w 6109679"/>
              <a:gd name="connsiteY0-122" fmla="*/ 37476 h 3543997"/>
              <a:gd name="connsiteX1-123" fmla="*/ 6109679 w 6109679"/>
              <a:gd name="connsiteY1-124" fmla="*/ 3196852 h 3543997"/>
              <a:gd name="connsiteX0-125" fmla="*/ 1202140 w 6109679"/>
              <a:gd name="connsiteY0-126" fmla="*/ 0 h 3543997"/>
              <a:gd name="connsiteX1-127" fmla="*/ 6102184 w 6109679"/>
              <a:gd name="connsiteY1-128" fmla="*/ 3219336 h 3543997"/>
              <a:gd name="connsiteX2-129" fmla="*/ 0 w 6109679"/>
              <a:gd name="connsiteY2-130" fmla="*/ 3543997 h 3543997"/>
              <a:gd name="connsiteX3-131" fmla="*/ 1202140 w 6109679"/>
              <a:gd name="connsiteY3-132" fmla="*/ 0 h 3543997"/>
              <a:gd name="connsiteX0-133" fmla="*/ 120964 w 6109679"/>
              <a:gd name="connsiteY0-134" fmla="*/ 6184 h 3543997"/>
              <a:gd name="connsiteX1-135" fmla="*/ 6109679 w 6109679"/>
              <a:gd name="connsiteY1-136" fmla="*/ 3196852 h 3543997"/>
              <a:gd name="connsiteX0-137" fmla="*/ 83489 w 6109679"/>
              <a:gd name="connsiteY0-138" fmla="*/ 0 h 3559643"/>
              <a:gd name="connsiteX1-139" fmla="*/ 6102184 w 6109679"/>
              <a:gd name="connsiteY1-140" fmla="*/ 3234982 h 3559643"/>
              <a:gd name="connsiteX2-141" fmla="*/ 0 w 6109679"/>
              <a:gd name="connsiteY2-142" fmla="*/ 3559643 h 3559643"/>
              <a:gd name="connsiteX3-143" fmla="*/ 83489 w 6109679"/>
              <a:gd name="connsiteY3-144" fmla="*/ 0 h 3559643"/>
              <a:gd name="connsiteX0-145" fmla="*/ 120964 w 6109679"/>
              <a:gd name="connsiteY0-146" fmla="*/ 21830 h 3559643"/>
              <a:gd name="connsiteX1-147" fmla="*/ 6109679 w 6109679"/>
              <a:gd name="connsiteY1-148" fmla="*/ 3212498 h 3559643"/>
              <a:gd name="connsiteX0-149" fmla="*/ 83489 w 6144636"/>
              <a:gd name="connsiteY0-150" fmla="*/ 0 h 3559643"/>
              <a:gd name="connsiteX1-151" fmla="*/ 6102184 w 6144636"/>
              <a:gd name="connsiteY1-152" fmla="*/ 3234982 h 3559643"/>
              <a:gd name="connsiteX2-153" fmla="*/ 0 w 6144636"/>
              <a:gd name="connsiteY2-154" fmla="*/ 3559643 h 3559643"/>
              <a:gd name="connsiteX3-155" fmla="*/ 83489 w 6144636"/>
              <a:gd name="connsiteY3-156" fmla="*/ 0 h 3559643"/>
              <a:gd name="connsiteX0-157" fmla="*/ 120964 w 6144636"/>
              <a:gd name="connsiteY0-158" fmla="*/ 21830 h 3559643"/>
              <a:gd name="connsiteX1-159" fmla="*/ 6144636 w 6144636"/>
              <a:gd name="connsiteY1-160" fmla="*/ 3275082 h 35596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6144636" h="3559643" stroke="0" extrusionOk="0">
                <a:moveTo>
                  <a:pt x="83489" y="0"/>
                </a:moveTo>
                <a:cubicBezTo>
                  <a:pt x="3057434" y="638672"/>
                  <a:pt x="6011386" y="1300579"/>
                  <a:pt x="6102184" y="3234982"/>
                </a:cubicBezTo>
                <a:lnTo>
                  <a:pt x="0" y="3559643"/>
                </a:lnTo>
                <a:lnTo>
                  <a:pt x="83489" y="0"/>
                </a:lnTo>
                <a:close/>
              </a:path>
              <a:path w="6144636" h="3559643" fill="none">
                <a:moveTo>
                  <a:pt x="120964" y="21830"/>
                </a:moveTo>
                <a:cubicBezTo>
                  <a:pt x="2727650" y="285748"/>
                  <a:pt x="6053838" y="1340679"/>
                  <a:pt x="6144636" y="3275082"/>
                </a:cubicBezTo>
              </a:path>
            </a:pathLst>
          </a:custGeom>
          <a:noFill/>
          <a:ln w="6350" cap="flat" cmpd="sng" algn="ctr">
            <a:solidFill>
              <a:srgbClr val="C00000"/>
            </a:solidFill>
            <a:prstDash val="dash"/>
          </a:ln>
          <a:effectLst/>
        </p:spPr>
        <p:txBody>
          <a:bodyPr rtlCol="0" anchor="ctr"/>
          <a:lstStyle/>
          <a:p>
            <a:pPr algn="ctr" defTabSz="911400">
              <a:defRPr/>
            </a:pPr>
            <a:endParaRPr lang="zh-CN" altLang="en-US" sz="1200" kern="0" dirty="0">
              <a:solidFill>
                <a:prstClr val="black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2" name="弧形 155">
            <a:extLst>
              <a:ext uri="{FF2B5EF4-FFF2-40B4-BE49-F238E27FC236}">
                <a16:creationId xmlns:a16="http://schemas.microsoft.com/office/drawing/2014/main" id="{2284A11F-A985-4109-BDC3-EFDCE577CF9D}"/>
              </a:ext>
            </a:extLst>
          </p:cNvPr>
          <p:cNvSpPr/>
          <p:nvPr/>
        </p:nvSpPr>
        <p:spPr>
          <a:xfrm rot="10800000">
            <a:off x="4760928" y="1147709"/>
            <a:ext cx="3319712" cy="4690160"/>
          </a:xfrm>
          <a:custGeom>
            <a:avLst/>
            <a:gdLst>
              <a:gd name="connsiteX0" fmla="*/ 6145806 w 10816724"/>
              <a:gd name="connsiteY0" fmla="*/ 37157 h 7956786"/>
              <a:gd name="connsiteX1" fmla="*/ 10813503 w 10816724"/>
              <a:gd name="connsiteY1" fmla="*/ 3841109 h 7956786"/>
              <a:gd name="connsiteX2" fmla="*/ 5408362 w 10816724"/>
              <a:gd name="connsiteY2" fmla="*/ 3978393 h 7956786"/>
              <a:gd name="connsiteX3" fmla="*/ 6145806 w 10816724"/>
              <a:gd name="connsiteY3" fmla="*/ 37157 h 7956786"/>
              <a:gd name="connsiteX0-1" fmla="*/ 6145806 w 10816724"/>
              <a:gd name="connsiteY0-2" fmla="*/ 37157 h 7956786"/>
              <a:gd name="connsiteX1-3" fmla="*/ 10813503 w 10816724"/>
              <a:gd name="connsiteY1-4" fmla="*/ 3841109 h 7956786"/>
              <a:gd name="connsiteX0-5" fmla="*/ 737444 w 6124669"/>
              <a:gd name="connsiteY0-6" fmla="*/ 0 h 3941236"/>
              <a:gd name="connsiteX1-7" fmla="*/ 5405141 w 6124669"/>
              <a:gd name="connsiteY1-8" fmla="*/ 3803952 h 3941236"/>
              <a:gd name="connsiteX2-9" fmla="*/ 0 w 6124669"/>
              <a:gd name="connsiteY2-10" fmla="*/ 3941236 h 3941236"/>
              <a:gd name="connsiteX3-11" fmla="*/ 737444 w 6124669"/>
              <a:gd name="connsiteY3-12" fmla="*/ 0 h 3941236"/>
              <a:gd name="connsiteX0-13" fmla="*/ 737444 w 6124669"/>
              <a:gd name="connsiteY0-14" fmla="*/ 0 h 3941236"/>
              <a:gd name="connsiteX1-15" fmla="*/ 6124669 w 6124669"/>
              <a:gd name="connsiteY1-16" fmla="*/ 3811448 h 3941236"/>
              <a:gd name="connsiteX0-17" fmla="*/ 737444 w 6102184"/>
              <a:gd name="connsiteY0-18" fmla="*/ 0 h 3941236"/>
              <a:gd name="connsiteX1-19" fmla="*/ 5405141 w 6102184"/>
              <a:gd name="connsiteY1-20" fmla="*/ 3803952 h 3941236"/>
              <a:gd name="connsiteX2-21" fmla="*/ 0 w 6102184"/>
              <a:gd name="connsiteY2-22" fmla="*/ 3941236 h 3941236"/>
              <a:gd name="connsiteX3-23" fmla="*/ 737444 w 6102184"/>
              <a:gd name="connsiteY3-24" fmla="*/ 0 h 3941236"/>
              <a:gd name="connsiteX0-25" fmla="*/ 737444 w 6102184"/>
              <a:gd name="connsiteY0-26" fmla="*/ 0 h 3941236"/>
              <a:gd name="connsiteX1-27" fmla="*/ 6102184 w 6102184"/>
              <a:gd name="connsiteY1-28" fmla="*/ 3624071 h 3941236"/>
              <a:gd name="connsiteX0-29" fmla="*/ 737444 w 6109679"/>
              <a:gd name="connsiteY0-30" fmla="*/ 0 h 3941236"/>
              <a:gd name="connsiteX1-31" fmla="*/ 5405141 w 6109679"/>
              <a:gd name="connsiteY1-32" fmla="*/ 3803952 h 3941236"/>
              <a:gd name="connsiteX2-33" fmla="*/ 0 w 6109679"/>
              <a:gd name="connsiteY2-34" fmla="*/ 3941236 h 3941236"/>
              <a:gd name="connsiteX3-35" fmla="*/ 737444 w 6109679"/>
              <a:gd name="connsiteY3-36" fmla="*/ 0 h 3941236"/>
              <a:gd name="connsiteX0-37" fmla="*/ 737444 w 6109679"/>
              <a:gd name="connsiteY0-38" fmla="*/ 0 h 3941236"/>
              <a:gd name="connsiteX1-39" fmla="*/ 6109679 w 6109679"/>
              <a:gd name="connsiteY1-40" fmla="*/ 3594091 h 3941236"/>
              <a:gd name="connsiteX0-41" fmla="*/ 737444 w 6109679"/>
              <a:gd name="connsiteY0-42" fmla="*/ 7495 h 3948731"/>
              <a:gd name="connsiteX1-43" fmla="*/ 5405141 w 6109679"/>
              <a:gd name="connsiteY1-44" fmla="*/ 3811447 h 3948731"/>
              <a:gd name="connsiteX2-45" fmla="*/ 0 w 6109679"/>
              <a:gd name="connsiteY2-46" fmla="*/ 3948731 h 3948731"/>
              <a:gd name="connsiteX3-47" fmla="*/ 737444 w 6109679"/>
              <a:gd name="connsiteY3-48" fmla="*/ 7495 h 3948731"/>
              <a:gd name="connsiteX0-49" fmla="*/ 804900 w 6109679"/>
              <a:gd name="connsiteY0-50" fmla="*/ 0 h 3948731"/>
              <a:gd name="connsiteX1-51" fmla="*/ 6109679 w 6109679"/>
              <a:gd name="connsiteY1-52" fmla="*/ 3601586 h 3948731"/>
              <a:gd name="connsiteX0-53" fmla="*/ 812395 w 6109679"/>
              <a:gd name="connsiteY0-54" fmla="*/ 7495 h 3948731"/>
              <a:gd name="connsiteX1-55" fmla="*/ 5405141 w 6109679"/>
              <a:gd name="connsiteY1-56" fmla="*/ 3811447 h 3948731"/>
              <a:gd name="connsiteX2-57" fmla="*/ 0 w 6109679"/>
              <a:gd name="connsiteY2-58" fmla="*/ 3948731 h 3948731"/>
              <a:gd name="connsiteX3-59" fmla="*/ 812395 w 6109679"/>
              <a:gd name="connsiteY3-60" fmla="*/ 7495 h 3948731"/>
              <a:gd name="connsiteX0-61" fmla="*/ 804900 w 6109679"/>
              <a:gd name="connsiteY0-62" fmla="*/ 0 h 3948731"/>
              <a:gd name="connsiteX1-63" fmla="*/ 6109679 w 6109679"/>
              <a:gd name="connsiteY1-64" fmla="*/ 3601586 h 3948731"/>
              <a:gd name="connsiteX0-65" fmla="*/ 812395 w 6109679"/>
              <a:gd name="connsiteY0-66" fmla="*/ 7495 h 3948731"/>
              <a:gd name="connsiteX1-67" fmla="*/ 6102184 w 6109679"/>
              <a:gd name="connsiteY1-68" fmla="*/ 3624070 h 3948731"/>
              <a:gd name="connsiteX2-69" fmla="*/ 0 w 6109679"/>
              <a:gd name="connsiteY2-70" fmla="*/ 3948731 h 3948731"/>
              <a:gd name="connsiteX3-71" fmla="*/ 812395 w 6109679"/>
              <a:gd name="connsiteY3-72" fmla="*/ 7495 h 3948731"/>
              <a:gd name="connsiteX0-73" fmla="*/ 804900 w 6109679"/>
              <a:gd name="connsiteY0-74" fmla="*/ 0 h 3948731"/>
              <a:gd name="connsiteX1-75" fmla="*/ 6109679 w 6109679"/>
              <a:gd name="connsiteY1-76" fmla="*/ 3601586 h 3948731"/>
              <a:gd name="connsiteX0-77" fmla="*/ 812395 w 6109679"/>
              <a:gd name="connsiteY0-78" fmla="*/ 29980 h 3971216"/>
              <a:gd name="connsiteX1-79" fmla="*/ 6102184 w 6109679"/>
              <a:gd name="connsiteY1-80" fmla="*/ 3646555 h 3971216"/>
              <a:gd name="connsiteX2-81" fmla="*/ 0 w 6109679"/>
              <a:gd name="connsiteY2-82" fmla="*/ 3971216 h 3971216"/>
              <a:gd name="connsiteX3-83" fmla="*/ 812395 w 6109679"/>
              <a:gd name="connsiteY3-84" fmla="*/ 29980 h 3971216"/>
              <a:gd name="connsiteX0-85" fmla="*/ 759930 w 6109679"/>
              <a:gd name="connsiteY0-86" fmla="*/ 0 h 3971216"/>
              <a:gd name="connsiteX1-87" fmla="*/ 6109679 w 6109679"/>
              <a:gd name="connsiteY1-88" fmla="*/ 3624071 h 3971216"/>
              <a:gd name="connsiteX0-89" fmla="*/ 812395 w 6109679"/>
              <a:gd name="connsiteY0-90" fmla="*/ 0 h 3941236"/>
              <a:gd name="connsiteX1-91" fmla="*/ 6102184 w 6109679"/>
              <a:gd name="connsiteY1-92" fmla="*/ 3616575 h 3941236"/>
              <a:gd name="connsiteX2-93" fmla="*/ 0 w 6109679"/>
              <a:gd name="connsiteY2-94" fmla="*/ 3941236 h 3941236"/>
              <a:gd name="connsiteX3-95" fmla="*/ 812395 w 6109679"/>
              <a:gd name="connsiteY3-96" fmla="*/ 0 h 3941236"/>
              <a:gd name="connsiteX0-97" fmla="*/ 1239615 w 6109679"/>
              <a:gd name="connsiteY0-98" fmla="*/ 434715 h 3941236"/>
              <a:gd name="connsiteX1-99" fmla="*/ 6109679 w 6109679"/>
              <a:gd name="connsiteY1-100" fmla="*/ 3594091 h 3941236"/>
              <a:gd name="connsiteX0-101" fmla="*/ 1202140 w 6109679"/>
              <a:gd name="connsiteY0-102" fmla="*/ 0 h 3543997"/>
              <a:gd name="connsiteX1-103" fmla="*/ 6102184 w 6109679"/>
              <a:gd name="connsiteY1-104" fmla="*/ 3219336 h 3543997"/>
              <a:gd name="connsiteX2-105" fmla="*/ 0 w 6109679"/>
              <a:gd name="connsiteY2-106" fmla="*/ 3543997 h 3543997"/>
              <a:gd name="connsiteX3-107" fmla="*/ 1202140 w 6109679"/>
              <a:gd name="connsiteY3-108" fmla="*/ 0 h 3543997"/>
              <a:gd name="connsiteX0-109" fmla="*/ 1239615 w 6109679"/>
              <a:gd name="connsiteY0-110" fmla="*/ 37476 h 3543997"/>
              <a:gd name="connsiteX1-111" fmla="*/ 6109679 w 6109679"/>
              <a:gd name="connsiteY1-112" fmla="*/ 3196852 h 3543997"/>
              <a:gd name="connsiteX0-113" fmla="*/ 1202140 w 6109679"/>
              <a:gd name="connsiteY0-114" fmla="*/ 0 h 3543997"/>
              <a:gd name="connsiteX1-115" fmla="*/ 6102184 w 6109679"/>
              <a:gd name="connsiteY1-116" fmla="*/ 3219336 h 3543997"/>
              <a:gd name="connsiteX2-117" fmla="*/ 0 w 6109679"/>
              <a:gd name="connsiteY2-118" fmla="*/ 3543997 h 3543997"/>
              <a:gd name="connsiteX3-119" fmla="*/ 1202140 w 6109679"/>
              <a:gd name="connsiteY3-120" fmla="*/ 0 h 3543997"/>
              <a:gd name="connsiteX0-121" fmla="*/ 1239615 w 6109679"/>
              <a:gd name="connsiteY0-122" fmla="*/ 37476 h 3543997"/>
              <a:gd name="connsiteX1-123" fmla="*/ 6109679 w 6109679"/>
              <a:gd name="connsiteY1-124" fmla="*/ 3196852 h 3543997"/>
              <a:gd name="connsiteX0-125" fmla="*/ 1202140 w 6109679"/>
              <a:gd name="connsiteY0-126" fmla="*/ 0 h 3543997"/>
              <a:gd name="connsiteX1-127" fmla="*/ 6102184 w 6109679"/>
              <a:gd name="connsiteY1-128" fmla="*/ 3219336 h 3543997"/>
              <a:gd name="connsiteX2-129" fmla="*/ 0 w 6109679"/>
              <a:gd name="connsiteY2-130" fmla="*/ 3543997 h 3543997"/>
              <a:gd name="connsiteX3-131" fmla="*/ 1202140 w 6109679"/>
              <a:gd name="connsiteY3-132" fmla="*/ 0 h 3543997"/>
              <a:gd name="connsiteX0-133" fmla="*/ 120964 w 6109679"/>
              <a:gd name="connsiteY0-134" fmla="*/ 6184 h 3543997"/>
              <a:gd name="connsiteX1-135" fmla="*/ 6109679 w 6109679"/>
              <a:gd name="connsiteY1-136" fmla="*/ 3196852 h 3543997"/>
              <a:gd name="connsiteX0-137" fmla="*/ 83489 w 6109679"/>
              <a:gd name="connsiteY0-138" fmla="*/ 0 h 3559643"/>
              <a:gd name="connsiteX1-139" fmla="*/ 6102184 w 6109679"/>
              <a:gd name="connsiteY1-140" fmla="*/ 3234982 h 3559643"/>
              <a:gd name="connsiteX2-141" fmla="*/ 0 w 6109679"/>
              <a:gd name="connsiteY2-142" fmla="*/ 3559643 h 3559643"/>
              <a:gd name="connsiteX3-143" fmla="*/ 83489 w 6109679"/>
              <a:gd name="connsiteY3-144" fmla="*/ 0 h 3559643"/>
              <a:gd name="connsiteX0-145" fmla="*/ 120964 w 6109679"/>
              <a:gd name="connsiteY0-146" fmla="*/ 21830 h 3559643"/>
              <a:gd name="connsiteX1-147" fmla="*/ 6109679 w 6109679"/>
              <a:gd name="connsiteY1-148" fmla="*/ 3212498 h 3559643"/>
              <a:gd name="connsiteX0-149" fmla="*/ 83489 w 6144636"/>
              <a:gd name="connsiteY0-150" fmla="*/ 0 h 3559643"/>
              <a:gd name="connsiteX1-151" fmla="*/ 6102184 w 6144636"/>
              <a:gd name="connsiteY1-152" fmla="*/ 3234982 h 3559643"/>
              <a:gd name="connsiteX2-153" fmla="*/ 0 w 6144636"/>
              <a:gd name="connsiteY2-154" fmla="*/ 3559643 h 3559643"/>
              <a:gd name="connsiteX3-155" fmla="*/ 83489 w 6144636"/>
              <a:gd name="connsiteY3-156" fmla="*/ 0 h 3559643"/>
              <a:gd name="connsiteX0-157" fmla="*/ 120964 w 6144636"/>
              <a:gd name="connsiteY0-158" fmla="*/ 21830 h 3559643"/>
              <a:gd name="connsiteX1-159" fmla="*/ 6144636 w 6144636"/>
              <a:gd name="connsiteY1-160" fmla="*/ 3275082 h 35596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6144636" h="3559643" stroke="0" extrusionOk="0">
                <a:moveTo>
                  <a:pt x="83489" y="0"/>
                </a:moveTo>
                <a:cubicBezTo>
                  <a:pt x="3057434" y="638672"/>
                  <a:pt x="6011386" y="1300579"/>
                  <a:pt x="6102184" y="3234982"/>
                </a:cubicBezTo>
                <a:lnTo>
                  <a:pt x="0" y="3559643"/>
                </a:lnTo>
                <a:lnTo>
                  <a:pt x="83489" y="0"/>
                </a:lnTo>
                <a:close/>
              </a:path>
              <a:path w="6144636" h="3559643" fill="none">
                <a:moveTo>
                  <a:pt x="120964" y="21830"/>
                </a:moveTo>
                <a:cubicBezTo>
                  <a:pt x="2727650" y="285748"/>
                  <a:pt x="6053838" y="1340679"/>
                  <a:pt x="6144636" y="3275082"/>
                </a:cubicBezTo>
              </a:path>
            </a:pathLst>
          </a:custGeom>
          <a:noFill/>
          <a:ln w="6350" cap="flat" cmpd="sng" algn="ctr">
            <a:solidFill>
              <a:srgbClr val="C00000"/>
            </a:solidFill>
            <a:prstDash val="dash"/>
          </a:ln>
          <a:effectLst/>
        </p:spPr>
        <p:txBody>
          <a:bodyPr rtlCol="0" anchor="ctr"/>
          <a:lstStyle/>
          <a:p>
            <a:pPr algn="ctr" defTabSz="911400">
              <a:defRPr/>
            </a:pPr>
            <a:endParaRPr lang="zh-CN" altLang="en-US" sz="1200" kern="0" dirty="0">
              <a:solidFill>
                <a:prstClr val="black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678A03EF-95B8-4758-A240-51B9B165EC89}"/>
              </a:ext>
            </a:extLst>
          </p:cNvPr>
          <p:cNvSpPr/>
          <p:nvPr/>
        </p:nvSpPr>
        <p:spPr>
          <a:xfrm>
            <a:off x="3369741" y="1647465"/>
            <a:ext cx="242264" cy="178081"/>
          </a:xfrm>
          <a:custGeom>
            <a:avLst/>
            <a:gdLst>
              <a:gd name="connsiteX0" fmla="*/ 0 w 158750"/>
              <a:gd name="connsiteY0" fmla="*/ 228600 h 228600"/>
              <a:gd name="connsiteX1" fmla="*/ 0 w 158750"/>
              <a:gd name="connsiteY1" fmla="*/ 0 h 228600"/>
              <a:gd name="connsiteX2" fmla="*/ 158750 w 158750"/>
              <a:gd name="connsiteY2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750" h="228600">
                <a:moveTo>
                  <a:pt x="0" y="228600"/>
                </a:moveTo>
                <a:lnTo>
                  <a:pt x="0" y="0"/>
                </a:lnTo>
                <a:lnTo>
                  <a:pt x="158750" y="0"/>
                </a:lnTo>
              </a:path>
            </a:pathLst>
          </a:cu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5EDAE45-B8C4-4171-BEEB-09F20FF1C20E}"/>
              </a:ext>
            </a:extLst>
          </p:cNvPr>
          <p:cNvCxnSpPr>
            <a:cxnSpLocks/>
          </p:cNvCxnSpPr>
          <p:nvPr/>
        </p:nvCxnSpPr>
        <p:spPr>
          <a:xfrm>
            <a:off x="7522470" y="1739148"/>
            <a:ext cx="0" cy="528257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2B16D55-EC91-480B-BBAA-F5ED32068F8C}"/>
              </a:ext>
            </a:extLst>
          </p:cNvPr>
          <p:cNvCxnSpPr>
            <a:cxnSpLocks/>
          </p:cNvCxnSpPr>
          <p:nvPr/>
        </p:nvCxnSpPr>
        <p:spPr>
          <a:xfrm>
            <a:off x="10873812" y="1761720"/>
            <a:ext cx="0" cy="594551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10C3B0CF-2231-4B1A-AEC3-1D753F02AE55}"/>
              </a:ext>
            </a:extLst>
          </p:cNvPr>
          <p:cNvSpPr txBox="1"/>
          <p:nvPr/>
        </p:nvSpPr>
        <p:spPr>
          <a:xfrm>
            <a:off x="3608671" y="5153952"/>
            <a:ext cx="671717" cy="246125"/>
          </a:xfrm>
          <a:prstGeom prst="rect">
            <a:avLst/>
          </a:prstGeom>
          <a:solidFill>
            <a:srgbClr val="C00000"/>
          </a:solidFill>
          <a:ln w="6350">
            <a:noFill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912669">
              <a:defRPr/>
            </a:pPr>
            <a:r>
              <a:rPr lang="en-US" altLang="zh-CN" dirty="0">
                <a:solidFill>
                  <a:prstClr val="white"/>
                </a:solidFill>
                <a:latin typeface="+mn-ea"/>
                <a:sym typeface="+mn-lt"/>
              </a:rPr>
              <a:t>XXXX</a:t>
            </a:r>
            <a:r>
              <a:rPr lang="zh-CN" altLang="en-US" dirty="0">
                <a:solidFill>
                  <a:prstClr val="white"/>
                </a:solidFill>
                <a:latin typeface="+mn-ea"/>
                <a:ea typeface="+mn-ea"/>
                <a:cs typeface="+mn-ea"/>
                <a:sym typeface="+mn-lt"/>
              </a:rPr>
              <a:t>类</a:t>
            </a: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BB3A9540-47E2-48E6-BE90-9EA2E1DE737B}"/>
              </a:ext>
            </a:extLst>
          </p:cNvPr>
          <p:cNvSpPr/>
          <p:nvPr/>
        </p:nvSpPr>
        <p:spPr>
          <a:xfrm>
            <a:off x="3369741" y="4587425"/>
            <a:ext cx="231684" cy="728901"/>
          </a:xfrm>
          <a:custGeom>
            <a:avLst/>
            <a:gdLst>
              <a:gd name="connsiteX0" fmla="*/ 0 w 260350"/>
              <a:gd name="connsiteY0" fmla="*/ 0 h 428625"/>
              <a:gd name="connsiteX1" fmla="*/ 0 w 260350"/>
              <a:gd name="connsiteY1" fmla="*/ 428625 h 428625"/>
              <a:gd name="connsiteX2" fmla="*/ 260350 w 260350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350" h="428625">
                <a:moveTo>
                  <a:pt x="0" y="0"/>
                </a:moveTo>
                <a:lnTo>
                  <a:pt x="0" y="428625"/>
                </a:lnTo>
                <a:lnTo>
                  <a:pt x="260350" y="428625"/>
                </a:lnTo>
              </a:path>
            </a:pathLst>
          </a:cu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034">
              <a:defRPr/>
            </a:pPr>
            <a:endParaRPr lang="zh-CN" altLang="en-US" sz="1799" kern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22378DAB-2A25-4E67-8658-76319348FB41}"/>
              </a:ext>
            </a:extLst>
          </p:cNvPr>
          <p:cNvCxnSpPr>
            <a:cxnSpLocks/>
          </p:cNvCxnSpPr>
          <p:nvPr/>
        </p:nvCxnSpPr>
        <p:spPr>
          <a:xfrm>
            <a:off x="10873812" y="4618103"/>
            <a:ext cx="0" cy="539789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BD43CFD-58FE-4BD4-A5C2-C01767CF51D5}"/>
              </a:ext>
            </a:extLst>
          </p:cNvPr>
          <p:cNvSpPr txBox="1"/>
          <p:nvPr/>
        </p:nvSpPr>
        <p:spPr>
          <a:xfrm>
            <a:off x="971743" y="4045740"/>
            <a:ext cx="722993" cy="13357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3668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3668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3668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algn="ctr" defTabSz="913668">
              <a:lnSpc>
                <a:spcPct val="200000"/>
              </a:lnSpc>
              <a:defRPr/>
            </a:pPr>
            <a:r>
              <a:rPr lang="zh-CN" altLang="en-US" sz="105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内容样式</a:t>
            </a:r>
            <a:endParaRPr lang="en-US" altLang="zh-CN" sz="105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3328F7E-4FF4-490C-8776-3EC802C14962}"/>
              </a:ext>
            </a:extLst>
          </p:cNvPr>
          <p:cNvGrpSpPr/>
          <p:nvPr/>
        </p:nvGrpSpPr>
        <p:grpSpPr>
          <a:xfrm>
            <a:off x="11781361" y="52119"/>
            <a:ext cx="359859" cy="359859"/>
            <a:chOff x="11116969" y="261000"/>
            <a:chExt cx="360000" cy="360000"/>
          </a:xfrm>
        </p:grpSpPr>
        <p:sp>
          <p:nvSpPr>
            <p:cNvPr id="40" name="矩形 39">
              <a:hlinkClick r:id="rId3" action="ppaction://hlinksldjump"/>
              <a:extLst>
                <a:ext uri="{FF2B5EF4-FFF2-40B4-BE49-F238E27FC236}">
                  <a16:creationId xmlns:a16="http://schemas.microsoft.com/office/drawing/2014/main" id="{C6B25963-EC6A-4283-9447-46482F299574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chemeClr val="tx2">
                <a:lumMod val="95000"/>
              </a:schemeClr>
            </a:solidFill>
            <a:ln w="63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000" dirty="0">
                <a:latin typeface="+mn-ea"/>
              </a:endParaRPr>
            </a:p>
          </p:txBody>
        </p:sp>
        <p:cxnSp>
          <p:nvCxnSpPr>
            <p:cNvPr id="42" name="直接连接符 41">
              <a:hlinkClick r:id="rId3" action="ppaction://hlinksldjump"/>
              <a:extLst>
                <a:ext uri="{FF2B5EF4-FFF2-40B4-BE49-F238E27FC236}">
                  <a16:creationId xmlns:a16="http://schemas.microsoft.com/office/drawing/2014/main" id="{3486ECC4-F546-49C6-87B4-0AE78B3EFA6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ln w="6350">
              <a:solidFill>
                <a:schemeClr val="bg1">
                  <a:lumMod val="60000"/>
                  <a:lumOff val="40000"/>
                </a:schemeClr>
              </a:solidFill>
              <a:head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4045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73D4EE6-BBB1-F34A-2A2D-94762E6B1E80}"/>
              </a:ext>
            </a:extLst>
          </p:cNvPr>
          <p:cNvSpPr txBox="1">
            <a:spLocks/>
          </p:cNvSpPr>
          <p:nvPr/>
        </p:nvSpPr>
        <p:spPr>
          <a:xfrm>
            <a:off x="518381" y="262300"/>
            <a:ext cx="1116000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多色系配色案例</a:t>
            </a:r>
            <a:r>
              <a:rPr lang="en-US" altLang="zh-CN">
                <a:latin typeface="+mn-ea"/>
                <a:ea typeface="+mn-ea"/>
              </a:rPr>
              <a:t>3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EA3580-1B99-76EC-9B46-E56343DE6D28}"/>
              </a:ext>
            </a:extLst>
          </p:cNvPr>
          <p:cNvSpPr/>
          <p:nvPr/>
        </p:nvSpPr>
        <p:spPr>
          <a:xfrm>
            <a:off x="8868632" y="914269"/>
            <a:ext cx="2808000" cy="5251581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16000" tIns="0" rIns="21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7885" indent="-287885" algn="just" defTabSz="914112">
              <a:lnSpc>
                <a:spcPct val="125000"/>
              </a:lnSpc>
              <a:spcAft>
                <a:spcPts val="800"/>
              </a:spcAft>
              <a:buFont typeface="+mj-ea"/>
              <a:buAutoNum type="ea1JpnChsDbPeriod"/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微软雅黑"/>
              </a:rPr>
              <a:t>这里是标题：</a:t>
            </a:r>
            <a:endParaRPr lang="zh-CN" altLang="en-US" sz="1000" kern="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478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478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这里为内容区域样式，这里为内容区域样式，这里为内容区域样式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478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000" dirty="0">
              <a:solidFill>
                <a:srgbClr val="C7000B"/>
              </a:solidFill>
              <a:latin typeface="微软雅黑"/>
            </a:endParaRPr>
          </a:p>
          <a:p>
            <a:pPr marL="287885" indent="-287885" algn="just" defTabSz="914112">
              <a:lnSpc>
                <a:spcPct val="125000"/>
              </a:lnSpc>
              <a:spcAft>
                <a:spcPts val="800"/>
              </a:spcAft>
              <a:buFont typeface="+mj-ea"/>
              <a:buAutoNum type="ea1JpnChsDbPeriod" startAt="2"/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微软雅黑"/>
              </a:rPr>
              <a:t>这里是标题：</a:t>
            </a:r>
            <a:endParaRPr lang="zh-CN" altLang="en-US" sz="1000" kern="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478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478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这里为内容区域样式，这里为内容区域样式，这里为内容区域样式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478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287885" indent="-287885" algn="just" defTabSz="914112">
              <a:lnSpc>
                <a:spcPct val="125000"/>
              </a:lnSpc>
              <a:spcAft>
                <a:spcPts val="800"/>
              </a:spcAft>
              <a:buFont typeface="+mj-ea"/>
              <a:buAutoNum type="ea1JpnChsDbPeriod" startAt="3"/>
              <a:defRPr/>
            </a:pPr>
            <a:r>
              <a:rPr lang="zh-CN" altLang="en-US" sz="1100" b="1" kern="0" dirty="0">
                <a:solidFill>
                  <a:srgbClr val="1D1D1A"/>
                </a:solidFill>
                <a:latin typeface="微软雅黑"/>
              </a:rPr>
              <a:t>这里是标题：</a:t>
            </a:r>
            <a:endParaRPr lang="zh-CN" altLang="en-US" sz="1000" kern="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478" fontAlgn="ctr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这里为内容区域样式，这里为内容区域样式，这里为内容区域样式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B80D6BA-B5D1-BE55-A368-A566CD04F2DD}"/>
              </a:ext>
            </a:extLst>
          </p:cNvPr>
          <p:cNvSpPr/>
          <p:nvPr/>
        </p:nvSpPr>
        <p:spPr>
          <a:xfrm>
            <a:off x="515296" y="914269"/>
            <a:ext cx="3778526" cy="215916"/>
          </a:xfrm>
          <a:prstGeom prst="rect">
            <a:avLst/>
          </a:prstGeom>
          <a:gradFill>
            <a:gsLst>
              <a:gs pos="4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4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3944" tIns="0" rIns="14394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spcAft>
                <a:spcPts val="300"/>
              </a:spcAft>
              <a:defRPr/>
            </a:pPr>
            <a:r>
              <a:rPr lang="zh-CN" altLang="en-US" sz="1100" b="1" kern="0" dirty="0">
                <a:solidFill>
                  <a:srgbClr val="FFFFFF"/>
                </a:solidFill>
                <a:latin typeface="微软雅黑"/>
              </a:rPr>
              <a:t>这里是小标题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7CD96F-3C70-21F0-5D86-C19BAD68DFF4}"/>
              </a:ext>
            </a:extLst>
          </p:cNvPr>
          <p:cNvSpPr/>
          <p:nvPr/>
        </p:nvSpPr>
        <p:spPr>
          <a:xfrm flipH="1">
            <a:off x="4877232" y="914269"/>
            <a:ext cx="3780000" cy="215916"/>
          </a:xfrm>
          <a:prstGeom prst="rect">
            <a:avLst/>
          </a:prstGeom>
          <a:gradFill>
            <a:gsLst>
              <a:gs pos="40000">
                <a:srgbClr val="C00000"/>
              </a:gs>
              <a:gs pos="100000">
                <a:srgbClr val="C00000">
                  <a:alpha val="0"/>
                </a:srgbClr>
              </a:gs>
            </a:gsLst>
            <a:lin ang="0" scaled="0"/>
          </a:gradFill>
          <a:ln w="6350" cap="flat" cmpd="sng" algn="ctr">
            <a:gradFill>
              <a:gsLst>
                <a:gs pos="40000">
                  <a:srgbClr val="C00000"/>
                </a:gs>
                <a:gs pos="100000">
                  <a:srgbClr val="C00000">
                    <a:alpha val="0"/>
                  </a:srgbClr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3944" tIns="0" rIns="143944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800806">
              <a:spcAft>
                <a:spcPts val="300"/>
              </a:spcAft>
              <a:defRPr/>
            </a:pPr>
            <a:r>
              <a:rPr lang="zh-CN" altLang="en-US" sz="1100" b="1" kern="0" dirty="0">
                <a:solidFill>
                  <a:srgbClr val="FFFFFF"/>
                </a:solidFill>
                <a:latin typeface="微软雅黑"/>
              </a:rPr>
              <a:t>这里是小标题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16EC1FD-99EA-E462-27B0-71B942BE2F1D}"/>
              </a:ext>
            </a:extLst>
          </p:cNvPr>
          <p:cNvGrpSpPr/>
          <p:nvPr/>
        </p:nvGrpSpPr>
        <p:grpSpPr>
          <a:xfrm>
            <a:off x="3796830" y="1739901"/>
            <a:ext cx="1587568" cy="1315683"/>
            <a:chOff x="3846786" y="1739901"/>
            <a:chExt cx="1587568" cy="1315683"/>
          </a:xfrm>
        </p:grpSpPr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0F2BEE9B-E760-8ED1-1740-BC4163B640C6}"/>
                </a:ext>
              </a:extLst>
            </p:cNvPr>
            <p:cNvSpPr/>
            <p:nvPr/>
          </p:nvSpPr>
          <p:spPr>
            <a:xfrm>
              <a:off x="3846786" y="2079816"/>
              <a:ext cx="1587568" cy="875802"/>
            </a:xfrm>
            <a:prstGeom prst="arc">
              <a:avLst>
                <a:gd name="adj1" fmla="val 10796196"/>
                <a:gd name="adj2" fmla="val 21471146"/>
              </a:avLst>
            </a:prstGeom>
            <a:noFill/>
            <a:ln w="25400" cap="flat" cmpd="sng" algn="ctr">
              <a:solidFill>
                <a:srgbClr val="61B230">
                  <a:lumMod val="75000"/>
                </a:srgbClr>
              </a:solidFill>
              <a:prstDash val="solid"/>
              <a:miter lim="800000"/>
              <a:headEnd type="none" w="sm" len="lg"/>
              <a:tailEnd type="none" w="sm" len="lg"/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20" name="弧形 19">
              <a:extLst>
                <a:ext uri="{FF2B5EF4-FFF2-40B4-BE49-F238E27FC236}">
                  <a16:creationId xmlns:a16="http://schemas.microsoft.com/office/drawing/2014/main" id="{0461115A-4D93-8247-C414-C21A5410CDB4}"/>
                </a:ext>
              </a:extLst>
            </p:cNvPr>
            <p:cNvSpPr/>
            <p:nvPr/>
          </p:nvSpPr>
          <p:spPr>
            <a:xfrm>
              <a:off x="3927908" y="2179782"/>
              <a:ext cx="1425325" cy="875802"/>
            </a:xfrm>
            <a:prstGeom prst="arc">
              <a:avLst>
                <a:gd name="adj1" fmla="val 10796196"/>
                <a:gd name="adj2" fmla="val 21471146"/>
              </a:avLst>
            </a:prstGeom>
            <a:noFill/>
            <a:ln w="25400" cap="flat" cmpd="sng" algn="ctr">
              <a:solidFill>
                <a:srgbClr val="61B230">
                  <a:lumMod val="75000"/>
                </a:srgbClr>
              </a:solidFill>
              <a:prstDash val="solid"/>
              <a:miter lim="800000"/>
              <a:headEnd type="none" w="sm" len="lg"/>
              <a:tailEnd type="none" w="sm" len="lg"/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8977E78-AD17-5851-46BE-92ABF9A0ED57}"/>
                </a:ext>
              </a:extLst>
            </p:cNvPr>
            <p:cNvSpPr/>
            <p:nvPr/>
          </p:nvSpPr>
          <p:spPr>
            <a:xfrm>
              <a:off x="4534983" y="1739901"/>
              <a:ext cx="211174" cy="803786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6350" cap="flat" cmpd="sng" algn="ctr">
              <a:solidFill>
                <a:srgbClr val="61B230">
                  <a:lumMod val="75000"/>
                </a:srgbClr>
              </a:solidFill>
              <a:prstDash val="solid"/>
            </a:ln>
            <a:effectLst/>
          </p:spPr>
          <p:txBody>
            <a:bodyPr vert="eaVert" wrap="none" lIns="35986" tIns="71972" rIns="35986" bIns="71972" rtlCol="0" anchor="ctr">
              <a:noAutofit/>
            </a:bodyPr>
            <a:lstStyle/>
            <a:p>
              <a:pPr marL="0" marR="0" lvl="0" indent="0" algn="ctr" defTabSz="914034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300" normalizeH="0" baseline="0" noProof="0" dirty="0">
                  <a:ln>
                    <a:noFill/>
                  </a:ln>
                  <a:solidFill>
                    <a:srgbClr val="61B230">
                      <a:lumMod val="75000"/>
                    </a:srgbClr>
                  </a:solidFill>
                  <a:effectLst/>
                  <a:uLnTx/>
                  <a:uFillTx/>
                  <a:latin typeface="微软雅黑"/>
                </a:rPr>
                <a:t>这是标题</a:t>
              </a: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740CA710-D8EB-0238-23A4-20D50C27A947}"/>
              </a:ext>
            </a:extLst>
          </p:cNvPr>
          <p:cNvSpPr/>
          <p:nvPr/>
        </p:nvSpPr>
        <p:spPr>
          <a:xfrm>
            <a:off x="4513670" y="2646489"/>
            <a:ext cx="153888" cy="564257"/>
          </a:xfrm>
          <a:prstGeom prst="rect">
            <a:avLst/>
          </a:prstGeom>
        </p:spPr>
        <p:txBody>
          <a:bodyPr vert="eaVert" wrap="none" lIns="0" tIns="0" rIns="0" bIns="0">
            <a:spAutoFit/>
          </a:bodyPr>
          <a:lstStyle/>
          <a:p>
            <a:pPr defTabSz="914112">
              <a:defRPr/>
            </a:pPr>
            <a:r>
              <a:rPr lang="zh-CN" altLang="en-US" sz="1000" b="1" spc="100" dirty="0">
                <a:solidFill>
                  <a:srgbClr val="C00000"/>
                </a:solidFill>
                <a:latin typeface="微软雅黑"/>
              </a:rPr>
              <a:t>这是标题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CACEA11-B429-4AD4-0E71-02B6D8CF9DA4}"/>
              </a:ext>
            </a:extLst>
          </p:cNvPr>
          <p:cNvSpPr/>
          <p:nvPr/>
        </p:nvSpPr>
        <p:spPr>
          <a:xfrm>
            <a:off x="523461" y="1238403"/>
            <a:ext cx="3744000" cy="4927548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3944" tIns="71972" rIns="143944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defRPr/>
            </a:pPr>
            <a:r>
              <a:rPr lang="zh-CN" altLang="en-US" sz="1000" b="1" kern="0" dirty="0">
                <a:solidFill>
                  <a:srgbClr val="000000"/>
                </a:solidFill>
                <a:latin typeface="微软雅黑"/>
              </a:rPr>
              <a:t>小标题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75575D-7288-066A-878E-ED1994EEBFE7}"/>
              </a:ext>
            </a:extLst>
          </p:cNvPr>
          <p:cNvSpPr/>
          <p:nvPr/>
        </p:nvSpPr>
        <p:spPr>
          <a:xfrm>
            <a:off x="661988" y="1604007"/>
            <a:ext cx="3455987" cy="11515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4000" tIns="71972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微软雅黑"/>
              </a:rPr>
              <a:t>标题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A600BE-9375-F822-52E7-8A9DC7E5E4EE}"/>
              </a:ext>
            </a:extLst>
          </p:cNvPr>
          <p:cNvSpPr/>
          <p:nvPr/>
        </p:nvSpPr>
        <p:spPr>
          <a:xfrm>
            <a:off x="661987" y="2916696"/>
            <a:ext cx="3456000" cy="312215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8008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8F3564C-88B1-FF3C-D9A6-DA7CF74C6190}"/>
              </a:ext>
            </a:extLst>
          </p:cNvPr>
          <p:cNvSpPr/>
          <p:nvPr/>
        </p:nvSpPr>
        <p:spPr>
          <a:xfrm>
            <a:off x="806450" y="4513114"/>
            <a:ext cx="3203575" cy="137598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1972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800806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微软雅黑"/>
              </a:rPr>
              <a:t>标题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573A84A-A388-F47E-92A3-384DFE923A74}"/>
              </a:ext>
            </a:extLst>
          </p:cNvPr>
          <p:cNvSpPr/>
          <p:nvPr/>
        </p:nvSpPr>
        <p:spPr>
          <a:xfrm>
            <a:off x="914401" y="4904271"/>
            <a:ext cx="1008000" cy="863663"/>
          </a:xfrm>
          <a:prstGeom prst="rect">
            <a:avLst/>
          </a:prstGeom>
          <a:solidFill>
            <a:srgbClr val="EEF8FE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bIns="36000" rtlCol="0" anchor="b"/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微软雅黑"/>
              </a:rPr>
              <a:t>标题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1D2AFF4-A7BD-BF53-256A-89631C6B456E}"/>
              </a:ext>
            </a:extLst>
          </p:cNvPr>
          <p:cNvSpPr/>
          <p:nvPr/>
        </p:nvSpPr>
        <p:spPr>
          <a:xfrm>
            <a:off x="2025236" y="4904271"/>
            <a:ext cx="1876839" cy="863663"/>
          </a:xfrm>
          <a:prstGeom prst="rect">
            <a:avLst/>
          </a:prstGeom>
          <a:solidFill>
            <a:srgbClr val="EEF8FE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bIns="36000" rtlCol="0" anchor="b"/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微软雅黑"/>
              </a:rPr>
              <a:t>标题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7994B18-27AC-5B6E-215F-4F31FC53CA58}"/>
              </a:ext>
            </a:extLst>
          </p:cNvPr>
          <p:cNvSpPr/>
          <p:nvPr/>
        </p:nvSpPr>
        <p:spPr>
          <a:xfrm>
            <a:off x="1022401" y="5060824"/>
            <a:ext cx="792000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96ED9B2-9B49-B108-FE81-AC103E103131}"/>
              </a:ext>
            </a:extLst>
          </p:cNvPr>
          <p:cNvSpPr/>
          <p:nvPr/>
        </p:nvSpPr>
        <p:spPr>
          <a:xfrm>
            <a:off x="1022401" y="5316991"/>
            <a:ext cx="792000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268F197-15D2-86BF-F325-E95E6D7BCBF3}"/>
              </a:ext>
            </a:extLst>
          </p:cNvPr>
          <p:cNvSpPr/>
          <p:nvPr/>
        </p:nvSpPr>
        <p:spPr>
          <a:xfrm>
            <a:off x="2113462" y="5060824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636241B-6ECA-3627-C7DA-A7185228193D}"/>
              </a:ext>
            </a:extLst>
          </p:cNvPr>
          <p:cNvSpPr/>
          <p:nvPr/>
        </p:nvSpPr>
        <p:spPr>
          <a:xfrm>
            <a:off x="2113462" y="5316991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6DAE730-0F23-9113-8259-A18CA8E9E0CA}"/>
              </a:ext>
            </a:extLst>
          </p:cNvPr>
          <p:cNvSpPr/>
          <p:nvPr/>
        </p:nvSpPr>
        <p:spPr>
          <a:xfrm>
            <a:off x="3021849" y="5060824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0EAD6D9-E397-5C6D-80E8-5CCBEB266BC4}"/>
              </a:ext>
            </a:extLst>
          </p:cNvPr>
          <p:cNvSpPr/>
          <p:nvPr/>
        </p:nvSpPr>
        <p:spPr>
          <a:xfrm>
            <a:off x="3021849" y="5316991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DD4926F-0D67-5AEF-5F5A-222627C3C612}"/>
              </a:ext>
            </a:extLst>
          </p:cNvPr>
          <p:cNvSpPr/>
          <p:nvPr/>
        </p:nvSpPr>
        <p:spPr>
          <a:xfrm>
            <a:off x="810312" y="1963867"/>
            <a:ext cx="1440000" cy="719719"/>
          </a:xfrm>
          <a:prstGeom prst="rect">
            <a:avLst/>
          </a:prstGeom>
          <a:solidFill>
            <a:srgbClr val="61B230">
              <a:alpha val="7000"/>
            </a:srgbClr>
          </a:solidFill>
          <a:ln w="6350" cap="flat" cmpd="sng" algn="ctr">
            <a:solidFill>
              <a:srgbClr val="61B230">
                <a:lumMod val="75000"/>
                <a:alpha val="45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08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标题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F2DCEA2-1C07-48F8-D44E-AD23A1DB19F5}"/>
              </a:ext>
            </a:extLst>
          </p:cNvPr>
          <p:cNvSpPr/>
          <p:nvPr/>
        </p:nvSpPr>
        <p:spPr>
          <a:xfrm>
            <a:off x="918312" y="2196977"/>
            <a:ext cx="1224000" cy="179930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6350" cap="flat" cmpd="sng" algn="ctr">
            <a:solidFill>
              <a:srgbClr val="61B230">
                <a:lumMod val="75000"/>
                <a:alpha val="67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61B230">
                    <a:lumMod val="50000"/>
                  </a:srgbClr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37D18B2-901D-576D-E40E-F8201FA9A79F}"/>
              </a:ext>
            </a:extLst>
          </p:cNvPr>
          <p:cNvSpPr/>
          <p:nvPr/>
        </p:nvSpPr>
        <p:spPr>
          <a:xfrm>
            <a:off x="918312" y="2425420"/>
            <a:ext cx="1224000" cy="179930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6350" cap="flat" cmpd="sng" algn="ctr">
            <a:solidFill>
              <a:srgbClr val="61B230">
                <a:lumMod val="75000"/>
                <a:alpha val="67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61B230">
                    <a:lumMod val="50000"/>
                  </a:srgbClr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02F101DF-20F8-07B0-65DC-AEB212E5EA3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36" y="4804657"/>
            <a:ext cx="179930" cy="17993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058BFDCC-A20F-BDDC-80C5-246FB36DA6A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49" y="4804657"/>
            <a:ext cx="179930" cy="17993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17C59B82-8EA5-B07D-2C42-92718757F10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04" y="4804657"/>
            <a:ext cx="179930" cy="179930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5F53DA92-125B-50B0-80B6-276292391ED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96498" y="4804657"/>
            <a:ext cx="179930" cy="17993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1AE60BCA-371A-5115-B5CF-9B53D2D3878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04" y="4317777"/>
            <a:ext cx="179930" cy="179930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56FBE109-A563-CDB9-459E-A4E7FB69607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96498" y="4317777"/>
            <a:ext cx="179930" cy="17993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BD5578E6-BA3B-5944-3BD5-3FDBF8C13D6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158404" y="3120781"/>
            <a:ext cx="179930" cy="179930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EA9D668C-E1CD-2C5E-0911-E821A16C7E7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696498" y="3120781"/>
            <a:ext cx="179930" cy="179930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319C9C18-E0C8-6A9C-B1E6-E170EF44B84F}"/>
              </a:ext>
            </a:extLst>
          </p:cNvPr>
          <p:cNvSpPr/>
          <p:nvPr/>
        </p:nvSpPr>
        <p:spPr>
          <a:xfrm>
            <a:off x="3483213" y="3074236"/>
            <a:ext cx="115417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微软雅黑"/>
              </a:rPr>
              <a:t>XX</a:t>
            </a:r>
            <a:endParaRPr lang="zh-CN" altLang="en-US" sz="700" kern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1096A58-E1C5-32BA-344C-A9756939F034}"/>
              </a:ext>
            </a:extLst>
          </p:cNvPr>
          <p:cNvSpPr/>
          <p:nvPr/>
        </p:nvSpPr>
        <p:spPr>
          <a:xfrm>
            <a:off x="2811207" y="4369545"/>
            <a:ext cx="229140" cy="1076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微软雅黑"/>
              </a:rPr>
              <a:t>Core </a:t>
            </a:r>
            <a:endParaRPr lang="zh-CN" altLang="en-US" sz="700" kern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57FD0D9-EE75-D73F-F90A-AB3AECD9E240}"/>
              </a:ext>
            </a:extLst>
          </p:cNvPr>
          <p:cNvSpPr/>
          <p:nvPr/>
        </p:nvSpPr>
        <p:spPr>
          <a:xfrm>
            <a:off x="2432358" y="2503655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XX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32A6C58-B9CF-A284-CE72-BB9D1B02DD1C}"/>
              </a:ext>
            </a:extLst>
          </p:cNvPr>
          <p:cNvSpPr/>
          <p:nvPr/>
        </p:nvSpPr>
        <p:spPr>
          <a:xfrm>
            <a:off x="3298323" y="2503655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marL="0" marR="0" lvl="0" indent="0" algn="ctr" defTabSz="8008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XX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2AE3F7F-DCC1-6DA9-7DFC-1F06C56D1DA1}"/>
              </a:ext>
            </a:extLst>
          </p:cNvPr>
          <p:cNvSpPr/>
          <p:nvPr/>
        </p:nvSpPr>
        <p:spPr>
          <a:xfrm>
            <a:off x="2865340" y="2145718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XX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F7145F4E-CC90-B114-9837-DF25F993CD2C}"/>
              </a:ext>
            </a:extLst>
          </p:cNvPr>
          <p:cNvSpPr/>
          <p:nvPr/>
        </p:nvSpPr>
        <p:spPr>
          <a:xfrm>
            <a:off x="2865340" y="1787782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XX</a:t>
            </a: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934C9687-DCB6-2798-19BB-A06F1521948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07485" y="2521648"/>
            <a:ext cx="143944" cy="143944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5051CA7B-853D-953E-46EB-DEBA6DC8301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41996" y="2521648"/>
            <a:ext cx="143944" cy="143944"/>
          </a:xfrm>
          <a:prstGeom prst="rect">
            <a:avLst/>
          </a:prstGeom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960087E1-354D-4AA8-0455-FF955277222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4835" y="2521648"/>
            <a:ext cx="143944" cy="143944"/>
          </a:xfrm>
          <a:prstGeom prst="rect">
            <a:avLst/>
          </a:prstGeom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F733FBC1-FB06-BCAB-7CEE-48C1D17409D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389346" y="2521648"/>
            <a:ext cx="143944" cy="143944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258E908D-9C81-45CF-B39E-098DE16EBA0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46262" y="2163711"/>
            <a:ext cx="143944" cy="143944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733ABBCE-AB99-3292-DB40-AF37665DC41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3" y="2163711"/>
            <a:ext cx="143944" cy="143944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F89BF3E9-3D3A-5D6F-429D-B64FAC25D72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146262" y="1805775"/>
            <a:ext cx="143944" cy="143944"/>
          </a:xfrm>
          <a:prstGeom prst="rect">
            <a:avLst/>
          </a:prstGeom>
        </p:spPr>
      </p:pic>
      <p:pic>
        <p:nvPicPr>
          <p:cNvPr id="105" name="图片 104">
            <a:extLst>
              <a:ext uri="{FF2B5EF4-FFF2-40B4-BE49-F238E27FC236}">
                <a16:creationId xmlns:a16="http://schemas.microsoft.com/office/drawing/2014/main" id="{98048CA7-5744-BBD8-1BB3-F2100EFEE84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3" y="1805775"/>
            <a:ext cx="143944" cy="143944"/>
          </a:xfrm>
          <a:prstGeom prst="rect">
            <a:avLst/>
          </a:prstGeom>
        </p:spPr>
      </p:pic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346FD729-330A-BF10-7FC5-DD7C5FB20AD4}"/>
              </a:ext>
            </a:extLst>
          </p:cNvPr>
          <p:cNvCxnSpPr>
            <a:cxnSpLocks/>
            <a:stCxn id="84" idx="2"/>
            <a:endCxn id="83" idx="0"/>
          </p:cNvCxnSpPr>
          <p:nvPr/>
        </p:nvCxnSpPr>
        <p:spPr>
          <a:xfrm>
            <a:off x="3225200" y="1967712"/>
            <a:ext cx="0" cy="178006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131A89CD-2DE1-828D-6F91-FFD0E88DC293}"/>
              </a:ext>
            </a:extLst>
          </p:cNvPr>
          <p:cNvCxnSpPr>
            <a:cxnSpLocks/>
            <a:stCxn id="83" idx="2"/>
            <a:endCxn id="81" idx="0"/>
          </p:cNvCxnSpPr>
          <p:nvPr/>
        </p:nvCxnSpPr>
        <p:spPr>
          <a:xfrm flipH="1">
            <a:off x="2792218" y="2325648"/>
            <a:ext cx="432982" cy="178007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2C92DD47-B709-50AA-1348-E6FCED74F021}"/>
              </a:ext>
            </a:extLst>
          </p:cNvPr>
          <p:cNvCxnSpPr>
            <a:cxnSpLocks/>
            <a:stCxn id="83" idx="2"/>
            <a:endCxn id="82" idx="0"/>
          </p:cNvCxnSpPr>
          <p:nvPr/>
        </p:nvCxnSpPr>
        <p:spPr>
          <a:xfrm>
            <a:off x="3225200" y="2325648"/>
            <a:ext cx="432983" cy="178007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735F9693-76A9-AF1B-9F7B-53E07836B0F7}"/>
              </a:ext>
            </a:extLst>
          </p:cNvPr>
          <p:cNvCxnSpPr>
            <a:cxnSpLocks/>
            <a:stCxn id="81" idx="2"/>
            <a:endCxn id="126" idx="3"/>
          </p:cNvCxnSpPr>
          <p:nvPr/>
        </p:nvCxnSpPr>
        <p:spPr>
          <a:xfrm flipH="1">
            <a:off x="2459358" y="2683585"/>
            <a:ext cx="332860" cy="527161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DC19C6A5-E1BE-D634-7286-B8B9E3601A17}"/>
              </a:ext>
            </a:extLst>
          </p:cNvPr>
          <p:cNvCxnSpPr>
            <a:cxnSpLocks/>
            <a:stCxn id="81" idx="2"/>
            <a:endCxn id="127" idx="3"/>
          </p:cNvCxnSpPr>
          <p:nvPr/>
        </p:nvCxnSpPr>
        <p:spPr>
          <a:xfrm flipH="1">
            <a:off x="2459358" y="2683585"/>
            <a:ext cx="332860" cy="814524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1FE7C6EA-9D01-48BC-DFEC-2CF2B4DB740C}"/>
              </a:ext>
            </a:extLst>
          </p:cNvPr>
          <p:cNvCxnSpPr>
            <a:cxnSpLocks/>
            <a:stCxn id="82" idx="2"/>
            <a:endCxn id="126" idx="3"/>
          </p:cNvCxnSpPr>
          <p:nvPr/>
        </p:nvCxnSpPr>
        <p:spPr>
          <a:xfrm flipH="1">
            <a:off x="2459358" y="2683585"/>
            <a:ext cx="1198825" cy="527161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11ED458E-3532-91D6-0E30-30B6A8E0ED14}"/>
              </a:ext>
            </a:extLst>
          </p:cNvPr>
          <p:cNvCxnSpPr>
            <a:cxnSpLocks/>
            <a:stCxn id="69" idx="2"/>
            <a:endCxn id="127" idx="3"/>
          </p:cNvCxnSpPr>
          <p:nvPr/>
        </p:nvCxnSpPr>
        <p:spPr>
          <a:xfrm flipH="1">
            <a:off x="2459358" y="3300711"/>
            <a:ext cx="789011" cy="197398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577D7DD6-E295-0B0F-E396-21B14652EC72}"/>
              </a:ext>
            </a:extLst>
          </p:cNvPr>
          <p:cNvCxnSpPr>
            <a:cxnSpLocks/>
            <a:stCxn id="69" idx="2"/>
            <a:endCxn id="126" idx="3"/>
          </p:cNvCxnSpPr>
          <p:nvPr/>
        </p:nvCxnSpPr>
        <p:spPr>
          <a:xfrm flipH="1" flipV="1">
            <a:off x="2459358" y="3210746"/>
            <a:ext cx="789011" cy="89965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7220645F-667F-762B-E079-DAFB76D32C6F}"/>
              </a:ext>
            </a:extLst>
          </p:cNvPr>
          <p:cNvCxnSpPr>
            <a:cxnSpLocks/>
            <a:stCxn id="70" idx="2"/>
            <a:endCxn id="126" idx="3"/>
          </p:cNvCxnSpPr>
          <p:nvPr/>
        </p:nvCxnSpPr>
        <p:spPr>
          <a:xfrm flipH="1" flipV="1">
            <a:off x="2459358" y="3210746"/>
            <a:ext cx="1327105" cy="89965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F4F00FBA-BC27-8AE4-B1CA-9FE0174386E8}"/>
              </a:ext>
            </a:extLst>
          </p:cNvPr>
          <p:cNvCxnSpPr>
            <a:cxnSpLocks/>
            <a:stCxn id="70" idx="2"/>
            <a:endCxn id="127" idx="3"/>
          </p:cNvCxnSpPr>
          <p:nvPr/>
        </p:nvCxnSpPr>
        <p:spPr>
          <a:xfrm flipH="1">
            <a:off x="2459358" y="3300711"/>
            <a:ext cx="1327105" cy="197398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CE82FFE9-F23C-976F-4881-EB1EF75C5110}"/>
              </a:ext>
            </a:extLst>
          </p:cNvPr>
          <p:cNvCxnSpPr>
            <a:cxnSpLocks/>
            <a:stCxn id="69" idx="2"/>
            <a:endCxn id="127" idx="3"/>
          </p:cNvCxnSpPr>
          <p:nvPr/>
        </p:nvCxnSpPr>
        <p:spPr>
          <a:xfrm flipH="1">
            <a:off x="2459358" y="3300711"/>
            <a:ext cx="789011" cy="197398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DD767436-5E02-67F6-9BFC-462CA3DDEA22}"/>
              </a:ext>
            </a:extLst>
          </p:cNvPr>
          <p:cNvCxnSpPr>
            <a:cxnSpLocks/>
            <a:stCxn id="70" idx="2"/>
            <a:endCxn id="64" idx="0"/>
          </p:cNvCxnSpPr>
          <p:nvPr/>
        </p:nvCxnSpPr>
        <p:spPr>
          <a:xfrm>
            <a:off x="3786463" y="3300711"/>
            <a:ext cx="0" cy="1017066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D72971A3-2786-7325-C797-444926AF92CA}"/>
              </a:ext>
            </a:extLst>
          </p:cNvPr>
          <p:cNvCxnSpPr>
            <a:cxnSpLocks/>
            <a:stCxn id="69" idx="2"/>
            <a:endCxn id="63" idx="0"/>
          </p:cNvCxnSpPr>
          <p:nvPr/>
        </p:nvCxnSpPr>
        <p:spPr>
          <a:xfrm>
            <a:off x="3248369" y="3300711"/>
            <a:ext cx="0" cy="1017066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119" name="矩形 118">
            <a:extLst>
              <a:ext uri="{FF2B5EF4-FFF2-40B4-BE49-F238E27FC236}">
                <a16:creationId xmlns:a16="http://schemas.microsoft.com/office/drawing/2014/main" id="{B539192F-03D0-92FB-6501-FA59D5AD7DC2}"/>
              </a:ext>
            </a:extLst>
          </p:cNvPr>
          <p:cNvSpPr/>
          <p:nvPr/>
        </p:nvSpPr>
        <p:spPr>
          <a:xfrm>
            <a:off x="810312" y="3814269"/>
            <a:ext cx="1440000" cy="540000"/>
          </a:xfrm>
          <a:prstGeom prst="rect">
            <a:avLst/>
          </a:prstGeom>
          <a:solidFill>
            <a:srgbClr val="FAF7EC"/>
          </a:solidFill>
          <a:ln w="6350" cap="flat" cmpd="sng" algn="ctr">
            <a:solidFill>
              <a:srgbClr val="EDC86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微软雅黑"/>
              </a:rPr>
              <a:t>标题</a:t>
            </a:r>
          </a:p>
        </p:txBody>
      </p:sp>
      <p:pic>
        <p:nvPicPr>
          <p:cNvPr id="120" name="图片 119">
            <a:extLst>
              <a:ext uri="{FF2B5EF4-FFF2-40B4-BE49-F238E27FC236}">
                <a16:creationId xmlns:a16="http://schemas.microsoft.com/office/drawing/2014/main" id="{42A2AB54-99BD-6437-9E61-9588CD43CB7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28" y="3896015"/>
            <a:ext cx="179930" cy="179930"/>
          </a:xfrm>
          <a:prstGeom prst="rect">
            <a:avLst/>
          </a:prstGeom>
        </p:spPr>
      </p:pic>
      <p:pic>
        <p:nvPicPr>
          <p:cNvPr id="121" name="图片 120">
            <a:extLst>
              <a:ext uri="{FF2B5EF4-FFF2-40B4-BE49-F238E27FC236}">
                <a16:creationId xmlns:a16="http://schemas.microsoft.com/office/drawing/2014/main" id="{65D7E269-CDC6-C79B-4A1E-6280933D63B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28" y="4120735"/>
            <a:ext cx="179930" cy="179930"/>
          </a:xfrm>
          <a:prstGeom prst="rect">
            <a:avLst/>
          </a:prstGeom>
        </p:spPr>
      </p:pic>
      <p:sp>
        <p:nvSpPr>
          <p:cNvPr id="122" name="矩形 121">
            <a:extLst>
              <a:ext uri="{FF2B5EF4-FFF2-40B4-BE49-F238E27FC236}">
                <a16:creationId xmlns:a16="http://schemas.microsoft.com/office/drawing/2014/main" id="{DA0600EB-A5C8-B4C0-6D0D-26FF8C7480AD}"/>
              </a:ext>
            </a:extLst>
          </p:cNvPr>
          <p:cNvSpPr/>
          <p:nvPr/>
        </p:nvSpPr>
        <p:spPr>
          <a:xfrm>
            <a:off x="914401" y="4057439"/>
            <a:ext cx="576000" cy="1661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ED72FE36-E261-8DEC-8EFD-A8A04C483B74}"/>
              </a:ext>
            </a:extLst>
          </p:cNvPr>
          <p:cNvSpPr/>
          <p:nvPr/>
        </p:nvSpPr>
        <p:spPr>
          <a:xfrm>
            <a:off x="1566926" y="4057439"/>
            <a:ext cx="576000" cy="1661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0D374F32-C214-B041-204D-CE5A48390912}"/>
              </a:ext>
            </a:extLst>
          </p:cNvPr>
          <p:cNvSpPr txBox="1"/>
          <p:nvPr/>
        </p:nvSpPr>
        <p:spPr>
          <a:xfrm>
            <a:off x="1427075" y="4184394"/>
            <a:ext cx="246766" cy="1538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000" kern="0" dirty="0">
                <a:solidFill>
                  <a:srgbClr val="000000"/>
                </a:solidFill>
                <a:latin typeface="微软雅黑"/>
              </a:rPr>
              <a:t>… …</a:t>
            </a:r>
            <a:endParaRPr kumimoji="1" lang="zh-CN" altLang="en-US" sz="1000" kern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3D3A4A4F-C2C8-BBE7-A950-E52A82954883}"/>
              </a:ext>
            </a:extLst>
          </p:cNvPr>
          <p:cNvSpPr/>
          <p:nvPr/>
        </p:nvSpPr>
        <p:spPr>
          <a:xfrm>
            <a:off x="810312" y="3012812"/>
            <a:ext cx="1440000" cy="683395"/>
          </a:xfrm>
          <a:prstGeom prst="rect">
            <a:avLst/>
          </a:prstGeom>
          <a:solidFill>
            <a:srgbClr val="FAF7EC"/>
          </a:solidFill>
          <a:ln w="6350" cap="flat" cmpd="sng" algn="ctr">
            <a:solidFill>
              <a:srgbClr val="EDC86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微软雅黑"/>
              </a:rPr>
              <a:t>标题</a:t>
            </a:r>
          </a:p>
        </p:txBody>
      </p:sp>
      <p:pic>
        <p:nvPicPr>
          <p:cNvPr id="126" name="图片 125">
            <a:extLst>
              <a:ext uri="{FF2B5EF4-FFF2-40B4-BE49-F238E27FC236}">
                <a16:creationId xmlns:a16="http://schemas.microsoft.com/office/drawing/2014/main" id="{4A099F6E-851F-270A-3C0A-42D9D15C3D2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28" y="3120781"/>
            <a:ext cx="179930" cy="179930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BCBEC07B-EA0B-0C3C-1AFF-2C39064927A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28" y="3408144"/>
            <a:ext cx="179930" cy="179930"/>
          </a:xfrm>
          <a:prstGeom prst="rect">
            <a:avLst/>
          </a:prstGeom>
        </p:spPr>
      </p:pic>
      <p:sp>
        <p:nvSpPr>
          <p:cNvPr id="128" name="矩形 127">
            <a:extLst>
              <a:ext uri="{FF2B5EF4-FFF2-40B4-BE49-F238E27FC236}">
                <a16:creationId xmlns:a16="http://schemas.microsoft.com/office/drawing/2014/main" id="{15243E33-899C-FE0B-F40A-48B680FF3299}"/>
              </a:ext>
            </a:extLst>
          </p:cNvPr>
          <p:cNvSpPr/>
          <p:nvPr/>
        </p:nvSpPr>
        <p:spPr>
          <a:xfrm>
            <a:off x="1564530" y="3216694"/>
            <a:ext cx="576000" cy="166130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5ABA5E66-00B2-58FC-FE30-91D00689DEC0}"/>
              </a:ext>
            </a:extLst>
          </p:cNvPr>
          <p:cNvSpPr/>
          <p:nvPr/>
        </p:nvSpPr>
        <p:spPr>
          <a:xfrm>
            <a:off x="914401" y="3216694"/>
            <a:ext cx="576000" cy="166130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17F8F18-A6B9-96FA-CC58-EB314798F822}"/>
              </a:ext>
            </a:extLst>
          </p:cNvPr>
          <p:cNvSpPr/>
          <p:nvPr/>
        </p:nvSpPr>
        <p:spPr>
          <a:xfrm>
            <a:off x="1564530" y="3444113"/>
            <a:ext cx="576000" cy="166130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12E11FFE-4A55-8101-BC6D-F18B9E851C85}"/>
              </a:ext>
            </a:extLst>
          </p:cNvPr>
          <p:cNvSpPr/>
          <p:nvPr/>
        </p:nvSpPr>
        <p:spPr>
          <a:xfrm>
            <a:off x="914401" y="3444113"/>
            <a:ext cx="576000" cy="166130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6BE43C98-BECB-4C29-D880-E110BAA3CEF1}"/>
              </a:ext>
            </a:extLst>
          </p:cNvPr>
          <p:cNvSpPr txBox="1"/>
          <p:nvPr/>
        </p:nvSpPr>
        <p:spPr>
          <a:xfrm>
            <a:off x="1424133" y="3541023"/>
            <a:ext cx="2468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000" kern="0" dirty="0">
                <a:solidFill>
                  <a:srgbClr val="000000"/>
                </a:solidFill>
                <a:latin typeface="微软雅黑"/>
              </a:rPr>
              <a:t>… …</a:t>
            </a:r>
            <a:endParaRPr kumimoji="1" lang="zh-CN" altLang="en-US" sz="1000" kern="0" dirty="0">
              <a:solidFill>
                <a:srgbClr val="000000"/>
              </a:solidFill>
              <a:latin typeface="微软雅黑"/>
            </a:endParaRP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3B06F150-44F2-2C55-D66D-14727B9A9BF8}"/>
              </a:ext>
            </a:extLst>
          </p:cNvPr>
          <p:cNvCxnSpPr>
            <a:cxnSpLocks/>
            <a:stCxn id="70" idx="2"/>
            <a:endCxn id="121" idx="3"/>
          </p:cNvCxnSpPr>
          <p:nvPr/>
        </p:nvCxnSpPr>
        <p:spPr>
          <a:xfrm flipH="1">
            <a:off x="2459358" y="3300711"/>
            <a:ext cx="1327105" cy="90998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042E791A-29AD-E76F-538B-9F2E817CDAD2}"/>
              </a:ext>
            </a:extLst>
          </p:cNvPr>
          <p:cNvCxnSpPr>
            <a:cxnSpLocks/>
            <a:stCxn id="69" idx="2"/>
            <a:endCxn id="120" idx="3"/>
          </p:cNvCxnSpPr>
          <p:nvPr/>
        </p:nvCxnSpPr>
        <p:spPr>
          <a:xfrm flipH="1">
            <a:off x="2459358" y="3300711"/>
            <a:ext cx="789011" cy="68526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6CF4B12F-BDF5-BB04-D337-A4F2108D80E8}"/>
              </a:ext>
            </a:extLst>
          </p:cNvPr>
          <p:cNvCxnSpPr>
            <a:cxnSpLocks/>
            <a:stCxn id="70" idx="2"/>
            <a:endCxn id="120" idx="3"/>
          </p:cNvCxnSpPr>
          <p:nvPr/>
        </p:nvCxnSpPr>
        <p:spPr>
          <a:xfrm flipH="1">
            <a:off x="2459358" y="3300711"/>
            <a:ext cx="1327105" cy="68526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C224A03B-23A8-EC2F-07CE-47E4F22886A5}"/>
              </a:ext>
            </a:extLst>
          </p:cNvPr>
          <p:cNvCxnSpPr>
            <a:cxnSpLocks/>
            <a:stCxn id="69" idx="2"/>
            <a:endCxn id="121" idx="3"/>
          </p:cNvCxnSpPr>
          <p:nvPr/>
        </p:nvCxnSpPr>
        <p:spPr>
          <a:xfrm flipH="1">
            <a:off x="2459358" y="3300711"/>
            <a:ext cx="789011" cy="90998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BEACA09D-A1B4-31D8-2C14-69934AA671CE}"/>
              </a:ext>
            </a:extLst>
          </p:cNvPr>
          <p:cNvSpPr/>
          <p:nvPr/>
        </p:nvSpPr>
        <p:spPr>
          <a:xfrm flipH="1">
            <a:off x="4913768" y="1238302"/>
            <a:ext cx="3744000" cy="4927548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3944" tIns="71972" rIns="143944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 defTabSz="800806">
              <a:defRPr/>
            </a:pPr>
            <a:r>
              <a:rPr lang="zh-CN" altLang="en-US" sz="1000" b="1" kern="0" dirty="0">
                <a:solidFill>
                  <a:srgbClr val="000000"/>
                </a:solidFill>
                <a:latin typeface="微软雅黑"/>
              </a:rPr>
              <a:t>小标题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F914BB38-5641-28EF-464E-699A1A1A4DE5}"/>
              </a:ext>
            </a:extLst>
          </p:cNvPr>
          <p:cNvSpPr/>
          <p:nvPr/>
        </p:nvSpPr>
        <p:spPr>
          <a:xfrm flipH="1">
            <a:off x="5058173" y="1604007"/>
            <a:ext cx="3455987" cy="11515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44000" tIns="71972" rIns="108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 defTabSz="800806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微软雅黑"/>
              </a:rPr>
              <a:t>标题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54545681-9085-D92F-5E33-D26819C170BE}"/>
              </a:ext>
            </a:extLst>
          </p:cNvPr>
          <p:cNvSpPr/>
          <p:nvPr/>
        </p:nvSpPr>
        <p:spPr>
          <a:xfrm flipH="1">
            <a:off x="5058161" y="2916696"/>
            <a:ext cx="3456000" cy="312215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8008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51DA8054-FB8B-1EE4-0EA4-E41F46E4D397}"/>
              </a:ext>
            </a:extLst>
          </p:cNvPr>
          <p:cNvSpPr/>
          <p:nvPr/>
        </p:nvSpPr>
        <p:spPr>
          <a:xfrm flipH="1">
            <a:off x="5166123" y="4513114"/>
            <a:ext cx="3203575" cy="137598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71972" rIns="108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 defTabSz="800806">
              <a:defRPr/>
            </a:pPr>
            <a:r>
              <a:rPr lang="zh-CN" altLang="en-US" sz="900" b="1" kern="0" dirty="0">
                <a:solidFill>
                  <a:srgbClr val="C00000"/>
                </a:solidFill>
                <a:latin typeface="微软雅黑"/>
              </a:rPr>
              <a:t>标题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064F6B4C-0EC5-B098-2AC1-CAD1791C3B6B}"/>
              </a:ext>
            </a:extLst>
          </p:cNvPr>
          <p:cNvSpPr/>
          <p:nvPr/>
        </p:nvSpPr>
        <p:spPr>
          <a:xfrm flipH="1">
            <a:off x="7253747" y="4904271"/>
            <a:ext cx="1008000" cy="863663"/>
          </a:xfrm>
          <a:prstGeom prst="rect">
            <a:avLst/>
          </a:prstGeom>
          <a:solidFill>
            <a:srgbClr val="EEF8FE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bIns="36000" rtlCol="0" anchor="b"/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微软雅黑"/>
              </a:rPr>
              <a:t>标题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23EB4F3B-1CBA-F108-797E-0D2C09E2E41C}"/>
              </a:ext>
            </a:extLst>
          </p:cNvPr>
          <p:cNvSpPr/>
          <p:nvPr/>
        </p:nvSpPr>
        <p:spPr>
          <a:xfrm flipH="1">
            <a:off x="5274073" y="4904271"/>
            <a:ext cx="1876839" cy="863663"/>
          </a:xfrm>
          <a:prstGeom prst="rect">
            <a:avLst/>
          </a:prstGeom>
          <a:solidFill>
            <a:srgbClr val="EEF8FE"/>
          </a:solidFill>
          <a:ln w="6350" cap="flat" cmpd="sng" algn="ctr">
            <a:solidFill>
              <a:srgbClr val="A7C2E3"/>
            </a:solidFill>
            <a:prstDash val="solid"/>
          </a:ln>
          <a:effectLst/>
        </p:spPr>
        <p:txBody>
          <a:bodyPr wrap="none" bIns="36000" rtlCol="0" anchor="b"/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微软雅黑"/>
              </a:rPr>
              <a:t>标题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D6C1701A-5F1D-89F7-0BE9-ABD3391B6694}"/>
              </a:ext>
            </a:extLst>
          </p:cNvPr>
          <p:cNvSpPr/>
          <p:nvPr/>
        </p:nvSpPr>
        <p:spPr>
          <a:xfrm flipH="1">
            <a:off x="7361747" y="5060824"/>
            <a:ext cx="792000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20FC40C9-0EA1-C8D4-1482-29C498D77482}"/>
              </a:ext>
            </a:extLst>
          </p:cNvPr>
          <p:cNvSpPr/>
          <p:nvPr/>
        </p:nvSpPr>
        <p:spPr>
          <a:xfrm flipH="1">
            <a:off x="7361747" y="5316991"/>
            <a:ext cx="792000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F91CABB8-CE62-D776-82FA-DB0E9A9B7A2D}"/>
              </a:ext>
            </a:extLst>
          </p:cNvPr>
          <p:cNvSpPr/>
          <p:nvPr/>
        </p:nvSpPr>
        <p:spPr>
          <a:xfrm flipH="1">
            <a:off x="6270686" y="5060824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0070C0">
                <a:alpha val="4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B47AB02E-4FA3-8A4C-BDC8-4DEA2FD1FE57}"/>
              </a:ext>
            </a:extLst>
          </p:cNvPr>
          <p:cNvSpPr/>
          <p:nvPr/>
        </p:nvSpPr>
        <p:spPr>
          <a:xfrm flipH="1">
            <a:off x="6270686" y="5316991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0070C0">
                <a:alpha val="4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8E21F844-9E50-8805-CA48-AC1B915A37A9}"/>
              </a:ext>
            </a:extLst>
          </p:cNvPr>
          <p:cNvSpPr/>
          <p:nvPr/>
        </p:nvSpPr>
        <p:spPr>
          <a:xfrm flipH="1">
            <a:off x="5362299" y="5060824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0070C0">
                <a:alpha val="4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1AFE5954-32D8-6EF9-6E64-2B1AB9010E6C}"/>
              </a:ext>
            </a:extLst>
          </p:cNvPr>
          <p:cNvSpPr/>
          <p:nvPr/>
        </p:nvSpPr>
        <p:spPr>
          <a:xfrm flipH="1">
            <a:off x="5362299" y="5316991"/>
            <a:ext cx="792000" cy="179930"/>
          </a:xfrm>
          <a:prstGeom prst="rect">
            <a:avLst/>
          </a:prstGeom>
          <a:solidFill>
            <a:srgbClr val="CBE8FD"/>
          </a:solidFill>
          <a:ln w="6350" cap="flat" cmpd="sng" algn="ctr">
            <a:solidFill>
              <a:srgbClr val="0070C0">
                <a:alpha val="4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algn="ctr"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700" kern="0">
                <a:solidFill>
                  <a:prstClr val="black"/>
                </a:solidFill>
                <a:latin typeface="微软雅黑"/>
              </a:rPr>
              <a:t>内容</a:t>
            </a:r>
            <a:endParaRPr lang="zh-CN" altLang="en-US" sz="7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3D704167-5C2E-CD99-B89A-7DD65BCCBCAE}"/>
              </a:ext>
            </a:extLst>
          </p:cNvPr>
          <p:cNvSpPr/>
          <p:nvPr/>
        </p:nvSpPr>
        <p:spPr>
          <a:xfrm flipH="1">
            <a:off x="6925836" y="1963867"/>
            <a:ext cx="1440000" cy="719719"/>
          </a:xfrm>
          <a:prstGeom prst="rect">
            <a:avLst/>
          </a:prstGeom>
          <a:solidFill>
            <a:srgbClr val="61B230">
              <a:alpha val="7000"/>
            </a:srgbClr>
          </a:solidFill>
          <a:ln w="6350" cap="flat" cmpd="sng" algn="ctr">
            <a:solidFill>
              <a:srgbClr val="61B230">
                <a:lumMod val="75000"/>
                <a:alpha val="45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008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标题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8E7BE005-3E5B-8682-76EF-CA08BB5438EC}"/>
              </a:ext>
            </a:extLst>
          </p:cNvPr>
          <p:cNvSpPr/>
          <p:nvPr/>
        </p:nvSpPr>
        <p:spPr>
          <a:xfrm flipH="1">
            <a:off x="7033836" y="2196977"/>
            <a:ext cx="1224000" cy="179930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6350" cap="flat" cmpd="sng" algn="ctr">
            <a:solidFill>
              <a:srgbClr val="61B230">
                <a:lumMod val="75000"/>
                <a:alpha val="67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61B230">
                    <a:lumMod val="50000"/>
                  </a:srgbClr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BE6CB3D7-DDDC-1FCF-E936-D30D0500B9AA}"/>
              </a:ext>
            </a:extLst>
          </p:cNvPr>
          <p:cNvSpPr/>
          <p:nvPr/>
        </p:nvSpPr>
        <p:spPr>
          <a:xfrm flipH="1">
            <a:off x="7033836" y="2425420"/>
            <a:ext cx="1224000" cy="179930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6350" cap="flat" cmpd="sng" algn="ctr">
            <a:solidFill>
              <a:srgbClr val="61B230">
                <a:lumMod val="75000"/>
                <a:alpha val="67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61B230">
                    <a:lumMod val="50000"/>
                  </a:srgbClr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pic>
        <p:nvPicPr>
          <p:cNvPr id="175" name="图片 174">
            <a:extLst>
              <a:ext uri="{FF2B5EF4-FFF2-40B4-BE49-F238E27FC236}">
                <a16:creationId xmlns:a16="http://schemas.microsoft.com/office/drawing/2014/main" id="{2AD2B5A9-4983-DF76-E0E1-3D70AEF0F36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870982" y="4804657"/>
            <a:ext cx="179930" cy="179930"/>
          </a:xfrm>
          <a:prstGeom prst="rect">
            <a:avLst/>
          </a:prstGeom>
        </p:spPr>
      </p:pic>
      <p:pic>
        <p:nvPicPr>
          <p:cNvPr id="176" name="图片 175">
            <a:extLst>
              <a:ext uri="{FF2B5EF4-FFF2-40B4-BE49-F238E27FC236}">
                <a16:creationId xmlns:a16="http://schemas.microsoft.com/office/drawing/2014/main" id="{9160E880-B677-20B0-2C5D-767DCDD0112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56869" y="4804657"/>
            <a:ext cx="179930" cy="179930"/>
          </a:xfrm>
          <a:prstGeom prst="rect">
            <a:avLst/>
          </a:prstGeom>
        </p:spPr>
      </p:pic>
      <p:pic>
        <p:nvPicPr>
          <p:cNvPr id="177" name="图片 176">
            <a:extLst>
              <a:ext uri="{FF2B5EF4-FFF2-40B4-BE49-F238E27FC236}">
                <a16:creationId xmlns:a16="http://schemas.microsoft.com/office/drawing/2014/main" id="{156EAA8F-6F83-975B-090A-58BA456EF5B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837814" y="4804657"/>
            <a:ext cx="179930" cy="179930"/>
          </a:xfrm>
          <a:prstGeom prst="rect">
            <a:avLst/>
          </a:prstGeom>
        </p:spPr>
      </p:pic>
      <p:pic>
        <p:nvPicPr>
          <p:cNvPr id="178" name="图片 177">
            <a:extLst>
              <a:ext uri="{FF2B5EF4-FFF2-40B4-BE49-F238E27FC236}">
                <a16:creationId xmlns:a16="http://schemas.microsoft.com/office/drawing/2014/main" id="{6F13FD4F-19A0-626B-A867-441DF87F287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01" y="4804657"/>
            <a:ext cx="179930" cy="179930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C1683907-7D0E-168C-7B97-ACEB279DD23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837814" y="4317777"/>
            <a:ext cx="179930" cy="179930"/>
          </a:xfrm>
          <a:prstGeom prst="rect">
            <a:avLst/>
          </a:prstGeom>
        </p:spPr>
      </p:pic>
      <p:pic>
        <p:nvPicPr>
          <p:cNvPr id="249" name="图片 248">
            <a:extLst>
              <a:ext uri="{FF2B5EF4-FFF2-40B4-BE49-F238E27FC236}">
                <a16:creationId xmlns:a16="http://schemas.microsoft.com/office/drawing/2014/main" id="{E171D698-0732-A3E9-4DFF-5A7B313ADE6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01" y="4317777"/>
            <a:ext cx="179930" cy="179930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3E9A04D0-25F0-1058-965C-97C378280F4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837814" y="3120781"/>
            <a:ext cx="179930" cy="179930"/>
          </a:xfrm>
          <a:prstGeom prst="rect">
            <a:avLst/>
          </a:prstGeom>
        </p:spPr>
      </p:pic>
      <p:pic>
        <p:nvPicPr>
          <p:cNvPr id="251" name="图片 250">
            <a:extLst>
              <a:ext uri="{FF2B5EF4-FFF2-40B4-BE49-F238E27FC236}">
                <a16:creationId xmlns:a16="http://schemas.microsoft.com/office/drawing/2014/main" id="{FEB5115F-17B1-680A-FF87-A45FBAAEF3C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01" y="3120781"/>
            <a:ext cx="179930" cy="179930"/>
          </a:xfrm>
          <a:prstGeom prst="rect">
            <a:avLst/>
          </a:prstGeom>
        </p:spPr>
      </p:pic>
      <p:sp>
        <p:nvSpPr>
          <p:cNvPr id="252" name="矩形 251">
            <a:extLst>
              <a:ext uri="{FF2B5EF4-FFF2-40B4-BE49-F238E27FC236}">
                <a16:creationId xmlns:a16="http://schemas.microsoft.com/office/drawing/2014/main" id="{8AF6FA02-FFE6-D699-254C-39DD92802F19}"/>
              </a:ext>
            </a:extLst>
          </p:cNvPr>
          <p:cNvSpPr/>
          <p:nvPr/>
        </p:nvSpPr>
        <p:spPr>
          <a:xfrm flipH="1">
            <a:off x="5638910" y="3074236"/>
            <a:ext cx="115417" cy="10772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微软雅黑"/>
              </a:rPr>
              <a:t>XX</a:t>
            </a:r>
            <a:endParaRPr lang="zh-CN" altLang="en-US" sz="700" kern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75D55675-0658-ADA2-31AA-EF6C55A52BFD}"/>
              </a:ext>
            </a:extLst>
          </p:cNvPr>
          <p:cNvSpPr/>
          <p:nvPr/>
        </p:nvSpPr>
        <p:spPr>
          <a:xfrm flipH="1">
            <a:off x="6135801" y="4369545"/>
            <a:ext cx="229140" cy="1076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defTabSz="800806">
              <a:defRPr/>
            </a:pPr>
            <a:r>
              <a:rPr lang="en-US" altLang="zh-CN" sz="700" kern="0" dirty="0">
                <a:solidFill>
                  <a:srgbClr val="000000"/>
                </a:solidFill>
                <a:latin typeface="微软雅黑"/>
              </a:rPr>
              <a:t>Core </a:t>
            </a:r>
            <a:endParaRPr lang="zh-CN" altLang="en-US" sz="700" kern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54EE79D2-1332-3E2B-02AD-CB200F5A0BD6}"/>
              </a:ext>
            </a:extLst>
          </p:cNvPr>
          <p:cNvSpPr/>
          <p:nvPr/>
        </p:nvSpPr>
        <p:spPr>
          <a:xfrm flipH="1">
            <a:off x="6024071" y="2503655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DR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2F44C564-F93A-87D2-E8CA-D911ED77BB6A}"/>
              </a:ext>
            </a:extLst>
          </p:cNvPr>
          <p:cNvSpPr/>
          <p:nvPr/>
        </p:nvSpPr>
        <p:spPr>
          <a:xfrm flipH="1">
            <a:off x="5158106" y="2503655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287888" tIns="0" rIns="0" bIns="0" rtlCol="0" anchor="ctr"/>
          <a:lstStyle/>
          <a:p>
            <a:pPr marL="0" marR="0" lvl="0" indent="0" algn="ctr" defTabSz="8008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IDR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D6D67FC4-79E7-9770-F6F1-A68A65413A33}"/>
              </a:ext>
            </a:extLst>
          </p:cNvPr>
          <p:cNvSpPr/>
          <p:nvPr/>
        </p:nvSpPr>
        <p:spPr>
          <a:xfrm flipH="1">
            <a:off x="5591089" y="2145718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108000" tIns="0" rIns="0" bIns="0" rtlCol="0" anchor="ctr"/>
          <a:lstStyle/>
          <a:p>
            <a:pPr marL="0" marR="0" lvl="0" indent="0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XX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038A0202-DBA2-8A67-BE10-EFBE2E3F49E4}"/>
              </a:ext>
            </a:extLst>
          </p:cNvPr>
          <p:cNvSpPr/>
          <p:nvPr/>
        </p:nvSpPr>
        <p:spPr>
          <a:xfrm flipH="1">
            <a:off x="5591089" y="1787782"/>
            <a:ext cx="719719" cy="1799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lIns="108000" tIns="0" rIns="0" bIns="0" rtlCol="0" anchor="ctr"/>
          <a:lstStyle/>
          <a:p>
            <a:pPr marL="0" marR="0" lvl="0" indent="0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XX</a:t>
            </a:r>
          </a:p>
        </p:txBody>
      </p:sp>
      <p:pic>
        <p:nvPicPr>
          <p:cNvPr id="258" name="图片 257">
            <a:extLst>
              <a:ext uri="{FF2B5EF4-FFF2-40B4-BE49-F238E27FC236}">
                <a16:creationId xmlns:a16="http://schemas.microsoft.com/office/drawing/2014/main" id="{30EBD0BD-3566-6F98-3CB6-A585A1129C7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24719" y="2521648"/>
            <a:ext cx="143944" cy="143944"/>
          </a:xfrm>
          <a:prstGeom prst="rect">
            <a:avLst/>
          </a:prstGeom>
        </p:spPr>
      </p:pic>
      <p:pic>
        <p:nvPicPr>
          <p:cNvPr id="259" name="图片 258">
            <a:extLst>
              <a:ext uri="{FF2B5EF4-FFF2-40B4-BE49-F238E27FC236}">
                <a16:creationId xmlns:a16="http://schemas.microsoft.com/office/drawing/2014/main" id="{B4809E52-5CF4-65B8-575C-E85A4551E9D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90208" y="2521648"/>
            <a:ext cx="143944" cy="143944"/>
          </a:xfrm>
          <a:prstGeom prst="rect">
            <a:avLst/>
          </a:prstGeom>
        </p:spPr>
      </p:pic>
      <p:pic>
        <p:nvPicPr>
          <p:cNvPr id="260" name="图片 259">
            <a:extLst>
              <a:ext uri="{FF2B5EF4-FFF2-40B4-BE49-F238E27FC236}">
                <a16:creationId xmlns:a16="http://schemas.microsoft.com/office/drawing/2014/main" id="{EE5614E9-A3FB-EE10-7AAA-B9A5B1519F6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77369" y="2521648"/>
            <a:ext cx="143944" cy="143944"/>
          </a:xfrm>
          <a:prstGeom prst="rect">
            <a:avLst/>
          </a:prstGeom>
        </p:spPr>
      </p:pic>
      <p:pic>
        <p:nvPicPr>
          <p:cNvPr id="261" name="图片 260">
            <a:extLst>
              <a:ext uri="{FF2B5EF4-FFF2-40B4-BE49-F238E27FC236}">
                <a16:creationId xmlns:a16="http://schemas.microsoft.com/office/drawing/2014/main" id="{58E0DA26-21E8-3250-3C27-9F1A82F441C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642858" y="2521648"/>
            <a:ext cx="143944" cy="143944"/>
          </a:xfrm>
          <a:prstGeom prst="rect">
            <a:avLst/>
          </a:prstGeom>
        </p:spPr>
      </p:pic>
      <p:pic>
        <p:nvPicPr>
          <p:cNvPr id="262" name="图片 261">
            <a:extLst>
              <a:ext uri="{FF2B5EF4-FFF2-40B4-BE49-F238E27FC236}">
                <a16:creationId xmlns:a16="http://schemas.microsoft.com/office/drawing/2014/main" id="{DE93A9E6-6E52-A885-54C1-67672F028CD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85942" y="2163711"/>
            <a:ext cx="143944" cy="143944"/>
          </a:xfrm>
          <a:prstGeom prst="rect">
            <a:avLst/>
          </a:prstGeom>
        </p:spPr>
      </p:pic>
      <p:pic>
        <p:nvPicPr>
          <p:cNvPr id="263" name="图片 262">
            <a:extLst>
              <a:ext uri="{FF2B5EF4-FFF2-40B4-BE49-F238E27FC236}">
                <a16:creationId xmlns:a16="http://schemas.microsoft.com/office/drawing/2014/main" id="{C4E95C36-4F3D-F29E-09D9-CD7C508D709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051431" y="2163711"/>
            <a:ext cx="143944" cy="143944"/>
          </a:xfrm>
          <a:prstGeom prst="rect">
            <a:avLst/>
          </a:prstGeom>
        </p:spPr>
      </p:pic>
      <p:pic>
        <p:nvPicPr>
          <p:cNvPr id="264" name="图片 263">
            <a:extLst>
              <a:ext uri="{FF2B5EF4-FFF2-40B4-BE49-F238E27FC236}">
                <a16:creationId xmlns:a16="http://schemas.microsoft.com/office/drawing/2014/main" id="{7744D777-CC00-B95B-642C-90196D9183F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85942" y="1805775"/>
            <a:ext cx="143944" cy="143944"/>
          </a:xfrm>
          <a:prstGeom prst="rect">
            <a:avLst/>
          </a:prstGeom>
        </p:spPr>
      </p:pic>
      <p:pic>
        <p:nvPicPr>
          <p:cNvPr id="265" name="图片 264">
            <a:extLst>
              <a:ext uri="{FF2B5EF4-FFF2-40B4-BE49-F238E27FC236}">
                <a16:creationId xmlns:a16="http://schemas.microsoft.com/office/drawing/2014/main" id="{323CDA2C-9773-1657-C8A5-53B0A424B62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051431" y="1805775"/>
            <a:ext cx="143944" cy="143944"/>
          </a:xfrm>
          <a:prstGeom prst="rect">
            <a:avLst/>
          </a:prstGeom>
        </p:spPr>
      </p:pic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5B094238-D931-9218-97D8-079FAC132AAF}"/>
              </a:ext>
            </a:extLst>
          </p:cNvPr>
          <p:cNvCxnSpPr>
            <a:cxnSpLocks/>
            <a:stCxn id="257" idx="2"/>
            <a:endCxn id="256" idx="0"/>
          </p:cNvCxnSpPr>
          <p:nvPr/>
        </p:nvCxnSpPr>
        <p:spPr>
          <a:xfrm flipH="1">
            <a:off x="5950948" y="1967712"/>
            <a:ext cx="0" cy="178006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2FC1B0D1-027B-67DD-E2D6-DDDDC04ECD7E}"/>
              </a:ext>
            </a:extLst>
          </p:cNvPr>
          <p:cNvCxnSpPr>
            <a:cxnSpLocks/>
            <a:stCxn id="256" idx="2"/>
            <a:endCxn id="254" idx="0"/>
          </p:cNvCxnSpPr>
          <p:nvPr/>
        </p:nvCxnSpPr>
        <p:spPr>
          <a:xfrm>
            <a:off x="5950948" y="2325648"/>
            <a:ext cx="432982" cy="178007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8" name="直接连接符 267">
            <a:extLst>
              <a:ext uri="{FF2B5EF4-FFF2-40B4-BE49-F238E27FC236}">
                <a16:creationId xmlns:a16="http://schemas.microsoft.com/office/drawing/2014/main" id="{1EC1BF54-A647-0CBB-F644-1B7F5F55025A}"/>
              </a:ext>
            </a:extLst>
          </p:cNvPr>
          <p:cNvCxnSpPr>
            <a:cxnSpLocks/>
            <a:stCxn id="256" idx="2"/>
            <a:endCxn id="255" idx="0"/>
          </p:cNvCxnSpPr>
          <p:nvPr/>
        </p:nvCxnSpPr>
        <p:spPr>
          <a:xfrm flipH="1">
            <a:off x="5517965" y="2325648"/>
            <a:ext cx="432983" cy="178007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9" name="直接连接符 268">
            <a:extLst>
              <a:ext uri="{FF2B5EF4-FFF2-40B4-BE49-F238E27FC236}">
                <a16:creationId xmlns:a16="http://schemas.microsoft.com/office/drawing/2014/main" id="{A0FC28DC-A03C-9D38-EA0C-972BEBD99511}"/>
              </a:ext>
            </a:extLst>
          </p:cNvPr>
          <p:cNvCxnSpPr>
            <a:cxnSpLocks/>
            <a:stCxn id="254" idx="2"/>
            <a:endCxn id="286" idx="3"/>
          </p:cNvCxnSpPr>
          <p:nvPr/>
        </p:nvCxnSpPr>
        <p:spPr>
          <a:xfrm>
            <a:off x="6383930" y="2683585"/>
            <a:ext cx="332860" cy="527161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E57CF48B-D5A2-9ACC-1799-ABB0FE94E016}"/>
              </a:ext>
            </a:extLst>
          </p:cNvPr>
          <p:cNvCxnSpPr>
            <a:cxnSpLocks/>
            <a:stCxn id="254" idx="2"/>
            <a:endCxn id="287" idx="3"/>
          </p:cNvCxnSpPr>
          <p:nvPr/>
        </p:nvCxnSpPr>
        <p:spPr>
          <a:xfrm>
            <a:off x="6383930" y="2683585"/>
            <a:ext cx="332860" cy="814524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12C542A8-FC9D-E942-4EB8-48F300C74F92}"/>
              </a:ext>
            </a:extLst>
          </p:cNvPr>
          <p:cNvCxnSpPr>
            <a:cxnSpLocks/>
            <a:stCxn id="255" idx="2"/>
            <a:endCxn id="286" idx="3"/>
          </p:cNvCxnSpPr>
          <p:nvPr/>
        </p:nvCxnSpPr>
        <p:spPr>
          <a:xfrm>
            <a:off x="5517965" y="2683585"/>
            <a:ext cx="1198825" cy="527161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7E42BEDA-83AA-FE53-8AD8-E51F4A080289}"/>
              </a:ext>
            </a:extLst>
          </p:cNvPr>
          <p:cNvCxnSpPr>
            <a:cxnSpLocks/>
            <a:stCxn id="250" idx="2"/>
            <a:endCxn id="287" idx="3"/>
          </p:cNvCxnSpPr>
          <p:nvPr/>
        </p:nvCxnSpPr>
        <p:spPr>
          <a:xfrm>
            <a:off x="5927779" y="3300711"/>
            <a:ext cx="789011" cy="197398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2EEBE89D-4468-1C5A-4C58-2E6557BB2590}"/>
              </a:ext>
            </a:extLst>
          </p:cNvPr>
          <p:cNvCxnSpPr>
            <a:cxnSpLocks/>
            <a:stCxn id="250" idx="2"/>
            <a:endCxn id="286" idx="3"/>
          </p:cNvCxnSpPr>
          <p:nvPr/>
        </p:nvCxnSpPr>
        <p:spPr>
          <a:xfrm flipV="1">
            <a:off x="5927779" y="3210746"/>
            <a:ext cx="789011" cy="89965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74" name="直接连接符 273">
            <a:extLst>
              <a:ext uri="{FF2B5EF4-FFF2-40B4-BE49-F238E27FC236}">
                <a16:creationId xmlns:a16="http://schemas.microsoft.com/office/drawing/2014/main" id="{4A5ACCBC-A895-D2CF-617B-600C9E1221AA}"/>
              </a:ext>
            </a:extLst>
          </p:cNvPr>
          <p:cNvCxnSpPr>
            <a:cxnSpLocks/>
            <a:stCxn id="251" idx="2"/>
            <a:endCxn id="286" idx="3"/>
          </p:cNvCxnSpPr>
          <p:nvPr/>
        </p:nvCxnSpPr>
        <p:spPr>
          <a:xfrm flipV="1">
            <a:off x="5391966" y="3210746"/>
            <a:ext cx="1324824" cy="89965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451C8F02-D383-A943-CC40-D3101E5E7030}"/>
              </a:ext>
            </a:extLst>
          </p:cNvPr>
          <p:cNvCxnSpPr>
            <a:cxnSpLocks/>
            <a:stCxn id="251" idx="2"/>
            <a:endCxn id="287" idx="3"/>
          </p:cNvCxnSpPr>
          <p:nvPr/>
        </p:nvCxnSpPr>
        <p:spPr>
          <a:xfrm>
            <a:off x="5391966" y="3300711"/>
            <a:ext cx="1324824" cy="197398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35927209-CA46-4047-28C4-C12E42C17A28}"/>
              </a:ext>
            </a:extLst>
          </p:cNvPr>
          <p:cNvCxnSpPr>
            <a:cxnSpLocks/>
            <a:stCxn id="250" idx="2"/>
            <a:endCxn id="287" idx="3"/>
          </p:cNvCxnSpPr>
          <p:nvPr/>
        </p:nvCxnSpPr>
        <p:spPr>
          <a:xfrm>
            <a:off x="5927779" y="3300711"/>
            <a:ext cx="789011" cy="197398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77" name="直接连接符 276">
            <a:extLst>
              <a:ext uri="{FF2B5EF4-FFF2-40B4-BE49-F238E27FC236}">
                <a16:creationId xmlns:a16="http://schemas.microsoft.com/office/drawing/2014/main" id="{43373B27-08A9-4FA6-4746-EC2FE209656F}"/>
              </a:ext>
            </a:extLst>
          </p:cNvPr>
          <p:cNvCxnSpPr>
            <a:cxnSpLocks/>
            <a:stCxn id="251" idx="2"/>
            <a:endCxn id="249" idx="0"/>
          </p:cNvCxnSpPr>
          <p:nvPr/>
        </p:nvCxnSpPr>
        <p:spPr>
          <a:xfrm>
            <a:off x="5391966" y="3300711"/>
            <a:ext cx="0" cy="1017066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0067AC6E-C0C6-2518-3B99-102B7F1E68D0}"/>
              </a:ext>
            </a:extLst>
          </p:cNvPr>
          <p:cNvCxnSpPr>
            <a:cxnSpLocks/>
            <a:stCxn id="250" idx="2"/>
            <a:endCxn id="179" idx="0"/>
          </p:cNvCxnSpPr>
          <p:nvPr/>
        </p:nvCxnSpPr>
        <p:spPr>
          <a:xfrm>
            <a:off x="5927779" y="3300711"/>
            <a:ext cx="0" cy="1017066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79" name="矩形 278">
            <a:extLst>
              <a:ext uri="{FF2B5EF4-FFF2-40B4-BE49-F238E27FC236}">
                <a16:creationId xmlns:a16="http://schemas.microsoft.com/office/drawing/2014/main" id="{4E18BD3A-6923-E27C-F665-0260A81CF3ED}"/>
              </a:ext>
            </a:extLst>
          </p:cNvPr>
          <p:cNvSpPr/>
          <p:nvPr/>
        </p:nvSpPr>
        <p:spPr>
          <a:xfrm flipH="1">
            <a:off x="6925836" y="3814269"/>
            <a:ext cx="1440000" cy="540000"/>
          </a:xfrm>
          <a:prstGeom prst="rect">
            <a:avLst/>
          </a:prstGeom>
          <a:solidFill>
            <a:srgbClr val="FAF7EC"/>
          </a:solidFill>
          <a:ln w="6350" cap="flat" cmpd="sng" algn="ctr">
            <a:solidFill>
              <a:srgbClr val="EDC86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微软雅黑"/>
              </a:rPr>
              <a:t>标题</a:t>
            </a:r>
          </a:p>
        </p:txBody>
      </p:sp>
      <p:pic>
        <p:nvPicPr>
          <p:cNvPr id="280" name="图片 279">
            <a:extLst>
              <a:ext uri="{FF2B5EF4-FFF2-40B4-BE49-F238E27FC236}">
                <a16:creationId xmlns:a16="http://schemas.microsoft.com/office/drawing/2014/main" id="{25648776-7304-50BA-CCF2-24890889879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16790" y="3896015"/>
            <a:ext cx="179930" cy="179930"/>
          </a:xfrm>
          <a:prstGeom prst="rect">
            <a:avLst/>
          </a:prstGeom>
        </p:spPr>
      </p:pic>
      <p:pic>
        <p:nvPicPr>
          <p:cNvPr id="281" name="图片 280">
            <a:extLst>
              <a:ext uri="{FF2B5EF4-FFF2-40B4-BE49-F238E27FC236}">
                <a16:creationId xmlns:a16="http://schemas.microsoft.com/office/drawing/2014/main" id="{15B67C0C-945B-583B-6771-F090946F948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16790" y="4120735"/>
            <a:ext cx="179930" cy="179930"/>
          </a:xfrm>
          <a:prstGeom prst="rect">
            <a:avLst/>
          </a:prstGeom>
        </p:spPr>
      </p:pic>
      <p:sp>
        <p:nvSpPr>
          <p:cNvPr id="282" name="矩形 281">
            <a:extLst>
              <a:ext uri="{FF2B5EF4-FFF2-40B4-BE49-F238E27FC236}">
                <a16:creationId xmlns:a16="http://schemas.microsoft.com/office/drawing/2014/main" id="{D91AC215-98D2-9FA9-A59E-29B7FD78FC60}"/>
              </a:ext>
            </a:extLst>
          </p:cNvPr>
          <p:cNvSpPr/>
          <p:nvPr/>
        </p:nvSpPr>
        <p:spPr>
          <a:xfrm flipH="1">
            <a:off x="7685747" y="4057439"/>
            <a:ext cx="576000" cy="1661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D1EF8499-5B9D-FAD1-283C-E20B026E1850}"/>
              </a:ext>
            </a:extLst>
          </p:cNvPr>
          <p:cNvSpPr/>
          <p:nvPr/>
        </p:nvSpPr>
        <p:spPr>
          <a:xfrm flipH="1">
            <a:off x="7033222" y="4057439"/>
            <a:ext cx="576000" cy="16613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952E6C00-06D3-489D-2931-F81FD1E9290D}"/>
              </a:ext>
            </a:extLst>
          </p:cNvPr>
          <p:cNvSpPr txBox="1"/>
          <p:nvPr/>
        </p:nvSpPr>
        <p:spPr>
          <a:xfrm flipH="1">
            <a:off x="7502307" y="4184394"/>
            <a:ext cx="246766" cy="1538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000" kern="0" dirty="0">
                <a:solidFill>
                  <a:srgbClr val="000000"/>
                </a:solidFill>
                <a:latin typeface="微软雅黑"/>
              </a:rPr>
              <a:t>… …</a:t>
            </a:r>
            <a:endParaRPr kumimoji="1" lang="zh-CN" altLang="en-US" sz="1000" kern="0" dirty="0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4BDEA710-CAA6-5D0F-B755-D48D45E66134}"/>
              </a:ext>
            </a:extLst>
          </p:cNvPr>
          <p:cNvSpPr/>
          <p:nvPr/>
        </p:nvSpPr>
        <p:spPr>
          <a:xfrm flipH="1">
            <a:off x="6925836" y="3012812"/>
            <a:ext cx="1440000" cy="683395"/>
          </a:xfrm>
          <a:prstGeom prst="rect">
            <a:avLst/>
          </a:prstGeom>
          <a:solidFill>
            <a:srgbClr val="FAF7EC"/>
          </a:solidFill>
          <a:ln w="6350" cap="flat" cmpd="sng" algn="ctr">
            <a:solidFill>
              <a:srgbClr val="EDC86D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1972" tIns="35986" rIns="71972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800806"/>
            <a:r>
              <a:rPr lang="zh-CN" altLang="en-US" sz="800" b="1" kern="0" dirty="0">
                <a:solidFill>
                  <a:srgbClr val="000000"/>
                </a:solidFill>
                <a:latin typeface="微软雅黑"/>
              </a:rPr>
              <a:t>标题</a:t>
            </a:r>
          </a:p>
        </p:txBody>
      </p:sp>
      <p:pic>
        <p:nvPicPr>
          <p:cNvPr id="286" name="图片 285">
            <a:extLst>
              <a:ext uri="{FF2B5EF4-FFF2-40B4-BE49-F238E27FC236}">
                <a16:creationId xmlns:a16="http://schemas.microsoft.com/office/drawing/2014/main" id="{2AD76E7E-3D8D-5DFC-C051-6636E8C65B4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16790" y="3120781"/>
            <a:ext cx="179930" cy="179930"/>
          </a:xfrm>
          <a:prstGeom prst="rect">
            <a:avLst/>
          </a:prstGeom>
        </p:spPr>
      </p:pic>
      <p:pic>
        <p:nvPicPr>
          <p:cNvPr id="287" name="图片 286">
            <a:extLst>
              <a:ext uri="{FF2B5EF4-FFF2-40B4-BE49-F238E27FC236}">
                <a16:creationId xmlns:a16="http://schemas.microsoft.com/office/drawing/2014/main" id="{96F52592-4449-E6E9-6136-A82AB24DF1F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16790" y="3408144"/>
            <a:ext cx="179930" cy="179930"/>
          </a:xfrm>
          <a:prstGeom prst="rect">
            <a:avLst/>
          </a:prstGeom>
        </p:spPr>
      </p:pic>
      <p:sp>
        <p:nvSpPr>
          <p:cNvPr id="288" name="矩形 287">
            <a:extLst>
              <a:ext uri="{FF2B5EF4-FFF2-40B4-BE49-F238E27FC236}">
                <a16:creationId xmlns:a16="http://schemas.microsoft.com/office/drawing/2014/main" id="{6F2C9E09-E517-64AC-4A60-F0074B77C358}"/>
              </a:ext>
            </a:extLst>
          </p:cNvPr>
          <p:cNvSpPr/>
          <p:nvPr/>
        </p:nvSpPr>
        <p:spPr>
          <a:xfrm flipH="1">
            <a:off x="7035618" y="3216694"/>
            <a:ext cx="576000" cy="166130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98BD8261-87E4-BEE3-C214-66B3669F50BE}"/>
              </a:ext>
            </a:extLst>
          </p:cNvPr>
          <p:cNvSpPr/>
          <p:nvPr/>
        </p:nvSpPr>
        <p:spPr>
          <a:xfrm flipH="1">
            <a:off x="7685747" y="3216694"/>
            <a:ext cx="576000" cy="166130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15B95C80-6593-DD94-B507-D15C8D2D3678}"/>
              </a:ext>
            </a:extLst>
          </p:cNvPr>
          <p:cNvSpPr/>
          <p:nvPr/>
        </p:nvSpPr>
        <p:spPr>
          <a:xfrm flipH="1">
            <a:off x="7035618" y="3444113"/>
            <a:ext cx="576000" cy="166130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3A0232A8-BE81-17CE-2E8B-4FF522AC4EE8}"/>
              </a:ext>
            </a:extLst>
          </p:cNvPr>
          <p:cNvSpPr/>
          <p:nvPr/>
        </p:nvSpPr>
        <p:spPr>
          <a:xfrm flipH="1">
            <a:off x="7685747" y="3444113"/>
            <a:ext cx="576000" cy="166130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6350" cap="flat" cmpd="sng" algn="ctr">
            <a:solidFill>
              <a:srgbClr val="EDC86D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03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DCB5AF7B-35B8-F793-DC64-36C4AFC95A10}"/>
              </a:ext>
            </a:extLst>
          </p:cNvPr>
          <p:cNvSpPr txBox="1"/>
          <p:nvPr/>
        </p:nvSpPr>
        <p:spPr>
          <a:xfrm flipH="1">
            <a:off x="7514715" y="3541023"/>
            <a:ext cx="24686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>
              <a:defRPr/>
            </a:pPr>
            <a:r>
              <a:rPr kumimoji="1" lang="en-US" altLang="zh-CN" sz="1000" kern="0" dirty="0">
                <a:solidFill>
                  <a:srgbClr val="000000"/>
                </a:solidFill>
                <a:latin typeface="微软雅黑"/>
              </a:rPr>
              <a:t>… …</a:t>
            </a:r>
            <a:endParaRPr kumimoji="1" lang="zh-CN" altLang="en-US" sz="1000" kern="0" dirty="0">
              <a:solidFill>
                <a:srgbClr val="000000"/>
              </a:solidFill>
              <a:latin typeface="微软雅黑"/>
            </a:endParaRPr>
          </a:p>
        </p:txBody>
      </p: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85AFC600-BE08-032A-E664-10EBC2967E72}"/>
              </a:ext>
            </a:extLst>
          </p:cNvPr>
          <p:cNvCxnSpPr>
            <a:cxnSpLocks/>
            <a:stCxn id="251" idx="2"/>
            <a:endCxn id="281" idx="3"/>
          </p:cNvCxnSpPr>
          <p:nvPr/>
        </p:nvCxnSpPr>
        <p:spPr>
          <a:xfrm>
            <a:off x="5391966" y="3300711"/>
            <a:ext cx="1324824" cy="90998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FD614130-E1A7-C5C2-5711-5F142AEB8011}"/>
              </a:ext>
            </a:extLst>
          </p:cNvPr>
          <p:cNvCxnSpPr>
            <a:cxnSpLocks/>
            <a:stCxn id="250" idx="2"/>
            <a:endCxn id="280" idx="3"/>
          </p:cNvCxnSpPr>
          <p:nvPr/>
        </p:nvCxnSpPr>
        <p:spPr>
          <a:xfrm>
            <a:off x="5927779" y="3300711"/>
            <a:ext cx="789011" cy="68526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5313E3A8-05FB-3799-C299-3CACBCD28238}"/>
              </a:ext>
            </a:extLst>
          </p:cNvPr>
          <p:cNvCxnSpPr>
            <a:cxnSpLocks/>
            <a:stCxn id="251" idx="2"/>
            <a:endCxn id="280" idx="3"/>
          </p:cNvCxnSpPr>
          <p:nvPr/>
        </p:nvCxnSpPr>
        <p:spPr>
          <a:xfrm>
            <a:off x="5391966" y="3300711"/>
            <a:ext cx="1324824" cy="68526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FBD7A43C-39AE-0ACA-CF58-852AC5F5114E}"/>
              </a:ext>
            </a:extLst>
          </p:cNvPr>
          <p:cNvCxnSpPr>
            <a:cxnSpLocks/>
            <a:stCxn id="250" idx="2"/>
            <a:endCxn id="281" idx="3"/>
          </p:cNvCxnSpPr>
          <p:nvPr/>
        </p:nvCxnSpPr>
        <p:spPr>
          <a:xfrm>
            <a:off x="5927779" y="3300711"/>
            <a:ext cx="789011" cy="909989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0FBE3AE1-5803-4BBD-E892-AC1BBDF79852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298" name="矩形 297">
              <a:hlinkClick r:id="rId4" action="ppaction://hlinksldjump"/>
              <a:extLst>
                <a:ext uri="{FF2B5EF4-FFF2-40B4-BE49-F238E27FC236}">
                  <a16:creationId xmlns:a16="http://schemas.microsoft.com/office/drawing/2014/main" id="{E749A57D-1D94-3FD5-A6E3-4D668CFC26BF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299" name="直接连接符 298">
              <a:hlinkClick r:id="rId4" action="ppaction://hlinksldjump"/>
              <a:extLst>
                <a:ext uri="{FF2B5EF4-FFF2-40B4-BE49-F238E27FC236}">
                  <a16:creationId xmlns:a16="http://schemas.microsoft.com/office/drawing/2014/main" id="{BBA2D743-087A-DE89-EA3C-868B41C2F2B4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07908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>
            <a:extLst>
              <a:ext uri="{FF2B5EF4-FFF2-40B4-BE49-F238E27FC236}">
                <a16:creationId xmlns:a16="http://schemas.microsoft.com/office/drawing/2014/main" id="{7CDEB88A-8838-46B8-5C58-79FA853862F3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>
                <a:latin typeface="+mn-ea"/>
                <a:ea typeface="+mn-ea"/>
                <a:cs typeface="+mn-cs"/>
              </a:rPr>
              <a:t>建议布局参考线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88AFAF-C720-A14D-261E-4D7FF4F61AAB}"/>
              </a:ext>
            </a:extLst>
          </p:cNvPr>
          <p:cNvSpPr/>
          <p:nvPr/>
        </p:nvSpPr>
        <p:spPr>
          <a:xfrm>
            <a:off x="518381" y="909000"/>
            <a:ext cx="5467651" cy="504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4A27F2-AC47-38D0-B5CE-64C1816490A4}"/>
              </a:ext>
            </a:extLst>
          </p:cNvPr>
          <p:cNvSpPr/>
          <p:nvPr/>
        </p:nvSpPr>
        <p:spPr>
          <a:xfrm>
            <a:off x="6210730" y="909000"/>
            <a:ext cx="5467651" cy="504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8C613B-4806-0263-805D-DFF979D5DF19}"/>
              </a:ext>
            </a:extLst>
          </p:cNvPr>
          <p:cNvSpPr/>
          <p:nvPr/>
        </p:nvSpPr>
        <p:spPr>
          <a:xfrm>
            <a:off x="518381" y="909000"/>
            <a:ext cx="6815839" cy="5040000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0A0980-AEA0-28D5-9433-C04BE82AD938}"/>
              </a:ext>
            </a:extLst>
          </p:cNvPr>
          <p:cNvSpPr/>
          <p:nvPr/>
        </p:nvSpPr>
        <p:spPr>
          <a:xfrm>
            <a:off x="7558918" y="909000"/>
            <a:ext cx="4119463" cy="5040000"/>
          </a:xfrm>
          <a:prstGeom prst="rect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4BEC680-75AC-23AC-4B04-E88AA115CC8B}"/>
              </a:ext>
            </a:extLst>
          </p:cNvPr>
          <p:cNvSpPr/>
          <p:nvPr/>
        </p:nvSpPr>
        <p:spPr>
          <a:xfrm>
            <a:off x="518381" y="5949000"/>
            <a:ext cx="11160000" cy="21685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1E05343-A11A-FC44-1A23-71AD05292559}"/>
              </a:ext>
            </a:extLst>
          </p:cNvPr>
          <p:cNvSpPr/>
          <p:nvPr/>
        </p:nvSpPr>
        <p:spPr>
          <a:xfrm>
            <a:off x="518381" y="801000"/>
            <a:ext cx="11160000" cy="10800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99380A-27BD-FBFB-C723-F092BFE2779D}"/>
              </a:ext>
            </a:extLst>
          </p:cNvPr>
          <p:cNvSpPr/>
          <p:nvPr/>
        </p:nvSpPr>
        <p:spPr>
          <a:xfrm>
            <a:off x="812800" y="1183594"/>
            <a:ext cx="2696376" cy="3808735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常规布局情况，建议内容按照本页参考线分栏，具体布局样式，可参考本文档“常见布局参考样式”页。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内容区左右边距应保持一致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，除特殊情况，所有页内容区域的边距都应保持一致。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内容区上下高度为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厘米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，如图中浅灰区域。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上下灰色区域，为拓展内容区域，以适应因内容过多的特殊情况，内容上下高度不应超出这个区域。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当内容量极多，灰色区域不足以排列完整内容时，可将内容区横向拓宽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。灰色内容区域左右边距依然应保持一致，标题位置应相应调整位置，左对齐内容区域。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当内容量极少时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，可参照“样例”，合理排列元素，保持整体视觉居中，标题位置保持不变。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F3495CA-DD69-95F7-99FD-01999DE636AF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27" name="矩形 26">
              <a:hlinkClick r:id="rId2" action="ppaction://hlinksldjump"/>
              <a:extLst>
                <a:ext uri="{FF2B5EF4-FFF2-40B4-BE49-F238E27FC236}">
                  <a16:creationId xmlns:a16="http://schemas.microsoft.com/office/drawing/2014/main" id="{E32E9230-17C1-3F9F-0F82-84C629880FC0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28" name="直接连接符 2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7D1EF6-DEDE-96FD-8603-F283972074DF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5B3DC83-EA25-C10D-F51A-AB34C21838F9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30" name="矩形 29">
              <a:hlinkClick r:id="rId2" action="ppaction://hlinksldjump"/>
              <a:extLst>
                <a:ext uri="{FF2B5EF4-FFF2-40B4-BE49-F238E27FC236}">
                  <a16:creationId xmlns:a16="http://schemas.microsoft.com/office/drawing/2014/main" id="{0A063B16-63D9-0DA9-985C-33604E544D79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31" name="直接连接符 30">
              <a:hlinkClick r:id="rId2" action="ppaction://hlinksldjump"/>
              <a:extLst>
                <a:ext uri="{FF2B5EF4-FFF2-40B4-BE49-F238E27FC236}">
                  <a16:creationId xmlns:a16="http://schemas.microsoft.com/office/drawing/2014/main" id="{4A90935A-3F82-1360-3FBC-32323B139875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803823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FA53B98-92D3-437F-B7DD-35CD0EE84C7C}"/>
              </a:ext>
            </a:extLst>
          </p:cNvPr>
          <p:cNvSpPr/>
          <p:nvPr/>
        </p:nvSpPr>
        <p:spPr>
          <a:xfrm>
            <a:off x="518381" y="909000"/>
            <a:ext cx="5472000" cy="518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36F0F6-4BA7-F921-2576-8359BB3C81E4}"/>
              </a:ext>
            </a:extLst>
          </p:cNvPr>
          <p:cNvSpPr/>
          <p:nvPr/>
        </p:nvSpPr>
        <p:spPr>
          <a:xfrm>
            <a:off x="6207238" y="909000"/>
            <a:ext cx="5472000" cy="518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8E4FFB-6745-BCD5-98C9-2315CA45980D}"/>
              </a:ext>
            </a:extLst>
          </p:cNvPr>
          <p:cNvSpPr/>
          <p:nvPr/>
        </p:nvSpPr>
        <p:spPr>
          <a:xfrm>
            <a:off x="6423024" y="4094480"/>
            <a:ext cx="5040313" cy="1803399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900000" rIns="108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914400">
              <a:lnSpc>
                <a:spcPct val="125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n-US" altLang="zh-CN" sz="900" kern="0" dirty="0">
              <a:solidFill>
                <a:srgbClr val="1D1D1A"/>
              </a:solidFill>
              <a:latin typeface="微软雅黑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06C8B76-601A-88AD-E588-1680AA8249DC}"/>
              </a:ext>
            </a:extLst>
          </p:cNvPr>
          <p:cNvCxnSpPr>
            <a:stCxn id="26" idx="2"/>
          </p:cNvCxnSpPr>
          <p:nvPr/>
        </p:nvCxnSpPr>
        <p:spPr>
          <a:xfrm>
            <a:off x="734381" y="1605650"/>
            <a:ext cx="0" cy="4464000"/>
          </a:xfrm>
          <a:prstGeom prst="line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1D99982-0E5A-517C-9DEE-3157A6D2E2F4}"/>
              </a:ext>
            </a:extLst>
          </p:cNvPr>
          <p:cNvSpPr/>
          <p:nvPr/>
        </p:nvSpPr>
        <p:spPr>
          <a:xfrm>
            <a:off x="662381" y="1461650"/>
            <a:ext cx="144000" cy="144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87D63EC-8F18-C819-73AB-A22F601B013E}"/>
              </a:ext>
            </a:extLst>
          </p:cNvPr>
          <p:cNvSpPr/>
          <p:nvPr/>
        </p:nvSpPr>
        <p:spPr>
          <a:xfrm>
            <a:off x="662381" y="2654067"/>
            <a:ext cx="144000" cy="144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9E799F2-7C6D-01FC-9D68-A92F7337471C}"/>
              </a:ext>
            </a:extLst>
          </p:cNvPr>
          <p:cNvSpPr/>
          <p:nvPr/>
        </p:nvSpPr>
        <p:spPr>
          <a:xfrm>
            <a:off x="662381" y="3744845"/>
            <a:ext cx="144000" cy="144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9AC952-10DC-C0BF-0D08-2D8A3C9BCD58}"/>
              </a:ext>
            </a:extLst>
          </p:cNvPr>
          <p:cNvSpPr/>
          <p:nvPr/>
        </p:nvSpPr>
        <p:spPr>
          <a:xfrm>
            <a:off x="518381" y="909000"/>
            <a:ext cx="5472000" cy="216000"/>
          </a:xfrm>
          <a:prstGeom prst="rect">
            <a:avLst/>
          </a:prstGeom>
          <a:solidFill>
            <a:srgbClr val="C7000B"/>
          </a:solidFill>
          <a:ln w="6350" cap="flat" cmpd="sng" algn="ctr">
            <a:gradFill>
              <a:gsLst>
                <a:gs pos="0">
                  <a:srgbClr val="C00000"/>
                </a:gs>
                <a:gs pos="100000">
                  <a:srgbClr val="C00000">
                    <a:alpha val="4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一级标题（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11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号字）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3E1909C-9D53-1928-ADC7-B5E968F8AE0E}"/>
              </a:ext>
            </a:extLst>
          </p:cNvPr>
          <p:cNvSpPr/>
          <p:nvPr/>
        </p:nvSpPr>
        <p:spPr>
          <a:xfrm>
            <a:off x="6207238" y="909000"/>
            <a:ext cx="5472000" cy="216000"/>
          </a:xfrm>
          <a:prstGeom prst="rect">
            <a:avLst/>
          </a:prstGeom>
          <a:solidFill>
            <a:srgbClr val="C7000B"/>
          </a:solidFill>
          <a:ln w="6350" cap="flat" cmpd="sng" algn="ctr">
            <a:gradFill>
              <a:gsLst>
                <a:gs pos="0">
                  <a:srgbClr val="C00000"/>
                </a:gs>
                <a:gs pos="100000">
                  <a:srgbClr val="C00000">
                    <a:alpha val="40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一级标题（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11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号字）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96D716E-D94C-9468-D18C-E80DFFACA975}"/>
              </a:ext>
            </a:extLst>
          </p:cNvPr>
          <p:cNvSpPr txBox="1"/>
          <p:nvPr/>
        </p:nvSpPr>
        <p:spPr>
          <a:xfrm>
            <a:off x="918603" y="1451762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/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二级标题（</a:t>
            </a:r>
            <a:r>
              <a:rPr kumimoji="1" lang="en-US" altLang="zh-CN" sz="1000" b="1" dirty="0">
                <a:solidFill>
                  <a:srgbClr val="C7000B"/>
                </a:solidFill>
                <a:latin typeface="微软雅黑"/>
              </a:rPr>
              <a:t>10</a:t>
            </a:r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号字）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6E51C92-F8E5-3D88-CE16-E3C3947C8121}"/>
              </a:ext>
            </a:extLst>
          </p:cNvPr>
          <p:cNvSpPr/>
          <p:nvPr/>
        </p:nvSpPr>
        <p:spPr>
          <a:xfrm>
            <a:off x="918603" y="1770090"/>
            <a:ext cx="4855134" cy="54014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78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（正文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号字）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000265C-69C7-5720-FBA9-14A32537E04A}"/>
              </a:ext>
            </a:extLst>
          </p:cNvPr>
          <p:cNvSpPr txBox="1"/>
          <p:nvPr/>
        </p:nvSpPr>
        <p:spPr>
          <a:xfrm>
            <a:off x="918603" y="2644179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/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二级标题（</a:t>
            </a:r>
            <a:r>
              <a:rPr kumimoji="1" lang="en-US" altLang="zh-CN" sz="1000" b="1" dirty="0">
                <a:solidFill>
                  <a:srgbClr val="C7000B"/>
                </a:solidFill>
                <a:latin typeface="微软雅黑"/>
              </a:rPr>
              <a:t>10</a:t>
            </a:r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号字）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332C76C-0185-126F-797C-3F28A494255A}"/>
              </a:ext>
            </a:extLst>
          </p:cNvPr>
          <p:cNvSpPr/>
          <p:nvPr/>
        </p:nvSpPr>
        <p:spPr>
          <a:xfrm>
            <a:off x="918603" y="2870756"/>
            <a:ext cx="4855134" cy="54014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78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（正文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号字）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B1AA787-FFC5-FDE4-46F7-8BDD01B5FF10}"/>
              </a:ext>
            </a:extLst>
          </p:cNvPr>
          <p:cNvSpPr txBox="1"/>
          <p:nvPr/>
        </p:nvSpPr>
        <p:spPr>
          <a:xfrm>
            <a:off x="918603" y="3744845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/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二级标题（</a:t>
            </a:r>
            <a:r>
              <a:rPr kumimoji="1" lang="en-US" altLang="zh-CN" sz="1000" b="1" dirty="0">
                <a:solidFill>
                  <a:srgbClr val="C7000B"/>
                </a:solidFill>
                <a:latin typeface="微软雅黑"/>
              </a:rPr>
              <a:t>10</a:t>
            </a:r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号字）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00D2998-D11D-3F8D-8DD0-14531027DF15}"/>
              </a:ext>
            </a:extLst>
          </p:cNvPr>
          <p:cNvSpPr/>
          <p:nvPr/>
        </p:nvSpPr>
        <p:spPr>
          <a:xfrm>
            <a:off x="918603" y="4012954"/>
            <a:ext cx="4855134" cy="54014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78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，这里为内容区域样式，这里为内容区域样式。这里为内容区域样式这里为内容区域样式，这里为内容区域，这里为内容区域样式。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（正文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C700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号字）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B68235E6-7241-23EF-A7DC-C2D1C98831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28" b="15197"/>
          <a:stretch/>
        </p:blipFill>
        <p:spPr>
          <a:xfrm>
            <a:off x="918603" y="4678925"/>
            <a:ext cx="4855134" cy="121895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E9744DA-9100-5AB4-489C-903BAC5F0F37}"/>
              </a:ext>
            </a:extLst>
          </p:cNvPr>
          <p:cNvCxnSpPr>
            <a:cxnSpLocks/>
          </p:cNvCxnSpPr>
          <p:nvPr/>
        </p:nvCxnSpPr>
        <p:spPr>
          <a:xfrm>
            <a:off x="6207238" y="3567797"/>
            <a:ext cx="5472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82B6D7DF-9D9F-3BAC-F3DD-FC20F3F52E02}"/>
              </a:ext>
            </a:extLst>
          </p:cNvPr>
          <p:cNvSpPr txBox="1"/>
          <p:nvPr/>
        </p:nvSpPr>
        <p:spPr>
          <a:xfrm>
            <a:off x="8154044" y="3719568"/>
            <a:ext cx="157839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/>
            <a:r>
              <a:rPr kumimoji="1" lang="zh-CN" altLang="en-US" sz="1100" b="1" dirty="0">
                <a:solidFill>
                  <a:srgbClr val="C7000B"/>
                </a:solidFill>
                <a:latin typeface="微软雅黑"/>
              </a:rPr>
              <a:t>二级标题（</a:t>
            </a:r>
            <a:r>
              <a:rPr kumimoji="1" lang="en-US" altLang="zh-CN" sz="1100" b="1" dirty="0">
                <a:solidFill>
                  <a:srgbClr val="C7000B"/>
                </a:solidFill>
                <a:latin typeface="微软雅黑"/>
              </a:rPr>
              <a:t>10</a:t>
            </a:r>
            <a:r>
              <a:rPr kumimoji="1" lang="zh-CN" altLang="en-US" sz="1100" b="1" dirty="0">
                <a:solidFill>
                  <a:srgbClr val="C7000B"/>
                </a:solidFill>
                <a:latin typeface="微软雅黑"/>
              </a:rPr>
              <a:t>号字）</a:t>
            </a:r>
          </a:p>
        </p:txBody>
      </p:sp>
      <p:sp>
        <p:nvSpPr>
          <p:cNvPr id="43" name="Text Box 21">
            <a:extLst>
              <a:ext uri="{FF2B5EF4-FFF2-40B4-BE49-F238E27FC236}">
                <a16:creationId xmlns:a16="http://schemas.microsoft.com/office/drawing/2014/main" id="{46C62714-37E8-32AA-D824-18536D2DD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268429"/>
            <a:ext cx="864000" cy="432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666666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 defTabSz="801688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财务</a:t>
            </a:r>
          </a:p>
        </p:txBody>
      </p:sp>
      <p:sp>
        <p:nvSpPr>
          <p:cNvPr id="44" name="Text Box 22">
            <a:extLst>
              <a:ext uri="{FF2B5EF4-FFF2-40B4-BE49-F238E27FC236}">
                <a16:creationId xmlns:a16="http://schemas.microsoft.com/office/drawing/2014/main" id="{74050D13-FA35-BC68-9C8E-26E4AAB06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540" y="4268429"/>
            <a:ext cx="864000" cy="432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666666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 defTabSz="801688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供应链</a:t>
            </a:r>
          </a:p>
        </p:txBody>
      </p:sp>
      <p:sp>
        <p:nvSpPr>
          <p:cNvPr id="45" name="Text Box 23">
            <a:extLst>
              <a:ext uri="{FF2B5EF4-FFF2-40B4-BE49-F238E27FC236}">
                <a16:creationId xmlns:a16="http://schemas.microsoft.com/office/drawing/2014/main" id="{DCDAFEDE-00C1-4603-FE37-817AA0714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180" y="4268429"/>
            <a:ext cx="864000" cy="432000"/>
          </a:xfrm>
          <a:prstGeom prst="rect">
            <a:avLst/>
          </a:prstGeom>
          <a:solidFill>
            <a:srgbClr val="FFF1EF"/>
          </a:solidFill>
          <a:ln w="6350" algn="ctr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 defTabSz="801688">
              <a:defRPr/>
            </a:pPr>
            <a:r>
              <a:rPr lang="en-US" altLang="zh-CN" sz="1000" b="1" kern="0">
                <a:solidFill>
                  <a:srgbClr val="C00000"/>
                </a:solidFill>
                <a:latin typeface="微软雅黑"/>
              </a:rPr>
              <a:t>IT</a:t>
            </a:r>
            <a:endParaRPr lang="zh-CN" altLang="en-US" sz="1000" b="1" kern="0" dirty="0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46" name="Text Box 24">
            <a:extLst>
              <a:ext uri="{FF2B5EF4-FFF2-40B4-BE49-F238E27FC236}">
                <a16:creationId xmlns:a16="http://schemas.microsoft.com/office/drawing/2014/main" id="{1BBED363-12C8-808F-E0EE-2A2CA33BF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0820" y="4268429"/>
            <a:ext cx="864000" cy="432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666666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 defTabSz="801688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安全</a:t>
            </a:r>
          </a:p>
        </p:txBody>
      </p:sp>
      <p:sp>
        <p:nvSpPr>
          <p:cNvPr id="47" name="Text Box 25">
            <a:extLst>
              <a:ext uri="{FF2B5EF4-FFF2-40B4-BE49-F238E27FC236}">
                <a16:creationId xmlns:a16="http://schemas.microsoft.com/office/drawing/2014/main" id="{92E01D40-8059-1C23-75A2-1A8442178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52459" y="4268429"/>
            <a:ext cx="864000" cy="432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666666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 defTabSz="801688">
              <a:defRPr/>
            </a:pPr>
            <a:r>
              <a:rPr lang="zh-CN" altLang="en-US" sz="1000" kern="0" dirty="0">
                <a:solidFill>
                  <a:srgbClr val="1D1D1A"/>
                </a:solidFill>
                <a:latin typeface="微软雅黑"/>
              </a:rPr>
              <a:t>研发</a:t>
            </a:r>
          </a:p>
        </p:txBody>
      </p:sp>
      <p:sp>
        <p:nvSpPr>
          <p:cNvPr id="48" name="梯形 47">
            <a:extLst>
              <a:ext uri="{FF2B5EF4-FFF2-40B4-BE49-F238E27FC236}">
                <a16:creationId xmlns:a16="http://schemas.microsoft.com/office/drawing/2014/main" id="{A9493F85-4515-0736-DD00-2141F80B00D3}"/>
              </a:ext>
            </a:extLst>
          </p:cNvPr>
          <p:cNvSpPr/>
          <p:nvPr/>
        </p:nvSpPr>
        <p:spPr>
          <a:xfrm>
            <a:off x="6565900" y="4675942"/>
            <a:ext cx="4750559" cy="216000"/>
          </a:xfrm>
          <a:prstGeom prst="trapezoid">
            <a:avLst>
              <a:gd name="adj" fmla="val 200412"/>
            </a:avLst>
          </a:prstGeom>
          <a:gradFill flip="none" rotWithShape="1">
            <a:gsLst>
              <a:gs pos="0">
                <a:srgbClr val="FFFFFF">
                  <a:lumMod val="95000"/>
                  <a:alpha val="60000"/>
                </a:srgbClr>
              </a:gs>
              <a:gs pos="96250">
                <a:srgbClr val="FFFFFF">
                  <a:lumMod val="95000"/>
                  <a:alpha val="0"/>
                </a:srgbClr>
              </a:gs>
            </a:gsLst>
            <a:lin ang="16200000" scaled="1"/>
            <a:tileRect/>
          </a:gradFill>
          <a:ln w="6350" cap="flat" cmpd="sng" algn="ctr">
            <a:gradFill>
              <a:gsLst>
                <a:gs pos="4000">
                  <a:srgbClr val="666666">
                    <a:lumMod val="40000"/>
                    <a:lumOff val="60000"/>
                    <a:alpha val="0"/>
                  </a:srgbClr>
                </a:gs>
                <a:gs pos="100000">
                  <a:srgbClr val="666666">
                    <a:lumMod val="40000"/>
                    <a:lumOff val="60000"/>
                  </a:srgbClr>
                </a:gs>
              </a:gsLst>
              <a:lin ang="5400000" scaled="1"/>
            </a:gradFill>
            <a:prstDash val="solid"/>
          </a:ln>
          <a:effectLst/>
        </p:spPr>
        <p:txBody>
          <a:bodyPr rtlCol="0" anchor="ctr"/>
          <a:lstStyle/>
          <a:p>
            <a:pPr algn="ctr" defTabSz="359471">
              <a:defRPr/>
            </a:pPr>
            <a:endParaRPr lang="zh-CN" altLang="en-US" sz="900" kern="0">
              <a:solidFill>
                <a:srgbClr val="1D1D1A"/>
              </a:solidFill>
              <a:latin typeface="微软雅黑"/>
              <a:cs typeface="+mn-ea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6773286-38D5-EC94-C910-DF12B3F1B4A9}"/>
              </a:ext>
            </a:extLst>
          </p:cNvPr>
          <p:cNvSpPr txBox="1"/>
          <p:nvPr/>
        </p:nvSpPr>
        <p:spPr>
          <a:xfrm>
            <a:off x="6423025" y="1451762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/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二级标题（</a:t>
            </a:r>
            <a:r>
              <a:rPr kumimoji="1" lang="en-US" altLang="zh-CN" sz="1000" b="1" dirty="0">
                <a:solidFill>
                  <a:srgbClr val="C7000B"/>
                </a:solidFill>
                <a:latin typeface="微软雅黑"/>
              </a:rPr>
              <a:t>10</a:t>
            </a:r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号字）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94F0648-9623-8E63-6E3E-21D5C2F136CD}"/>
              </a:ext>
            </a:extLst>
          </p:cNvPr>
          <p:cNvSpPr/>
          <p:nvPr/>
        </p:nvSpPr>
        <p:spPr>
          <a:xfrm>
            <a:off x="6423025" y="1772360"/>
            <a:ext cx="5040312" cy="1647445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这里为内容区域样式这里为内容区域样式，这里为内容区域样式这里为内容区域样式。这里为内容区域样式这里，这里为内容区域样式这里为内容区域样式。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这里为内容区域样式这里，这里为内容区域样式这里为内容区域样式。这里为内容区域样式这里为内容区域样式。这里为内容区域样式这里，这里为内容区域样式这里为内容区域样式。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这里为内容区域样式，这里为内容区域样式这里为内容区域样式。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4EBA4E1-0BDF-EAE6-5AD0-3374BF7731E9}"/>
              </a:ext>
            </a:extLst>
          </p:cNvPr>
          <p:cNvSpPr/>
          <p:nvPr/>
        </p:nvSpPr>
        <p:spPr>
          <a:xfrm>
            <a:off x="6565900" y="5081565"/>
            <a:ext cx="4730023" cy="805733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just" defTabSz="914478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这里为内容区域样式这里为内容区域样式，这里为内容区域样式这里为内容区域样式，这里为内容区域样式，这里为内容区域样式。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just" defTabSz="914478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这里为内容区域样式这里为内容区域样式，这里为内容区域样式。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3D02C9E-0577-D952-E8D6-09780B07E699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53" name="矩形 52">
              <a:hlinkClick r:id="rId3" action="ppaction://hlinksldjump"/>
              <a:extLst>
                <a:ext uri="{FF2B5EF4-FFF2-40B4-BE49-F238E27FC236}">
                  <a16:creationId xmlns:a16="http://schemas.microsoft.com/office/drawing/2014/main" id="{D58B6BF1-B47A-C182-F051-AA5392F04CB5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54" name="直接连接符 53">
              <a:hlinkClick r:id="rId3" action="ppaction://hlinksldjump"/>
              <a:extLst>
                <a:ext uri="{FF2B5EF4-FFF2-40B4-BE49-F238E27FC236}">
                  <a16:creationId xmlns:a16="http://schemas.microsoft.com/office/drawing/2014/main" id="{EA97614A-8287-C4DA-C6F3-FF9C83F40416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sp>
        <p:nvSpPr>
          <p:cNvPr id="59" name="标题 2">
            <a:extLst>
              <a:ext uri="{FF2B5EF4-FFF2-40B4-BE49-F238E27FC236}">
                <a16:creationId xmlns:a16="http://schemas.microsoft.com/office/drawing/2014/main" id="{B457CDF1-F559-5D5B-7895-F6ED559F8DB7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布局样式</a:t>
            </a:r>
            <a:r>
              <a:rPr lang="zh-CN" altLang="en-US" sz="2000" dirty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等分二分栏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47856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 2">
            <a:extLst>
              <a:ext uri="{FF2B5EF4-FFF2-40B4-BE49-F238E27FC236}">
                <a16:creationId xmlns:a16="http://schemas.microsoft.com/office/drawing/2014/main" id="{B2F95112-9F5E-4875-CADB-BAAB1259DAC8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布局样式</a:t>
            </a:r>
            <a:r>
              <a:rPr lang="zh-CN" altLang="en-US" sz="2000" dirty="0">
                <a:latin typeface="+mn-ea"/>
                <a:ea typeface="+mn-ea"/>
              </a:rPr>
              <a:t> </a:t>
            </a:r>
            <a:r>
              <a:rPr lang="en-US" altLang="zh-CN" sz="2000" dirty="0">
                <a:latin typeface="+mn-ea"/>
                <a:ea typeface="+mn-ea"/>
              </a:rPr>
              <a:t>– </a:t>
            </a:r>
            <a:r>
              <a:rPr lang="zh-CN" altLang="en-US" sz="2000" dirty="0">
                <a:latin typeface="+mn-ea"/>
                <a:ea typeface="+mn-ea"/>
              </a:rPr>
              <a:t>等分二分栏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892F0E9-2D80-FF73-1DA1-FD40D5FD149B}"/>
              </a:ext>
            </a:extLst>
          </p:cNvPr>
          <p:cNvSpPr/>
          <p:nvPr/>
        </p:nvSpPr>
        <p:spPr>
          <a:xfrm>
            <a:off x="520700" y="909000"/>
            <a:ext cx="5472000" cy="52568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AD3B11E-4215-A703-31F3-7F16D6D652D6}"/>
              </a:ext>
            </a:extLst>
          </p:cNvPr>
          <p:cNvSpPr/>
          <p:nvPr/>
        </p:nvSpPr>
        <p:spPr>
          <a:xfrm>
            <a:off x="520700" y="914400"/>
            <a:ext cx="5472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这里是标题区域 样式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4B2597A4-2F64-E805-7176-F385DEF55531}"/>
              </a:ext>
            </a:extLst>
          </p:cNvPr>
          <p:cNvGrpSpPr/>
          <p:nvPr/>
        </p:nvGrpSpPr>
        <p:grpSpPr>
          <a:xfrm>
            <a:off x="593027" y="1322038"/>
            <a:ext cx="5327346" cy="4677041"/>
            <a:chOff x="520700" y="1322038"/>
            <a:chExt cx="5472000" cy="4677041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664CE7EB-7F16-228F-1339-392ADFA2F6E6}"/>
                </a:ext>
              </a:extLst>
            </p:cNvPr>
            <p:cNvSpPr/>
            <p:nvPr/>
          </p:nvSpPr>
          <p:spPr>
            <a:xfrm>
              <a:off x="674703" y="1322038"/>
              <a:ext cx="5172164" cy="1577055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algn="just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这里为内容区域样式这里为内容区域样式，这里为内容区域样式这里为内容区域样式，这里为内容区域样式，这里为内容区域样式。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9</a:t>
              </a:r>
            </a:p>
            <a:p>
              <a:pPr marL="171450" marR="0" lvl="0" indent="-171450" algn="just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这里为内容区域样式这里为内容区域样式，这里为内容区域，这里为内容区域样式。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10</a:t>
              </a:r>
            </a:p>
            <a:p>
              <a:pPr marL="171450" marR="0" lvl="0" indent="-171450" algn="just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这里为内容区域样式这里为内容区域样式，这里为内容区域样式这里为内容区域样式，这里为内容区域样式，这里为内容区域样式。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9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692AA722-ADA6-D0BA-81F1-0BFF5AC6182C}"/>
                </a:ext>
              </a:extLst>
            </p:cNvPr>
            <p:cNvCxnSpPr/>
            <p:nvPr/>
          </p:nvCxnSpPr>
          <p:spPr>
            <a:xfrm>
              <a:off x="520700" y="3036106"/>
              <a:ext cx="547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FEA1A3B4-0B14-9CB9-3DF6-052BAE786BC3}"/>
                </a:ext>
              </a:extLst>
            </p:cNvPr>
            <p:cNvSpPr txBox="1"/>
            <p:nvPr/>
          </p:nvSpPr>
          <p:spPr>
            <a:xfrm>
              <a:off x="2931943" y="3169728"/>
              <a:ext cx="724473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卡片内标题</a:t>
              </a:r>
            </a:p>
          </p:txBody>
        </p:sp>
        <p:sp>
          <p:nvSpPr>
            <p:cNvPr id="73" name="Bevel 16">
              <a:extLst>
                <a:ext uri="{FF2B5EF4-FFF2-40B4-BE49-F238E27FC236}">
                  <a16:creationId xmlns:a16="http://schemas.microsoft.com/office/drawing/2014/main" id="{5675D990-7123-D819-ED80-481DB610F8B9}"/>
                </a:ext>
              </a:extLst>
            </p:cNvPr>
            <p:cNvSpPr/>
            <p:nvPr/>
          </p:nvSpPr>
          <p:spPr bwMode="auto">
            <a:xfrm>
              <a:off x="666532" y="3445752"/>
              <a:ext cx="1274301" cy="2553327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74" name="Bevel 16">
              <a:extLst>
                <a:ext uri="{FF2B5EF4-FFF2-40B4-BE49-F238E27FC236}">
                  <a16:creationId xmlns:a16="http://schemas.microsoft.com/office/drawing/2014/main" id="{D53A18B1-3574-FCF9-2952-03DC9BC50964}"/>
                </a:ext>
              </a:extLst>
            </p:cNvPr>
            <p:cNvSpPr/>
            <p:nvPr/>
          </p:nvSpPr>
          <p:spPr bwMode="auto">
            <a:xfrm>
              <a:off x="2092901" y="3445752"/>
              <a:ext cx="1274301" cy="2553327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25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75" name="Bevel 16">
              <a:extLst>
                <a:ext uri="{FF2B5EF4-FFF2-40B4-BE49-F238E27FC236}">
                  <a16:creationId xmlns:a16="http://schemas.microsoft.com/office/drawing/2014/main" id="{1727A34C-82A4-773D-107C-77DB64D1FE7F}"/>
                </a:ext>
              </a:extLst>
            </p:cNvPr>
            <p:cNvSpPr/>
            <p:nvPr/>
          </p:nvSpPr>
          <p:spPr bwMode="auto">
            <a:xfrm>
              <a:off x="3519269" y="3445752"/>
              <a:ext cx="2323726" cy="2553327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25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76" name="Bevel 16">
              <a:extLst>
                <a:ext uri="{FF2B5EF4-FFF2-40B4-BE49-F238E27FC236}">
                  <a16:creationId xmlns:a16="http://schemas.microsoft.com/office/drawing/2014/main" id="{2DDCE189-73C9-84F3-45C0-85AD487B307F}"/>
                </a:ext>
              </a:extLst>
            </p:cNvPr>
            <p:cNvSpPr/>
            <p:nvPr/>
          </p:nvSpPr>
          <p:spPr bwMode="auto">
            <a:xfrm>
              <a:off x="816450" y="3791700"/>
              <a:ext cx="974466" cy="262843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标签</a:t>
              </a:r>
            </a:p>
          </p:txBody>
        </p:sp>
        <p:sp>
          <p:nvSpPr>
            <p:cNvPr id="77" name="Bevel 16">
              <a:extLst>
                <a:ext uri="{FF2B5EF4-FFF2-40B4-BE49-F238E27FC236}">
                  <a16:creationId xmlns:a16="http://schemas.microsoft.com/office/drawing/2014/main" id="{E1F8F3BA-D57B-34A4-FF56-10F3F903EF7C}"/>
                </a:ext>
              </a:extLst>
            </p:cNvPr>
            <p:cNvSpPr/>
            <p:nvPr/>
          </p:nvSpPr>
          <p:spPr bwMode="auto">
            <a:xfrm>
              <a:off x="816450" y="4150129"/>
              <a:ext cx="974466" cy="262843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内容较多的标签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78" name="Bevel 16">
              <a:extLst>
                <a:ext uri="{FF2B5EF4-FFF2-40B4-BE49-F238E27FC236}">
                  <a16:creationId xmlns:a16="http://schemas.microsoft.com/office/drawing/2014/main" id="{CF3A6716-25A1-E676-91B1-1477DB4E4AC2}"/>
                </a:ext>
              </a:extLst>
            </p:cNvPr>
            <p:cNvSpPr/>
            <p:nvPr/>
          </p:nvSpPr>
          <p:spPr bwMode="auto">
            <a:xfrm>
              <a:off x="816450" y="4508557"/>
              <a:ext cx="974466" cy="262843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8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号字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79" name="Bevel 16">
              <a:extLst>
                <a:ext uri="{FF2B5EF4-FFF2-40B4-BE49-F238E27FC236}">
                  <a16:creationId xmlns:a16="http://schemas.microsoft.com/office/drawing/2014/main" id="{3A03C0F6-5E84-56EE-9672-A43EE8512507}"/>
                </a:ext>
              </a:extLst>
            </p:cNvPr>
            <p:cNvSpPr/>
            <p:nvPr/>
          </p:nvSpPr>
          <p:spPr bwMode="auto">
            <a:xfrm>
              <a:off x="816450" y="4866986"/>
              <a:ext cx="974466" cy="262843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80" name="Bevel 16">
              <a:extLst>
                <a:ext uri="{FF2B5EF4-FFF2-40B4-BE49-F238E27FC236}">
                  <a16:creationId xmlns:a16="http://schemas.microsoft.com/office/drawing/2014/main" id="{CDFBEF66-C2AB-851B-6486-4770B00452FE}"/>
                </a:ext>
              </a:extLst>
            </p:cNvPr>
            <p:cNvSpPr/>
            <p:nvPr/>
          </p:nvSpPr>
          <p:spPr bwMode="auto">
            <a:xfrm>
              <a:off x="816450" y="5225414"/>
              <a:ext cx="974466" cy="262843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81" name="Bevel 16">
              <a:extLst>
                <a:ext uri="{FF2B5EF4-FFF2-40B4-BE49-F238E27FC236}">
                  <a16:creationId xmlns:a16="http://schemas.microsoft.com/office/drawing/2014/main" id="{690D8DED-1744-9B72-5673-B1522B0C1EE6}"/>
                </a:ext>
              </a:extLst>
            </p:cNvPr>
            <p:cNvSpPr/>
            <p:nvPr/>
          </p:nvSpPr>
          <p:spPr bwMode="auto">
            <a:xfrm>
              <a:off x="816450" y="5583842"/>
              <a:ext cx="974466" cy="262843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内容较多的标签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</p:grpSp>
      <p:sp>
        <p:nvSpPr>
          <p:cNvPr id="82" name="矩形 81">
            <a:extLst>
              <a:ext uri="{FF2B5EF4-FFF2-40B4-BE49-F238E27FC236}">
                <a16:creationId xmlns:a16="http://schemas.microsoft.com/office/drawing/2014/main" id="{A6FC2655-9707-7999-73DD-F8438B8A17D0}"/>
              </a:ext>
            </a:extLst>
          </p:cNvPr>
          <p:cNvSpPr/>
          <p:nvPr/>
        </p:nvSpPr>
        <p:spPr>
          <a:xfrm>
            <a:off x="6212000" y="909000"/>
            <a:ext cx="5472000" cy="52568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EB504F1-6BED-9037-C453-CF640CA76685}"/>
              </a:ext>
            </a:extLst>
          </p:cNvPr>
          <p:cNvSpPr/>
          <p:nvPr/>
        </p:nvSpPr>
        <p:spPr>
          <a:xfrm>
            <a:off x="6212000" y="914400"/>
            <a:ext cx="5472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标题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6DC52157-F2A2-DC5F-C108-7E52A989BB72}"/>
              </a:ext>
            </a:extLst>
          </p:cNvPr>
          <p:cNvGrpSpPr/>
          <p:nvPr/>
        </p:nvGrpSpPr>
        <p:grpSpPr>
          <a:xfrm>
            <a:off x="6292264" y="1368758"/>
            <a:ext cx="5311472" cy="4630322"/>
            <a:chOff x="6212000" y="1368758"/>
            <a:chExt cx="5472000" cy="4630322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EC5197FC-5E2C-2AB0-D794-42705BD5AFEE}"/>
                </a:ext>
              </a:extLst>
            </p:cNvPr>
            <p:cNvSpPr/>
            <p:nvPr/>
          </p:nvSpPr>
          <p:spPr>
            <a:xfrm>
              <a:off x="6370570" y="2613439"/>
              <a:ext cx="5172164" cy="1351761"/>
            </a:xfrm>
            <a:prstGeom prst="rect">
              <a:avLst/>
            </a:prstGeom>
            <a:gradFill flip="none" rotWithShape="1">
              <a:gsLst>
                <a:gs pos="0">
                  <a:srgbClr val="666666">
                    <a:lumMod val="20000"/>
                    <a:lumOff val="80000"/>
                    <a:alpha val="60000"/>
                  </a:srgbClr>
                </a:gs>
                <a:gs pos="95000">
                  <a:srgbClr val="666666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rgbClr val="666666">
                      <a:lumMod val="40000"/>
                      <a:lumOff val="60000"/>
                    </a:srgbClr>
                  </a:gs>
                  <a:gs pos="95000">
                    <a:srgbClr val="666666">
                      <a:lumMod val="40000"/>
                      <a:lumOff val="60000"/>
                      <a:alpha val="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marL="0" marR="0" lvl="0" indent="-21104" algn="ctr" defTabSz="143192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C9900"/>
                </a:buClr>
                <a:buSzPct val="100000"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+mn-ea"/>
                  <a:sym typeface="+mn-lt"/>
                </a:rPr>
                <a:t>支撑</a:t>
              </a:r>
            </a:p>
          </p:txBody>
        </p:sp>
        <p:sp>
          <p:nvSpPr>
            <p:cNvPr id="86" name="梯形 85">
              <a:extLst>
                <a:ext uri="{FF2B5EF4-FFF2-40B4-BE49-F238E27FC236}">
                  <a16:creationId xmlns:a16="http://schemas.microsoft.com/office/drawing/2014/main" id="{F5BAFD40-FE9F-423C-52E3-8AFE1BEE84B3}"/>
                </a:ext>
              </a:extLst>
            </p:cNvPr>
            <p:cNvSpPr/>
            <p:nvPr/>
          </p:nvSpPr>
          <p:spPr>
            <a:xfrm>
              <a:off x="6370570" y="2388145"/>
              <a:ext cx="5172164" cy="225294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35947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45C90A32-251E-9DB5-CB1B-B011B79B93FE}"/>
                </a:ext>
              </a:extLst>
            </p:cNvPr>
            <p:cNvSpPr/>
            <p:nvPr/>
          </p:nvSpPr>
          <p:spPr>
            <a:xfrm>
              <a:off x="6370570" y="4271829"/>
              <a:ext cx="5172164" cy="1727251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08000" tIns="900000" rIns="108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1450" marR="0" lvl="0" indent="-171450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这里为内容区域样式这里为内容区域样式，这里为内容区域样式这里为内容区域样式，这里为内容区域样式，这里为内容区域样式。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9</a:t>
              </a:r>
            </a:p>
            <a:p>
              <a:pPr marL="171450" marR="0" lvl="0" indent="-171450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这里为内容区域样式这里为内容区域样式，这里为内容区域，这里为内容区域样式。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9</a:t>
              </a:r>
            </a:p>
          </p:txBody>
        </p: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1C71008E-65C2-207C-A7AA-8E14991C2D3E}"/>
                </a:ext>
              </a:extLst>
            </p:cNvPr>
            <p:cNvCxnSpPr/>
            <p:nvPr/>
          </p:nvCxnSpPr>
          <p:spPr>
            <a:xfrm>
              <a:off x="6212000" y="3825255"/>
              <a:ext cx="547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</p:cxn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CD222504-AC08-825A-335E-96D2475F1C79}"/>
                </a:ext>
              </a:extLst>
            </p:cNvPr>
            <p:cNvSpPr txBox="1"/>
            <p:nvPr/>
          </p:nvSpPr>
          <p:spPr>
            <a:xfrm>
              <a:off x="8822295" y="3958877"/>
              <a:ext cx="726638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卡片内标题</a:t>
              </a:r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64725C50-EA90-8ADF-0C37-081B23427130}"/>
                </a:ext>
              </a:extLst>
            </p:cNvPr>
            <p:cNvGrpSpPr/>
            <p:nvPr/>
          </p:nvGrpSpPr>
          <p:grpSpPr>
            <a:xfrm>
              <a:off x="6762176" y="1368758"/>
              <a:ext cx="824548" cy="1031158"/>
              <a:chOff x="6711578" y="1336950"/>
              <a:chExt cx="792000" cy="988622"/>
            </a:xfrm>
          </p:grpSpPr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DDEE86EA-893F-F6D7-D4E6-2A35846E2AC2}"/>
                  </a:ext>
                </a:extLst>
              </p:cNvPr>
              <p:cNvSpPr/>
              <p:nvPr/>
            </p:nvSpPr>
            <p:spPr>
              <a:xfrm>
                <a:off x="6711578" y="1336950"/>
                <a:ext cx="792000" cy="79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10000"/>
                    </a:srgbClr>
                  </a:gs>
                  <a:gs pos="60000">
                    <a:srgbClr val="666666">
                      <a:lumMod val="60000"/>
                      <a:lumOff val="40000"/>
                      <a:alpha val="0"/>
                    </a:srgbClr>
                  </a:gs>
                </a:gsLst>
                <a:lin ang="16200000" scaled="1"/>
                <a:tileRect/>
              </a:gradFill>
              <a:ln w="6350">
                <a:solidFill>
                  <a:srgbClr val="666666">
                    <a:lumMod val="20000"/>
                    <a:lumOff val="80000"/>
                  </a:srgb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marL="0" marR="0" lvl="0" indent="0" defTabSz="1218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9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39CEEA4D-4981-E2E7-F816-A87850B51B2E}"/>
                  </a:ext>
                </a:extLst>
              </p:cNvPr>
              <p:cNvSpPr/>
              <p:nvPr/>
            </p:nvSpPr>
            <p:spPr>
              <a:xfrm>
                <a:off x="6747578" y="1372950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10000"/>
                    </a:srgbClr>
                  </a:gs>
                  <a:gs pos="60000">
                    <a:srgbClr val="666666">
                      <a:lumMod val="60000"/>
                      <a:lumOff val="40000"/>
                      <a:alpha val="0"/>
                    </a:srgbClr>
                  </a:gs>
                </a:gsLst>
                <a:lin ang="3600000" scaled="0"/>
                <a:tileRect/>
              </a:gradFill>
              <a:ln w="6350">
                <a:solidFill>
                  <a:srgbClr val="666666">
                    <a:lumMod val="20000"/>
                    <a:lumOff val="80000"/>
                  </a:srgb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marL="0" marR="0" lvl="0" indent="0" defTabSz="1218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9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5DEAF357-E552-230C-0071-11E423CB901C}"/>
                  </a:ext>
                </a:extLst>
              </p:cNvPr>
              <p:cNvSpPr/>
              <p:nvPr/>
            </p:nvSpPr>
            <p:spPr>
              <a:xfrm>
                <a:off x="6869889" y="1648476"/>
                <a:ext cx="475878" cy="17704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374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0.00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亿</a:t>
                </a:r>
                <a:endPara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endParaRPr>
              </a:p>
            </p:txBody>
          </p: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280AB96D-8100-FD8B-034C-E998A43FA785}"/>
                  </a:ext>
                </a:extLst>
              </p:cNvPr>
              <p:cNvSpPr/>
              <p:nvPr/>
            </p:nvSpPr>
            <p:spPr>
              <a:xfrm>
                <a:off x="6904784" y="2207539"/>
                <a:ext cx="406084" cy="118033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374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内容文字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endParaRPr>
              </a:p>
            </p:txBody>
          </p:sp>
        </p:grpSp>
        <p:grpSp>
          <p:nvGrpSpPr>
            <p:cNvPr id="91" name="组合 90">
              <a:extLst>
                <a:ext uri="{FF2B5EF4-FFF2-40B4-BE49-F238E27FC236}">
                  <a16:creationId xmlns:a16="http://schemas.microsoft.com/office/drawing/2014/main" id="{14E39D7B-B271-FB93-D604-78D98CD4C129}"/>
                </a:ext>
              </a:extLst>
            </p:cNvPr>
            <p:cNvGrpSpPr/>
            <p:nvPr/>
          </p:nvGrpSpPr>
          <p:grpSpPr>
            <a:xfrm>
              <a:off x="7914680" y="1368758"/>
              <a:ext cx="824548" cy="1031158"/>
              <a:chOff x="6711578" y="1336950"/>
              <a:chExt cx="792000" cy="988622"/>
            </a:xfrm>
          </p:grpSpPr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0937F55E-9B38-A932-B3BB-6CD60EB916F1}"/>
                  </a:ext>
                </a:extLst>
              </p:cNvPr>
              <p:cNvSpPr/>
              <p:nvPr/>
            </p:nvSpPr>
            <p:spPr>
              <a:xfrm>
                <a:off x="6711578" y="1336950"/>
                <a:ext cx="792000" cy="79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10000"/>
                    </a:srgbClr>
                  </a:gs>
                  <a:gs pos="60000">
                    <a:srgbClr val="666666">
                      <a:lumMod val="60000"/>
                      <a:lumOff val="40000"/>
                      <a:alpha val="0"/>
                    </a:srgbClr>
                  </a:gs>
                </a:gsLst>
                <a:lin ang="16200000" scaled="1"/>
                <a:tileRect/>
              </a:gradFill>
              <a:ln w="6350">
                <a:solidFill>
                  <a:srgbClr val="666666">
                    <a:lumMod val="20000"/>
                    <a:lumOff val="80000"/>
                  </a:srgb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marL="0" marR="0" lvl="0" indent="0" defTabSz="1218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9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0BC5A8E5-323A-5EC8-C73A-7366F6512DE4}"/>
                  </a:ext>
                </a:extLst>
              </p:cNvPr>
              <p:cNvSpPr/>
              <p:nvPr/>
            </p:nvSpPr>
            <p:spPr>
              <a:xfrm>
                <a:off x="6747578" y="1372950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10000"/>
                    </a:srgbClr>
                  </a:gs>
                  <a:gs pos="60000">
                    <a:srgbClr val="666666">
                      <a:lumMod val="60000"/>
                      <a:lumOff val="40000"/>
                      <a:alpha val="0"/>
                    </a:srgbClr>
                  </a:gs>
                </a:gsLst>
                <a:lin ang="3600000" scaled="0"/>
                <a:tileRect/>
              </a:gradFill>
              <a:ln w="6350">
                <a:solidFill>
                  <a:srgbClr val="666666">
                    <a:lumMod val="20000"/>
                    <a:lumOff val="80000"/>
                  </a:srgb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marL="0" marR="0" lvl="0" indent="0" defTabSz="1218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9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D3A53B97-3967-DEC5-54E0-B4987CCB2C9F}"/>
                  </a:ext>
                </a:extLst>
              </p:cNvPr>
              <p:cNvSpPr/>
              <p:nvPr/>
            </p:nvSpPr>
            <p:spPr>
              <a:xfrm>
                <a:off x="6869887" y="1648476"/>
                <a:ext cx="475878" cy="17704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374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0.00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亿</a:t>
                </a:r>
                <a:endPara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endParaRPr>
              </a:p>
            </p:txBody>
          </p:sp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9B9F020A-1BD1-737C-2974-4F0E76B0095D}"/>
                  </a:ext>
                </a:extLst>
              </p:cNvPr>
              <p:cNvSpPr/>
              <p:nvPr/>
            </p:nvSpPr>
            <p:spPr>
              <a:xfrm>
                <a:off x="6904785" y="2207539"/>
                <a:ext cx="406083" cy="118033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374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内容文字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endParaRPr>
              </a:p>
            </p:txBody>
          </p: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8E6B7085-5D9A-DF29-40A1-EED61CC8B73D}"/>
                </a:ext>
              </a:extLst>
            </p:cNvPr>
            <p:cNvGrpSpPr/>
            <p:nvPr/>
          </p:nvGrpSpPr>
          <p:grpSpPr>
            <a:xfrm>
              <a:off x="9067184" y="1368758"/>
              <a:ext cx="824548" cy="1031158"/>
              <a:chOff x="6711578" y="1336950"/>
              <a:chExt cx="792000" cy="988622"/>
            </a:xfrm>
          </p:grpSpPr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C3C07008-CBFA-7441-13FD-D4E692616FD2}"/>
                  </a:ext>
                </a:extLst>
              </p:cNvPr>
              <p:cNvSpPr/>
              <p:nvPr/>
            </p:nvSpPr>
            <p:spPr>
              <a:xfrm>
                <a:off x="6711578" y="1336950"/>
                <a:ext cx="792000" cy="79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10000"/>
                    </a:srgbClr>
                  </a:gs>
                  <a:gs pos="60000">
                    <a:srgbClr val="666666">
                      <a:lumMod val="60000"/>
                      <a:lumOff val="40000"/>
                      <a:alpha val="0"/>
                    </a:srgbClr>
                  </a:gs>
                </a:gsLst>
                <a:lin ang="16200000" scaled="1"/>
                <a:tileRect/>
              </a:gradFill>
              <a:ln w="6350">
                <a:solidFill>
                  <a:srgbClr val="666666">
                    <a:lumMod val="20000"/>
                    <a:lumOff val="80000"/>
                  </a:srgb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marL="0" marR="0" lvl="0" indent="0" defTabSz="1218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9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9C3B3016-5ADD-335C-75CE-311C6DD11855}"/>
                  </a:ext>
                </a:extLst>
              </p:cNvPr>
              <p:cNvSpPr/>
              <p:nvPr/>
            </p:nvSpPr>
            <p:spPr>
              <a:xfrm>
                <a:off x="6747578" y="1372950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10000"/>
                    </a:srgbClr>
                  </a:gs>
                  <a:gs pos="60000">
                    <a:srgbClr val="666666">
                      <a:lumMod val="60000"/>
                      <a:lumOff val="40000"/>
                      <a:alpha val="0"/>
                    </a:srgbClr>
                  </a:gs>
                </a:gsLst>
                <a:lin ang="3600000" scaled="0"/>
                <a:tileRect/>
              </a:gradFill>
              <a:ln w="6350">
                <a:solidFill>
                  <a:srgbClr val="666666">
                    <a:lumMod val="20000"/>
                    <a:lumOff val="80000"/>
                  </a:srgb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marL="0" marR="0" lvl="0" indent="0" defTabSz="1218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9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C8462B33-633E-A494-64C2-631E989657F4}"/>
                  </a:ext>
                </a:extLst>
              </p:cNvPr>
              <p:cNvSpPr/>
              <p:nvPr/>
            </p:nvSpPr>
            <p:spPr>
              <a:xfrm>
                <a:off x="6869888" y="1648476"/>
                <a:ext cx="475878" cy="17704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374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0.00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亿</a:t>
                </a:r>
                <a:endPara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endParaRPr>
              </a:p>
            </p:txBody>
          </p:sp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D630517A-4CFB-B24D-223A-DD09647E16F9}"/>
                  </a:ext>
                </a:extLst>
              </p:cNvPr>
              <p:cNvSpPr/>
              <p:nvPr/>
            </p:nvSpPr>
            <p:spPr>
              <a:xfrm>
                <a:off x="6904784" y="2207539"/>
                <a:ext cx="406083" cy="118033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374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内容文字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endParaRPr>
              </a:p>
            </p:txBody>
          </p:sp>
        </p:grp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635EA1FE-3ECB-705D-357B-446B690B7219}"/>
                </a:ext>
              </a:extLst>
            </p:cNvPr>
            <p:cNvGrpSpPr/>
            <p:nvPr/>
          </p:nvGrpSpPr>
          <p:grpSpPr>
            <a:xfrm>
              <a:off x="10219687" y="1368758"/>
              <a:ext cx="824548" cy="1031158"/>
              <a:chOff x="6711578" y="1336950"/>
              <a:chExt cx="792000" cy="988622"/>
            </a:xfrm>
          </p:grpSpPr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2862E7B9-D401-D9E8-AB3E-790383D8B553}"/>
                  </a:ext>
                </a:extLst>
              </p:cNvPr>
              <p:cNvSpPr/>
              <p:nvPr/>
            </p:nvSpPr>
            <p:spPr>
              <a:xfrm>
                <a:off x="6711578" y="1336950"/>
                <a:ext cx="792000" cy="79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10000"/>
                    </a:srgbClr>
                  </a:gs>
                  <a:gs pos="60000">
                    <a:srgbClr val="666666">
                      <a:lumMod val="60000"/>
                      <a:lumOff val="40000"/>
                      <a:alpha val="0"/>
                    </a:srgbClr>
                  </a:gs>
                </a:gsLst>
                <a:lin ang="16200000" scaled="1"/>
                <a:tileRect/>
              </a:gradFill>
              <a:ln w="6350">
                <a:solidFill>
                  <a:srgbClr val="666666">
                    <a:lumMod val="20000"/>
                    <a:lumOff val="80000"/>
                  </a:srgb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marL="0" marR="0" lvl="0" indent="0" defTabSz="1218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9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AF2375D0-DD1D-F9E9-BA23-4CC71C591B98}"/>
                  </a:ext>
                </a:extLst>
              </p:cNvPr>
              <p:cNvSpPr/>
              <p:nvPr/>
            </p:nvSpPr>
            <p:spPr>
              <a:xfrm>
                <a:off x="6747578" y="1372950"/>
                <a:ext cx="720000" cy="72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10000"/>
                    </a:srgbClr>
                  </a:gs>
                  <a:gs pos="60000">
                    <a:srgbClr val="666666">
                      <a:lumMod val="60000"/>
                      <a:lumOff val="40000"/>
                      <a:alpha val="0"/>
                    </a:srgbClr>
                  </a:gs>
                </a:gsLst>
                <a:lin ang="3600000" scaled="0"/>
                <a:tileRect/>
              </a:gradFill>
              <a:ln w="6350">
                <a:solidFill>
                  <a:srgbClr val="666666">
                    <a:lumMod val="20000"/>
                    <a:lumOff val="80000"/>
                  </a:srgbClr>
                </a:solidFill>
              </a:ln>
            </p:spPr>
            <p:txBody>
              <a:bodyPr vert="horz" wrap="square" lIns="95894" tIns="47946" rIns="95894" bIns="47946" numCol="1" anchor="t" anchorCtr="0" compatLnSpc="1"/>
              <a:lstStyle/>
              <a:p>
                <a:pPr marL="0" marR="0" lvl="0" indent="0" defTabSz="1218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998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E748A10D-4920-71CA-91AF-A120DAC49A54}"/>
                  </a:ext>
                </a:extLst>
              </p:cNvPr>
              <p:cNvSpPr/>
              <p:nvPr/>
            </p:nvSpPr>
            <p:spPr>
              <a:xfrm>
                <a:off x="6869889" y="1648476"/>
                <a:ext cx="475878" cy="177048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374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0.00</a:t>
                </a:r>
                <a:r>
                  <a:rPr kumimoji="0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亿</a:t>
                </a:r>
                <a:endPara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endParaRPr>
              </a:p>
            </p:txBody>
          </p:sp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D00E2AA7-44F5-9E50-862B-CF0A2DCD22C8}"/>
                  </a:ext>
                </a:extLst>
              </p:cNvPr>
              <p:cNvSpPr/>
              <p:nvPr/>
            </p:nvSpPr>
            <p:spPr>
              <a:xfrm>
                <a:off x="6904785" y="2207539"/>
                <a:ext cx="406083" cy="118033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374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/>
                    <a:cs typeface="Huawei Sans Bold" panose="020C0803030203020204" pitchFamily="34" charset="0"/>
                  </a:rPr>
                  <a:t>内容文字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endParaRPr>
              </a:p>
            </p:txBody>
          </p:sp>
        </p:grp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D038A826-461E-1AA5-4597-6B137004A0A8}"/>
                </a:ext>
              </a:extLst>
            </p:cNvPr>
            <p:cNvSpPr/>
            <p:nvPr/>
          </p:nvSpPr>
          <p:spPr>
            <a:xfrm>
              <a:off x="6483009" y="2918885"/>
              <a:ext cx="1274301" cy="300391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内容区域样式</a:t>
              </a: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B59FD42D-8C7A-BFB0-8597-C1E63F0E4748}"/>
                </a:ext>
              </a:extLst>
            </p:cNvPr>
            <p:cNvSpPr/>
            <p:nvPr/>
          </p:nvSpPr>
          <p:spPr>
            <a:xfrm>
              <a:off x="7868553" y="2918885"/>
              <a:ext cx="2173808" cy="187745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内容区域样式</a:t>
              </a: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C53E6D40-18C8-37CA-47FD-9A538C685271}"/>
                </a:ext>
              </a:extLst>
            </p:cNvPr>
            <p:cNvSpPr/>
            <p:nvPr/>
          </p:nvSpPr>
          <p:spPr>
            <a:xfrm>
              <a:off x="6483009" y="3297161"/>
              <a:ext cx="1274301" cy="300391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内容区域样式</a:t>
              </a: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957C6F23-D3C8-B3C5-3579-B597BE227AB9}"/>
                </a:ext>
              </a:extLst>
            </p:cNvPr>
            <p:cNvSpPr/>
            <p:nvPr/>
          </p:nvSpPr>
          <p:spPr>
            <a:xfrm>
              <a:off x="7870421" y="3164346"/>
              <a:ext cx="2173808" cy="187745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内容区域样式</a:t>
              </a: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CA66D7DF-6E3C-E07C-BFEE-B9C7E1A6D4BF}"/>
                </a:ext>
              </a:extLst>
            </p:cNvPr>
            <p:cNvSpPr/>
            <p:nvPr/>
          </p:nvSpPr>
          <p:spPr>
            <a:xfrm>
              <a:off x="7870421" y="3409808"/>
              <a:ext cx="2173808" cy="187745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内容区域样式</a:t>
              </a: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A8A31F53-8F8D-CFF1-1A9A-10AE4BD5DA68}"/>
                </a:ext>
              </a:extLst>
            </p:cNvPr>
            <p:cNvSpPr/>
            <p:nvPr/>
          </p:nvSpPr>
          <p:spPr>
            <a:xfrm>
              <a:off x="10156331" y="2918883"/>
              <a:ext cx="1274301" cy="675881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内容区域样式</a:t>
              </a:r>
            </a:p>
          </p:txBody>
        </p:sp>
        <p:sp>
          <p:nvSpPr>
            <p:cNvPr id="100" name="Text Box 21">
              <a:extLst>
                <a:ext uri="{FF2B5EF4-FFF2-40B4-BE49-F238E27FC236}">
                  <a16:creationId xmlns:a16="http://schemas.microsoft.com/office/drawing/2014/main" id="{0DA4C15D-BE9E-93C1-A6FF-1693C9925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345" y="4412971"/>
              <a:ext cx="899507" cy="450587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rgbClr val="666666">
                  <a:lumMod val="40000"/>
                  <a:lumOff val="60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内容文字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  <p:sp>
          <p:nvSpPr>
            <p:cNvPr id="101" name="Text Box 22">
              <a:extLst>
                <a:ext uri="{FF2B5EF4-FFF2-40B4-BE49-F238E27FC236}">
                  <a16:creationId xmlns:a16="http://schemas.microsoft.com/office/drawing/2014/main" id="{E291DA5D-9E89-13AF-6C95-43AB6085C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5290" y="4412971"/>
              <a:ext cx="899507" cy="450587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rgbClr val="666666">
                  <a:lumMod val="40000"/>
                  <a:lumOff val="60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内容文字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  <p:sp>
          <p:nvSpPr>
            <p:cNvPr id="102" name="Text Box 23">
              <a:extLst>
                <a:ext uri="{FF2B5EF4-FFF2-40B4-BE49-F238E27FC236}">
                  <a16:creationId xmlns:a16="http://schemas.microsoft.com/office/drawing/2014/main" id="{EF467928-97B6-A586-0E8A-AE8C13342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07235" y="4412971"/>
              <a:ext cx="899507" cy="450587"/>
            </a:xfrm>
            <a:prstGeom prst="rect">
              <a:avLst/>
            </a:prstGeom>
            <a:gradFill>
              <a:gsLst>
                <a:gs pos="0">
                  <a:srgbClr val="C00000">
                    <a:alpha val="10000"/>
                  </a:srgbClr>
                </a:gs>
                <a:gs pos="40000">
                  <a:srgbClr val="C00000">
                    <a:alpha val="0"/>
                  </a:srgbClr>
                </a:gs>
              </a:gsLst>
              <a:lin ang="3600000" scaled="0"/>
            </a:gradFill>
            <a:ln w="6350" algn="ctr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ctr" defTabSz="80168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内容文字</a:t>
              </a:r>
            </a:p>
          </p:txBody>
        </p:sp>
        <p:sp>
          <p:nvSpPr>
            <p:cNvPr id="103" name="Text Box 24">
              <a:extLst>
                <a:ext uri="{FF2B5EF4-FFF2-40B4-BE49-F238E27FC236}">
                  <a16:creationId xmlns:a16="http://schemas.microsoft.com/office/drawing/2014/main" id="{3026B0CF-C14B-E9D8-31DF-34CAF8BB3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9181" y="4412971"/>
              <a:ext cx="899507" cy="450587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rgbClr val="666666">
                  <a:lumMod val="40000"/>
                  <a:lumOff val="60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内容文字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  <p:sp>
          <p:nvSpPr>
            <p:cNvPr id="104" name="Text Box 25">
              <a:extLst>
                <a:ext uri="{FF2B5EF4-FFF2-40B4-BE49-F238E27FC236}">
                  <a16:creationId xmlns:a16="http://schemas.microsoft.com/office/drawing/2014/main" id="{5C4E63E0-7BAF-C88C-6FEE-BD184E743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31126" y="4412971"/>
              <a:ext cx="899507" cy="450587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rgbClr val="666666">
                  <a:lumMod val="40000"/>
                  <a:lumOff val="60000"/>
                </a:srgb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内容文字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  <p:sp>
          <p:nvSpPr>
            <p:cNvPr id="105" name="梯形 104">
              <a:extLst>
                <a:ext uri="{FF2B5EF4-FFF2-40B4-BE49-F238E27FC236}">
                  <a16:creationId xmlns:a16="http://schemas.microsoft.com/office/drawing/2014/main" id="{7C6C1438-F11F-3068-46F1-63BCFA46A6F1}"/>
                </a:ext>
              </a:extLst>
            </p:cNvPr>
            <p:cNvSpPr/>
            <p:nvPr/>
          </p:nvSpPr>
          <p:spPr>
            <a:xfrm>
              <a:off x="6483344" y="4838018"/>
              <a:ext cx="4947288" cy="225294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35947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F3FEB0CD-07A4-4AB9-E64C-BFDCD4F0E59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23" name="矩形 122">
              <a:hlinkClick r:id="rId2" action="ppaction://hlinksldjump"/>
              <a:extLst>
                <a:ext uri="{FF2B5EF4-FFF2-40B4-BE49-F238E27FC236}">
                  <a16:creationId xmlns:a16="http://schemas.microsoft.com/office/drawing/2014/main" id="{D4F8D56D-31C5-26E5-CB87-2C9C81E260A2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24" name="直接连接符 123">
              <a:hlinkClick r:id="rId2" action="ppaction://hlinksldjump"/>
              <a:extLst>
                <a:ext uri="{FF2B5EF4-FFF2-40B4-BE49-F238E27FC236}">
                  <a16:creationId xmlns:a16="http://schemas.microsoft.com/office/drawing/2014/main" id="{41BB8817-F9FB-D146-3F6F-200F0EDD50A6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0B2E6EF6-6954-FA55-B7A9-C23CEC778F42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26" name="矩形 125">
              <a:hlinkClick r:id="rId2" action="ppaction://hlinksldjump"/>
              <a:extLst>
                <a:ext uri="{FF2B5EF4-FFF2-40B4-BE49-F238E27FC236}">
                  <a16:creationId xmlns:a16="http://schemas.microsoft.com/office/drawing/2014/main" id="{1D21F6DA-1F5F-5FBE-03FE-7DB90F19CC54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27" name="直接连接符 126">
              <a:hlinkClick r:id="rId2" action="ppaction://hlinksldjump"/>
              <a:extLst>
                <a:ext uri="{FF2B5EF4-FFF2-40B4-BE49-F238E27FC236}">
                  <a16:creationId xmlns:a16="http://schemas.microsoft.com/office/drawing/2014/main" id="{61FB9E45-54B4-F9B9-FD46-585446CDEBBE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481391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88515C5-2EC7-4F82-5437-498464179E98}"/>
              </a:ext>
            </a:extLst>
          </p:cNvPr>
          <p:cNvSpPr/>
          <p:nvPr/>
        </p:nvSpPr>
        <p:spPr>
          <a:xfrm>
            <a:off x="8158480" y="908048"/>
            <a:ext cx="3528000" cy="5257801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FE1766-063F-FA2F-7D99-2E78E4D16CB1}"/>
              </a:ext>
            </a:extLst>
          </p:cNvPr>
          <p:cNvSpPr/>
          <p:nvPr/>
        </p:nvSpPr>
        <p:spPr>
          <a:xfrm>
            <a:off x="517525" y="908049"/>
            <a:ext cx="7021514" cy="5257801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ED7EDB-2FEA-B88A-ECD8-15D9B5C8D0FB}"/>
              </a:ext>
            </a:extLst>
          </p:cNvPr>
          <p:cNvSpPr/>
          <p:nvPr/>
        </p:nvSpPr>
        <p:spPr>
          <a:xfrm>
            <a:off x="8158480" y="908049"/>
            <a:ext cx="3528000" cy="216000"/>
          </a:xfrm>
          <a:prstGeom prst="rect">
            <a:avLst/>
          </a:prstGeom>
          <a:solidFill>
            <a:srgbClr val="C7000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一级标题（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11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  <a:sym typeface="+mn-lt"/>
              </a:rPr>
              <a:t>号字）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01B00F2-5C3D-98CC-ABFD-BAF70C9CDFA2}"/>
              </a:ext>
            </a:extLst>
          </p:cNvPr>
          <p:cNvGrpSpPr/>
          <p:nvPr/>
        </p:nvGrpSpPr>
        <p:grpSpPr>
          <a:xfrm>
            <a:off x="733425" y="4749800"/>
            <a:ext cx="6605706" cy="1098996"/>
            <a:chOff x="7087935" y="909609"/>
            <a:chExt cx="4248000" cy="68920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75C3103-FD60-30B6-7EDD-8D663AB6A1A6}"/>
                </a:ext>
              </a:extLst>
            </p:cNvPr>
            <p:cNvSpPr/>
            <p:nvPr/>
          </p:nvSpPr>
          <p:spPr>
            <a:xfrm>
              <a:off x="7087935" y="1050327"/>
              <a:ext cx="4248000" cy="548483"/>
            </a:xfrm>
            <a:prstGeom prst="rect">
              <a:avLst/>
            </a:prstGeom>
            <a:gradFill flip="none" rotWithShape="1">
              <a:gsLst>
                <a:gs pos="0">
                  <a:srgbClr val="666666">
                    <a:lumMod val="20000"/>
                    <a:lumOff val="80000"/>
                    <a:alpha val="60000"/>
                  </a:srgbClr>
                </a:gs>
                <a:gs pos="95000">
                  <a:srgbClr val="666666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rgbClr val="666666">
                      <a:lumMod val="40000"/>
                      <a:lumOff val="60000"/>
                    </a:srgbClr>
                  </a:gs>
                  <a:gs pos="95000">
                    <a:srgbClr val="666666">
                      <a:lumMod val="40000"/>
                      <a:lumOff val="60000"/>
                      <a:alpha val="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marL="0" marR="0" lvl="0" indent="-21104" algn="ctr" defTabSz="143192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C9900"/>
                </a:buClr>
                <a:buSzPct val="100000"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  <p:sp>
          <p:nvSpPr>
            <p:cNvPr id="13" name="梯形 12">
              <a:extLst>
                <a:ext uri="{FF2B5EF4-FFF2-40B4-BE49-F238E27FC236}">
                  <a16:creationId xmlns:a16="http://schemas.microsoft.com/office/drawing/2014/main" id="{17D77C76-8840-5557-C351-7D566D054480}"/>
                </a:ext>
              </a:extLst>
            </p:cNvPr>
            <p:cNvSpPr/>
            <p:nvPr/>
          </p:nvSpPr>
          <p:spPr>
            <a:xfrm>
              <a:off x="7087935" y="909609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35947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6281A81-CBAE-6885-B627-F49AD79DDEEC}"/>
              </a:ext>
            </a:extLst>
          </p:cNvPr>
          <p:cNvGrpSpPr/>
          <p:nvPr/>
        </p:nvGrpSpPr>
        <p:grpSpPr>
          <a:xfrm>
            <a:off x="733425" y="2498753"/>
            <a:ext cx="6605706" cy="2370062"/>
            <a:chOff x="7087935" y="909609"/>
            <a:chExt cx="4248000" cy="148631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B01E0BD-047D-82EB-285A-88A25BF3129E}"/>
                </a:ext>
              </a:extLst>
            </p:cNvPr>
            <p:cNvSpPr/>
            <p:nvPr/>
          </p:nvSpPr>
          <p:spPr>
            <a:xfrm>
              <a:off x="7087935" y="1050326"/>
              <a:ext cx="4248000" cy="1345593"/>
            </a:xfrm>
            <a:prstGeom prst="rect">
              <a:avLst/>
            </a:prstGeom>
            <a:gradFill flip="none" rotWithShape="1">
              <a:gsLst>
                <a:gs pos="0">
                  <a:srgbClr val="666666">
                    <a:lumMod val="20000"/>
                    <a:lumOff val="80000"/>
                    <a:alpha val="60000"/>
                  </a:srgbClr>
                </a:gs>
                <a:gs pos="95000">
                  <a:srgbClr val="666666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rgbClr val="666666">
                      <a:lumMod val="40000"/>
                      <a:lumOff val="60000"/>
                    </a:srgbClr>
                  </a:gs>
                  <a:gs pos="95000">
                    <a:srgbClr val="666666">
                      <a:lumMod val="40000"/>
                      <a:lumOff val="60000"/>
                      <a:alpha val="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marL="0" marR="0" lvl="0" indent="-21104" algn="ctr" defTabSz="143192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C9900"/>
                </a:buClr>
                <a:buSzPct val="100000"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  <p:sp>
          <p:nvSpPr>
            <p:cNvPr id="16" name="梯形 15">
              <a:extLst>
                <a:ext uri="{FF2B5EF4-FFF2-40B4-BE49-F238E27FC236}">
                  <a16:creationId xmlns:a16="http://schemas.microsoft.com/office/drawing/2014/main" id="{019DBC16-1889-F973-7E1B-F166F6C249A4}"/>
                </a:ext>
              </a:extLst>
            </p:cNvPr>
            <p:cNvSpPr/>
            <p:nvPr/>
          </p:nvSpPr>
          <p:spPr>
            <a:xfrm>
              <a:off x="7087935" y="909609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35947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A135809-4F76-9E98-7BB9-F988A5A6F54F}"/>
              </a:ext>
            </a:extLst>
          </p:cNvPr>
          <p:cNvGrpSpPr/>
          <p:nvPr/>
        </p:nvGrpSpPr>
        <p:grpSpPr>
          <a:xfrm>
            <a:off x="733425" y="1275904"/>
            <a:ext cx="6605706" cy="1098996"/>
            <a:chOff x="7087935" y="909609"/>
            <a:chExt cx="4248000" cy="689201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3823A50-36B7-C02F-8128-DD5FC40B844D}"/>
                </a:ext>
              </a:extLst>
            </p:cNvPr>
            <p:cNvSpPr/>
            <p:nvPr/>
          </p:nvSpPr>
          <p:spPr>
            <a:xfrm>
              <a:off x="7087935" y="1050327"/>
              <a:ext cx="4248000" cy="548483"/>
            </a:xfrm>
            <a:prstGeom prst="rect">
              <a:avLst/>
            </a:prstGeom>
            <a:gradFill flip="none" rotWithShape="1">
              <a:gsLst>
                <a:gs pos="0">
                  <a:srgbClr val="666666">
                    <a:lumMod val="20000"/>
                    <a:lumOff val="80000"/>
                    <a:alpha val="60000"/>
                  </a:srgbClr>
                </a:gs>
                <a:gs pos="95000">
                  <a:srgbClr val="666666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rgbClr val="666666">
                      <a:lumMod val="40000"/>
                      <a:lumOff val="60000"/>
                    </a:srgbClr>
                  </a:gs>
                  <a:gs pos="95000">
                    <a:srgbClr val="666666">
                      <a:lumMod val="40000"/>
                      <a:lumOff val="60000"/>
                      <a:alpha val="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marL="0" marR="0" lvl="0" indent="-21104" algn="ctr" defTabSz="143192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CC9900"/>
                </a:buClr>
                <a:buSzPct val="100000"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  <p:sp>
          <p:nvSpPr>
            <p:cNvPr id="19" name="梯形 18">
              <a:extLst>
                <a:ext uri="{FF2B5EF4-FFF2-40B4-BE49-F238E27FC236}">
                  <a16:creationId xmlns:a16="http://schemas.microsoft.com/office/drawing/2014/main" id="{6E1E2101-1E91-D02E-8500-8E75FD247813}"/>
                </a:ext>
              </a:extLst>
            </p:cNvPr>
            <p:cNvSpPr/>
            <p:nvPr/>
          </p:nvSpPr>
          <p:spPr>
            <a:xfrm>
              <a:off x="7087935" y="909609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35947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endParaRP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9C1A2898-FB2D-89BC-9D2C-6BEA62EAAC47}"/>
              </a:ext>
            </a:extLst>
          </p:cNvPr>
          <p:cNvSpPr/>
          <p:nvPr/>
        </p:nvSpPr>
        <p:spPr>
          <a:xfrm>
            <a:off x="891898" y="3263504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1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E13560-BE74-D756-0CCF-E63B7522B82B}"/>
              </a:ext>
            </a:extLst>
          </p:cNvPr>
          <p:cNvSpPr txBox="1"/>
          <p:nvPr/>
        </p:nvSpPr>
        <p:spPr>
          <a:xfrm>
            <a:off x="891898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914400">
              <a:defRPr/>
            </a:pPr>
            <a:r>
              <a:rPr lang="zh-CN" altLang="en-US" sz="1000" b="1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小标题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42630A-AFD0-3FE8-1E5E-63325EBFF82A}"/>
              </a:ext>
            </a:extLst>
          </p:cNvPr>
          <p:cNvSpPr/>
          <p:nvPr/>
        </p:nvSpPr>
        <p:spPr>
          <a:xfrm>
            <a:off x="891898" y="3665625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1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41C6A36-9700-BBFA-4B5A-4537CECC85DC}"/>
              </a:ext>
            </a:extLst>
          </p:cNvPr>
          <p:cNvSpPr txBox="1"/>
          <p:nvPr/>
        </p:nvSpPr>
        <p:spPr>
          <a:xfrm>
            <a:off x="1965307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914400">
              <a:defRPr/>
            </a:pPr>
            <a:r>
              <a:rPr lang="zh-CN" altLang="en-US" sz="1000" b="1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小标题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14EFDE-788A-0FFF-1928-FF75E2F78395}"/>
              </a:ext>
            </a:extLst>
          </p:cNvPr>
          <p:cNvSpPr/>
          <p:nvPr/>
        </p:nvSpPr>
        <p:spPr>
          <a:xfrm>
            <a:off x="1963558" y="3665625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2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78F4FED-DFD1-D6D1-35B3-ACA7A3C695B8}"/>
              </a:ext>
            </a:extLst>
          </p:cNvPr>
          <p:cNvSpPr/>
          <p:nvPr/>
        </p:nvSpPr>
        <p:spPr>
          <a:xfrm>
            <a:off x="1963558" y="4067746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2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DE607BC-B971-6DB5-9AA2-18C5CA60E761}"/>
              </a:ext>
            </a:extLst>
          </p:cNvPr>
          <p:cNvSpPr/>
          <p:nvPr/>
        </p:nvSpPr>
        <p:spPr>
          <a:xfrm>
            <a:off x="1963558" y="3263504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2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8F050A6-AD9C-48EF-F222-FCA4EC6C5B9A}"/>
              </a:ext>
            </a:extLst>
          </p:cNvPr>
          <p:cNvSpPr/>
          <p:nvPr/>
        </p:nvSpPr>
        <p:spPr>
          <a:xfrm>
            <a:off x="3035218" y="3263504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3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0FE1CDB-ACB8-0A4C-C014-EFBB662DBECC}"/>
              </a:ext>
            </a:extLst>
          </p:cNvPr>
          <p:cNvSpPr txBox="1"/>
          <p:nvPr/>
        </p:nvSpPr>
        <p:spPr>
          <a:xfrm>
            <a:off x="3038717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914400">
              <a:defRPr/>
            </a:pPr>
            <a:r>
              <a:rPr lang="zh-CN" altLang="en-US" sz="1000" b="1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小标题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157D8B0-DB7E-BEDD-5260-A5508A9D5B76}"/>
              </a:ext>
            </a:extLst>
          </p:cNvPr>
          <p:cNvSpPr/>
          <p:nvPr/>
        </p:nvSpPr>
        <p:spPr>
          <a:xfrm>
            <a:off x="3035218" y="3665625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3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ABE4916-F55E-C2F5-69C2-C37A7F304131}"/>
              </a:ext>
            </a:extLst>
          </p:cNvPr>
          <p:cNvSpPr txBox="1"/>
          <p:nvPr/>
        </p:nvSpPr>
        <p:spPr>
          <a:xfrm>
            <a:off x="4112126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914400">
              <a:defRPr/>
            </a:pPr>
            <a:r>
              <a:rPr lang="zh-CN" altLang="en-US" sz="1000" b="1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小标题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6461BD5-E968-8F3E-966E-F7CE354F173B}"/>
              </a:ext>
            </a:extLst>
          </p:cNvPr>
          <p:cNvSpPr/>
          <p:nvPr/>
        </p:nvSpPr>
        <p:spPr>
          <a:xfrm>
            <a:off x="4106878" y="3263504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4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0FACDD7-14F9-7845-2CEB-9E7B3782113C}"/>
              </a:ext>
            </a:extLst>
          </p:cNvPr>
          <p:cNvSpPr/>
          <p:nvPr/>
        </p:nvSpPr>
        <p:spPr>
          <a:xfrm>
            <a:off x="4106878" y="3665625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4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EDF16F0B-3A10-0920-FF33-B6B9204EBBCE}"/>
              </a:ext>
            </a:extLst>
          </p:cNvPr>
          <p:cNvSpPr txBox="1"/>
          <p:nvPr/>
        </p:nvSpPr>
        <p:spPr>
          <a:xfrm>
            <a:off x="5185536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914400">
              <a:defRPr/>
            </a:pPr>
            <a:r>
              <a:rPr lang="zh-CN" altLang="en-US" sz="1000" b="1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小标题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AA0D8DF-66DC-C6EF-D3FB-E293589C715E}"/>
              </a:ext>
            </a:extLst>
          </p:cNvPr>
          <p:cNvSpPr/>
          <p:nvPr/>
        </p:nvSpPr>
        <p:spPr>
          <a:xfrm>
            <a:off x="5178538" y="3263504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5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D6AAD2D-7261-D5E3-E2E8-D9B4023FD1EC}"/>
              </a:ext>
            </a:extLst>
          </p:cNvPr>
          <p:cNvSpPr/>
          <p:nvPr/>
        </p:nvSpPr>
        <p:spPr>
          <a:xfrm>
            <a:off x="5178538" y="3665625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5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766FCB8-6E42-DA13-1D42-FC9C807D14AE}"/>
              </a:ext>
            </a:extLst>
          </p:cNvPr>
          <p:cNvSpPr txBox="1"/>
          <p:nvPr/>
        </p:nvSpPr>
        <p:spPr>
          <a:xfrm>
            <a:off x="6258943" y="2934188"/>
            <a:ext cx="949948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914400">
              <a:defRPr/>
            </a:pPr>
            <a:r>
              <a:rPr lang="zh-CN" altLang="en-US" sz="1000" b="1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小标题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2A63836-9DB1-489D-5DF5-9781E048B6CB}"/>
              </a:ext>
            </a:extLst>
          </p:cNvPr>
          <p:cNvSpPr/>
          <p:nvPr/>
        </p:nvSpPr>
        <p:spPr>
          <a:xfrm>
            <a:off x="6250200" y="3263504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6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1CC8540-0AF4-FA1F-B5D1-04A95580F9A7}"/>
              </a:ext>
            </a:extLst>
          </p:cNvPr>
          <p:cNvSpPr/>
          <p:nvPr/>
        </p:nvSpPr>
        <p:spPr>
          <a:xfrm>
            <a:off x="6250200" y="3665625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6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B13FE5D-48EE-24B4-F72F-D0F76E12721C}"/>
              </a:ext>
            </a:extLst>
          </p:cNvPr>
          <p:cNvSpPr/>
          <p:nvPr/>
        </p:nvSpPr>
        <p:spPr>
          <a:xfrm>
            <a:off x="6250200" y="4067746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6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6BBE88D-33CE-39D0-434A-70780E0ADF29}"/>
              </a:ext>
            </a:extLst>
          </p:cNvPr>
          <p:cNvSpPr/>
          <p:nvPr/>
        </p:nvSpPr>
        <p:spPr>
          <a:xfrm>
            <a:off x="5178538" y="1714310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5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9B165C1-FF55-DC11-25E8-406DDE68E1DB}"/>
              </a:ext>
            </a:extLst>
          </p:cNvPr>
          <p:cNvSpPr/>
          <p:nvPr/>
        </p:nvSpPr>
        <p:spPr>
          <a:xfrm>
            <a:off x="1963558" y="1714310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2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A8E5C98-A370-26A4-0705-A4CC90E8BF08}"/>
              </a:ext>
            </a:extLst>
          </p:cNvPr>
          <p:cNvSpPr/>
          <p:nvPr/>
        </p:nvSpPr>
        <p:spPr>
          <a:xfrm>
            <a:off x="891898" y="1714310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1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4A73077-696A-B144-5423-A2EF8C098B56}"/>
              </a:ext>
            </a:extLst>
          </p:cNvPr>
          <p:cNvSpPr/>
          <p:nvPr/>
        </p:nvSpPr>
        <p:spPr>
          <a:xfrm>
            <a:off x="3035218" y="1714310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3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BEABCB9-FBE4-1784-9FE8-ADDD6F4D1A71}"/>
              </a:ext>
            </a:extLst>
          </p:cNvPr>
          <p:cNvSpPr/>
          <p:nvPr/>
        </p:nvSpPr>
        <p:spPr>
          <a:xfrm>
            <a:off x="4106878" y="1714310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4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43F09F1-E8E4-1969-D2D0-CFC412B061AB}"/>
              </a:ext>
            </a:extLst>
          </p:cNvPr>
          <p:cNvSpPr/>
          <p:nvPr/>
        </p:nvSpPr>
        <p:spPr>
          <a:xfrm>
            <a:off x="6250200" y="1714310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6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B6CFF0E-DCD0-F885-9745-7E5FB24C4884}"/>
              </a:ext>
            </a:extLst>
          </p:cNvPr>
          <p:cNvSpPr/>
          <p:nvPr/>
        </p:nvSpPr>
        <p:spPr>
          <a:xfrm>
            <a:off x="3464086" y="1122015"/>
            <a:ext cx="10823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021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/>
                <a:cs typeface="+mn-ea"/>
                <a:sym typeface="+mn-lt"/>
              </a:rPr>
              <a:t>这是大标题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4B3521F-05B2-F66A-BF88-9C6599A512E3}"/>
              </a:ext>
            </a:extLst>
          </p:cNvPr>
          <p:cNvSpPr/>
          <p:nvPr/>
        </p:nvSpPr>
        <p:spPr>
          <a:xfrm>
            <a:off x="3495104" y="2344864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021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/>
                <a:cs typeface="+mn-ea"/>
                <a:sym typeface="+mn-lt"/>
              </a:rPr>
              <a:t>这是大标题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4D44C845-FE2C-7A6A-44E5-2851A53DC93A}"/>
              </a:ext>
            </a:extLst>
          </p:cNvPr>
          <p:cNvSpPr/>
          <p:nvPr/>
        </p:nvSpPr>
        <p:spPr>
          <a:xfrm>
            <a:off x="3495104" y="4595911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021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/>
                <a:cs typeface="+mn-ea"/>
                <a:sym typeface="+mn-lt"/>
              </a:rPr>
              <a:t>这是大标题</a:t>
            </a:r>
          </a:p>
        </p:txBody>
      </p:sp>
      <p:sp>
        <p:nvSpPr>
          <p:cNvPr id="101" name="右箭头 27">
            <a:extLst>
              <a:ext uri="{FF2B5EF4-FFF2-40B4-BE49-F238E27FC236}">
                <a16:creationId xmlns:a16="http://schemas.microsoft.com/office/drawing/2014/main" id="{11A3C022-9E1B-2884-82A0-3CD037439928}"/>
              </a:ext>
            </a:extLst>
          </p:cNvPr>
          <p:cNvSpPr/>
          <p:nvPr/>
        </p:nvSpPr>
        <p:spPr>
          <a:xfrm flipH="1">
            <a:off x="7567295" y="2013841"/>
            <a:ext cx="516886" cy="252000"/>
          </a:xfrm>
          <a:prstGeom prst="rightArrow">
            <a:avLst>
              <a:gd name="adj1" fmla="val 50991"/>
              <a:gd name="adj2" fmla="val 6073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8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 cap="flat" cmpd="sng" algn="ctr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02" name="右箭头 27">
            <a:extLst>
              <a:ext uri="{FF2B5EF4-FFF2-40B4-BE49-F238E27FC236}">
                <a16:creationId xmlns:a16="http://schemas.microsoft.com/office/drawing/2014/main" id="{9612284F-72FD-3C87-99A6-12D865964112}"/>
              </a:ext>
            </a:extLst>
          </p:cNvPr>
          <p:cNvSpPr/>
          <p:nvPr/>
        </p:nvSpPr>
        <p:spPr>
          <a:xfrm flipH="1">
            <a:off x="7567295" y="4678617"/>
            <a:ext cx="516886" cy="252000"/>
          </a:xfrm>
          <a:prstGeom prst="rightArrow">
            <a:avLst>
              <a:gd name="adj1" fmla="val 50991"/>
              <a:gd name="adj2" fmla="val 60734"/>
            </a:avLst>
          </a:prstGeom>
          <a:gradFill flip="none" rotWithShape="1">
            <a:gsLst>
              <a:gs pos="20000">
                <a:srgbClr val="C00000">
                  <a:alpha val="20000"/>
                </a:srgbClr>
              </a:gs>
              <a:gs pos="0">
                <a:srgbClr val="C00000">
                  <a:alpha val="0"/>
                </a:srgbClr>
              </a:gs>
              <a:gs pos="58000">
                <a:srgbClr val="C00000">
                  <a:alpha val="60000"/>
                </a:srgbClr>
              </a:gs>
              <a:gs pos="98000">
                <a:srgbClr val="C00000"/>
              </a:gs>
            </a:gsLst>
            <a:lin ang="0" scaled="1"/>
            <a:tileRect/>
          </a:gradFill>
          <a:ln w="6350" cap="flat" cmpd="sng" algn="ctr">
            <a:gradFill>
              <a:gsLst>
                <a:gs pos="0">
                  <a:srgbClr val="C00000">
                    <a:alpha val="0"/>
                  </a:srgbClr>
                </a:gs>
                <a:gs pos="100000">
                  <a:srgbClr val="C00000"/>
                </a:gs>
              </a:gsLst>
              <a:lin ang="0" scaled="0"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4322675-D325-B50C-2B6E-AD12DA3301DA}"/>
              </a:ext>
            </a:extLst>
          </p:cNvPr>
          <p:cNvSpPr/>
          <p:nvPr/>
        </p:nvSpPr>
        <p:spPr>
          <a:xfrm>
            <a:off x="5178538" y="5236439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5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2E1C715-ACFE-6E93-2944-6B8B5BF6D1B2}"/>
              </a:ext>
            </a:extLst>
          </p:cNvPr>
          <p:cNvSpPr/>
          <p:nvPr/>
        </p:nvSpPr>
        <p:spPr>
          <a:xfrm>
            <a:off x="1963558" y="5236439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2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B01935D2-E29B-7CC7-D75B-88275AE675EF}"/>
              </a:ext>
            </a:extLst>
          </p:cNvPr>
          <p:cNvSpPr/>
          <p:nvPr/>
        </p:nvSpPr>
        <p:spPr>
          <a:xfrm>
            <a:off x="891898" y="5236439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1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858A4CB0-7DFA-9236-C91E-D82684EEA157}"/>
              </a:ext>
            </a:extLst>
          </p:cNvPr>
          <p:cNvSpPr/>
          <p:nvPr/>
        </p:nvSpPr>
        <p:spPr>
          <a:xfrm>
            <a:off x="3035218" y="5236439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3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07EEFC2C-1CFD-1463-A99F-75142260754C}"/>
              </a:ext>
            </a:extLst>
          </p:cNvPr>
          <p:cNvSpPr/>
          <p:nvPr/>
        </p:nvSpPr>
        <p:spPr>
          <a:xfrm>
            <a:off x="4106878" y="5236439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4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F51888E-EA84-2F75-6BDA-1B5FB21993FF}"/>
              </a:ext>
            </a:extLst>
          </p:cNvPr>
          <p:cNvSpPr/>
          <p:nvPr/>
        </p:nvSpPr>
        <p:spPr>
          <a:xfrm>
            <a:off x="6250200" y="5236439"/>
            <a:ext cx="94994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内容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+mn-ea"/>
                <a:sym typeface="+mn-lt"/>
              </a:rPr>
              <a:t>6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+mn-ea"/>
              <a:sym typeface="+mn-lt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47B140AC-9964-B075-E220-80E4D983F49A}"/>
              </a:ext>
            </a:extLst>
          </p:cNvPr>
          <p:cNvSpPr txBox="1"/>
          <p:nvPr/>
        </p:nvSpPr>
        <p:spPr>
          <a:xfrm>
            <a:off x="8362157" y="1393712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/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二级标题（</a:t>
            </a:r>
            <a:r>
              <a:rPr kumimoji="1" lang="en-US" altLang="zh-CN" sz="1000" b="1" dirty="0">
                <a:solidFill>
                  <a:srgbClr val="C7000B"/>
                </a:solidFill>
                <a:latin typeface="微软雅黑"/>
              </a:rPr>
              <a:t>10</a:t>
            </a:r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号字）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73B049E-0861-C371-4DA8-5464A48CC970}"/>
              </a:ext>
            </a:extLst>
          </p:cNvPr>
          <p:cNvSpPr/>
          <p:nvPr/>
        </p:nvSpPr>
        <p:spPr>
          <a:xfrm>
            <a:off x="8362157" y="1714310"/>
            <a:ext cx="3101181" cy="1647445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这里为内容区域样式，这里为内容区域样式这里为内容区域样式。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53689208-17E4-E085-4710-CD0E1C3A4EEF}"/>
              </a:ext>
            </a:extLst>
          </p:cNvPr>
          <p:cNvCxnSpPr>
            <a:cxnSpLocks/>
          </p:cNvCxnSpPr>
          <p:nvPr/>
        </p:nvCxnSpPr>
        <p:spPr>
          <a:xfrm>
            <a:off x="8158480" y="3551504"/>
            <a:ext cx="3528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60000"/>
                <a:lumOff val="40000"/>
              </a:srgbClr>
            </a:solidFill>
            <a:prstDash val="dash"/>
            <a:miter lim="800000"/>
          </a:ln>
          <a:effectLst/>
        </p:spPr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CF46D41-C133-1F88-8A60-061A91EC41BC}"/>
              </a:ext>
            </a:extLst>
          </p:cNvPr>
          <p:cNvSpPr txBox="1"/>
          <p:nvPr/>
        </p:nvSpPr>
        <p:spPr>
          <a:xfrm>
            <a:off x="8362157" y="3932810"/>
            <a:ext cx="127317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/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二级标题（</a:t>
            </a:r>
            <a:r>
              <a:rPr kumimoji="1" lang="en-US" altLang="zh-CN" sz="1000" b="1" dirty="0">
                <a:solidFill>
                  <a:srgbClr val="C7000B"/>
                </a:solidFill>
                <a:latin typeface="微软雅黑"/>
              </a:rPr>
              <a:t>10</a:t>
            </a:r>
            <a:r>
              <a:rPr kumimoji="1" lang="zh-CN" altLang="en-US" sz="1000" b="1" dirty="0">
                <a:solidFill>
                  <a:srgbClr val="C7000B"/>
                </a:solidFill>
                <a:latin typeface="微软雅黑"/>
              </a:rPr>
              <a:t>号字）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7B890A47-F9C8-D5FA-4890-726D784447F1}"/>
              </a:ext>
            </a:extLst>
          </p:cNvPr>
          <p:cNvSpPr/>
          <p:nvPr/>
        </p:nvSpPr>
        <p:spPr>
          <a:xfrm>
            <a:off x="8362157" y="4253408"/>
            <a:ext cx="3101181" cy="1647445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这里为内容区域样式，这里为内容区域样式这里为内容区域样式。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C1651B49-E3E5-2E09-0F16-E78B8B1806C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15" name="矩形 114">
              <a:hlinkClick r:id="rId2" action="ppaction://hlinksldjump"/>
              <a:extLst>
                <a:ext uri="{FF2B5EF4-FFF2-40B4-BE49-F238E27FC236}">
                  <a16:creationId xmlns:a16="http://schemas.microsoft.com/office/drawing/2014/main" id="{64D9424A-E255-593B-B07A-649ACFE9676F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16" name="直接连接符 115">
              <a:hlinkClick r:id="rId2" action="ppaction://hlinksldjump"/>
              <a:extLst>
                <a:ext uri="{FF2B5EF4-FFF2-40B4-BE49-F238E27FC236}">
                  <a16:creationId xmlns:a16="http://schemas.microsoft.com/office/drawing/2014/main" id="{842E9922-50DA-5D6B-7D6B-E4A437571920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sp>
        <p:nvSpPr>
          <p:cNvPr id="117" name="标题 1">
            <a:extLst>
              <a:ext uri="{FF2B5EF4-FFF2-40B4-BE49-F238E27FC236}">
                <a16:creationId xmlns:a16="http://schemas.microsoft.com/office/drawing/2014/main" id="{297CEFB8-301F-8AB3-5070-8912190CFFDD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+mn-ea"/>
                <a:ea typeface="+mn-ea"/>
                <a:cs typeface="+mn-cs"/>
              </a:rPr>
              <a:t>布局样式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 </a:t>
            </a:r>
            <a:r>
              <a:rPr lang="en-US" altLang="zh-CN" sz="2000" dirty="0">
                <a:latin typeface="+mn-ea"/>
                <a:ea typeface="+mn-ea"/>
                <a:cs typeface="+mn-cs"/>
              </a:rPr>
              <a:t>– 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二分偏分栏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480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65185E6-5CFB-CB25-7068-034DA936CAAE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+mn-ea"/>
                <a:ea typeface="+mn-ea"/>
                <a:cs typeface="+mn-cs"/>
              </a:rPr>
              <a:t>布局样式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 </a:t>
            </a:r>
            <a:r>
              <a:rPr lang="en-US" altLang="zh-CN" sz="2000" dirty="0">
                <a:latin typeface="+mn-ea"/>
                <a:ea typeface="+mn-ea"/>
                <a:cs typeface="+mn-cs"/>
              </a:rPr>
              <a:t>– </a:t>
            </a:r>
            <a:r>
              <a:rPr lang="zh-CN" altLang="en-US" sz="2000" dirty="0">
                <a:latin typeface="+mn-ea"/>
                <a:ea typeface="+mn-ea"/>
                <a:cs typeface="+mn-cs"/>
              </a:rPr>
              <a:t>二分偏分栏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EEB0A77-68EB-1254-1A48-9F8317487741}"/>
              </a:ext>
            </a:extLst>
          </p:cNvPr>
          <p:cNvSpPr/>
          <p:nvPr/>
        </p:nvSpPr>
        <p:spPr>
          <a:xfrm>
            <a:off x="4196000" y="908050"/>
            <a:ext cx="7488000" cy="52578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4186881-5B2E-372A-608E-1BF926BFECAE}"/>
              </a:ext>
            </a:extLst>
          </p:cNvPr>
          <p:cNvSpPr/>
          <p:nvPr/>
        </p:nvSpPr>
        <p:spPr>
          <a:xfrm>
            <a:off x="4196000" y="914400"/>
            <a:ext cx="7488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这里是标题区域 样式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0E43EC8-D460-BDCC-E641-9C6BEA110CFA}"/>
              </a:ext>
            </a:extLst>
          </p:cNvPr>
          <p:cNvGrpSpPr/>
          <p:nvPr/>
        </p:nvGrpSpPr>
        <p:grpSpPr>
          <a:xfrm>
            <a:off x="4412000" y="1520050"/>
            <a:ext cx="7056000" cy="4476593"/>
            <a:chOff x="4343149" y="1520050"/>
            <a:chExt cx="7208514" cy="4476593"/>
          </a:xfrm>
        </p:grpSpPr>
        <p:sp>
          <p:nvSpPr>
            <p:cNvPr id="52" name="五边形 7">
              <a:extLst>
                <a:ext uri="{FF2B5EF4-FFF2-40B4-BE49-F238E27FC236}">
                  <a16:creationId xmlns:a16="http://schemas.microsoft.com/office/drawing/2014/main" id="{BF0A78C9-B448-7804-A4F0-D51307FC9BA9}"/>
                </a:ext>
              </a:extLst>
            </p:cNvPr>
            <p:cNvSpPr/>
            <p:nvPr/>
          </p:nvSpPr>
          <p:spPr>
            <a:xfrm>
              <a:off x="4343149" y="1520050"/>
              <a:ext cx="1437091" cy="288000"/>
            </a:xfrm>
            <a:prstGeom prst="homePlate">
              <a:avLst>
                <a:gd name="adj" fmla="val 18029"/>
              </a:avLst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流程</a:t>
              </a:r>
            </a:p>
          </p:txBody>
        </p:sp>
        <p:sp>
          <p:nvSpPr>
            <p:cNvPr id="53" name="燕尾形 8">
              <a:extLst>
                <a:ext uri="{FF2B5EF4-FFF2-40B4-BE49-F238E27FC236}">
                  <a16:creationId xmlns:a16="http://schemas.microsoft.com/office/drawing/2014/main" id="{782D540B-6BCD-BD21-70A8-577DFD2C6C89}"/>
                </a:ext>
              </a:extLst>
            </p:cNvPr>
            <p:cNvSpPr/>
            <p:nvPr/>
          </p:nvSpPr>
          <p:spPr>
            <a:xfrm>
              <a:off x="5786005" y="1520050"/>
              <a:ext cx="1437091" cy="288000"/>
            </a:xfrm>
            <a:prstGeom prst="chevron">
              <a:avLst>
                <a:gd name="adj" fmla="val 17754"/>
              </a:avLst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流程</a:t>
              </a:r>
            </a:p>
          </p:txBody>
        </p:sp>
        <p:sp>
          <p:nvSpPr>
            <p:cNvPr id="54" name="燕尾形 9">
              <a:extLst>
                <a:ext uri="{FF2B5EF4-FFF2-40B4-BE49-F238E27FC236}">
                  <a16:creationId xmlns:a16="http://schemas.microsoft.com/office/drawing/2014/main" id="{F080E2E8-9910-1F3C-E7D4-D2246A7E25F1}"/>
                </a:ext>
              </a:extLst>
            </p:cNvPr>
            <p:cNvSpPr/>
            <p:nvPr/>
          </p:nvSpPr>
          <p:spPr>
            <a:xfrm>
              <a:off x="7228860" y="1520050"/>
              <a:ext cx="1437091" cy="288000"/>
            </a:xfrm>
            <a:prstGeom prst="chevron">
              <a:avLst>
                <a:gd name="adj" fmla="val 16927"/>
              </a:avLst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流程</a:t>
              </a:r>
            </a:p>
          </p:txBody>
        </p:sp>
        <p:sp>
          <p:nvSpPr>
            <p:cNvPr id="55" name="燕尾形 10">
              <a:extLst>
                <a:ext uri="{FF2B5EF4-FFF2-40B4-BE49-F238E27FC236}">
                  <a16:creationId xmlns:a16="http://schemas.microsoft.com/office/drawing/2014/main" id="{48F7732B-D377-3FF5-CFE4-8DBC61A93203}"/>
                </a:ext>
              </a:extLst>
            </p:cNvPr>
            <p:cNvSpPr/>
            <p:nvPr/>
          </p:nvSpPr>
          <p:spPr>
            <a:xfrm>
              <a:off x="8671715" y="1520050"/>
              <a:ext cx="1437091" cy="288000"/>
            </a:xfrm>
            <a:prstGeom prst="chevron">
              <a:avLst>
                <a:gd name="adj" fmla="val 18581"/>
              </a:avLst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流程</a:t>
              </a:r>
            </a:p>
          </p:txBody>
        </p:sp>
        <p:sp>
          <p:nvSpPr>
            <p:cNvPr id="56" name="燕尾形 11">
              <a:extLst>
                <a:ext uri="{FF2B5EF4-FFF2-40B4-BE49-F238E27FC236}">
                  <a16:creationId xmlns:a16="http://schemas.microsoft.com/office/drawing/2014/main" id="{7E839906-C8D7-F1D8-EFDD-21826F77F911}"/>
                </a:ext>
              </a:extLst>
            </p:cNvPr>
            <p:cNvSpPr/>
            <p:nvPr/>
          </p:nvSpPr>
          <p:spPr>
            <a:xfrm>
              <a:off x="10114572" y="1520050"/>
              <a:ext cx="1437091" cy="288000"/>
            </a:xfrm>
            <a:prstGeom prst="chevron">
              <a:avLst>
                <a:gd name="adj" fmla="val 19132"/>
              </a:avLst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流程</a:t>
              </a: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367EF42-1475-61C8-C00C-529266F366B4}"/>
                </a:ext>
              </a:extLst>
            </p:cNvPr>
            <p:cNvCxnSpPr/>
            <p:nvPr/>
          </p:nvCxnSpPr>
          <p:spPr>
            <a:xfrm>
              <a:off x="5717848" y="1891533"/>
              <a:ext cx="0" cy="410511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4E721734-1CA0-BE91-DF4F-F02AAC7BDA2C}"/>
                </a:ext>
              </a:extLst>
            </p:cNvPr>
            <p:cNvCxnSpPr/>
            <p:nvPr/>
          </p:nvCxnSpPr>
          <p:spPr>
            <a:xfrm>
              <a:off x="7183071" y="1891533"/>
              <a:ext cx="0" cy="410511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A1C8FA0A-8C1B-AEA0-BB6F-93DB670F40E6}"/>
                </a:ext>
              </a:extLst>
            </p:cNvPr>
            <p:cNvCxnSpPr/>
            <p:nvPr/>
          </p:nvCxnSpPr>
          <p:spPr>
            <a:xfrm>
              <a:off x="8631690" y="1891533"/>
              <a:ext cx="0" cy="410511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00C6776A-57ED-BB8C-B9FE-AE71F7A75C7D}"/>
                </a:ext>
              </a:extLst>
            </p:cNvPr>
            <p:cNvCxnSpPr/>
            <p:nvPr/>
          </p:nvCxnSpPr>
          <p:spPr>
            <a:xfrm>
              <a:off x="10068781" y="1891533"/>
              <a:ext cx="0" cy="410511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</p:cxnSp>
        <p:sp>
          <p:nvSpPr>
            <p:cNvPr id="61" name="Bevel 62">
              <a:extLst>
                <a:ext uri="{FF2B5EF4-FFF2-40B4-BE49-F238E27FC236}">
                  <a16:creationId xmlns:a16="http://schemas.microsoft.com/office/drawing/2014/main" id="{7FF33372-8756-8016-3A4E-6CCD32FB4982}"/>
                </a:ext>
              </a:extLst>
            </p:cNvPr>
            <p:cNvSpPr/>
            <p:nvPr/>
          </p:nvSpPr>
          <p:spPr bwMode="auto">
            <a:xfrm>
              <a:off x="5793266" y="2036179"/>
              <a:ext cx="4160000" cy="216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跨流程内容区域</a:t>
              </a:r>
            </a:p>
          </p:txBody>
        </p:sp>
        <p:sp>
          <p:nvSpPr>
            <p:cNvPr id="62" name="Bevel 62">
              <a:extLst>
                <a:ext uri="{FF2B5EF4-FFF2-40B4-BE49-F238E27FC236}">
                  <a16:creationId xmlns:a16="http://schemas.microsoft.com/office/drawing/2014/main" id="{13BF4672-C835-C37F-CC17-763E51BD8E3B}"/>
                </a:ext>
              </a:extLst>
            </p:cNvPr>
            <p:cNvSpPr/>
            <p:nvPr/>
          </p:nvSpPr>
          <p:spPr bwMode="auto">
            <a:xfrm>
              <a:off x="5793266" y="2464696"/>
              <a:ext cx="1815273" cy="216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内容区域</a:t>
              </a:r>
            </a:p>
          </p:txBody>
        </p:sp>
        <p:sp>
          <p:nvSpPr>
            <p:cNvPr id="63" name="五边形 18">
              <a:extLst>
                <a:ext uri="{FF2B5EF4-FFF2-40B4-BE49-F238E27FC236}">
                  <a16:creationId xmlns:a16="http://schemas.microsoft.com/office/drawing/2014/main" id="{BCF99653-AB6A-0023-B547-FCA0278F222C}"/>
                </a:ext>
              </a:extLst>
            </p:cNvPr>
            <p:cNvSpPr/>
            <p:nvPr/>
          </p:nvSpPr>
          <p:spPr>
            <a:xfrm>
              <a:off x="4346823" y="2036179"/>
              <a:ext cx="1042474" cy="644517"/>
            </a:xfrm>
            <a:prstGeom prst="homePlate">
              <a:avLst>
                <a:gd name="adj" fmla="val 18029"/>
              </a:avLst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开始</a:t>
              </a:r>
            </a:p>
          </p:txBody>
        </p:sp>
        <p:cxnSp>
          <p:nvCxnSpPr>
            <p:cNvPr id="64" name="肘形连接符 19">
              <a:extLst>
                <a:ext uri="{FF2B5EF4-FFF2-40B4-BE49-F238E27FC236}">
                  <a16:creationId xmlns:a16="http://schemas.microsoft.com/office/drawing/2014/main" id="{33C9D77A-D0E7-A520-11A0-BE8C1CE69CC5}"/>
                </a:ext>
              </a:extLst>
            </p:cNvPr>
            <p:cNvCxnSpPr>
              <a:stCxn id="63" idx="3"/>
              <a:endCxn id="62" idx="1"/>
            </p:cNvCxnSpPr>
            <p:nvPr/>
          </p:nvCxnSpPr>
          <p:spPr>
            <a:xfrm>
              <a:off x="5389297" y="2358438"/>
              <a:ext cx="403969" cy="214258"/>
            </a:xfrm>
            <a:prstGeom prst="bentConnector3">
              <a:avLst/>
            </a:prstGeom>
            <a:noFill/>
            <a:ln w="6350" cap="flat" cmpd="sng" algn="ctr">
              <a:solidFill>
                <a:srgbClr val="666666">
                  <a:lumMod val="75000"/>
                </a:srgbClr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65" name="Bevel 62">
              <a:extLst>
                <a:ext uri="{FF2B5EF4-FFF2-40B4-BE49-F238E27FC236}">
                  <a16:creationId xmlns:a16="http://schemas.microsoft.com/office/drawing/2014/main" id="{803D1B39-9AAA-9B3D-7E73-D50EA66CEB1C}"/>
                </a:ext>
              </a:extLst>
            </p:cNvPr>
            <p:cNvSpPr/>
            <p:nvPr/>
          </p:nvSpPr>
          <p:spPr bwMode="auto">
            <a:xfrm>
              <a:off x="7270236" y="2939773"/>
              <a:ext cx="3781818" cy="216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跨流程内容区域</a:t>
              </a:r>
            </a:p>
          </p:txBody>
        </p:sp>
        <p:sp>
          <p:nvSpPr>
            <p:cNvPr id="66" name="Bevel 62">
              <a:extLst>
                <a:ext uri="{FF2B5EF4-FFF2-40B4-BE49-F238E27FC236}">
                  <a16:creationId xmlns:a16="http://schemas.microsoft.com/office/drawing/2014/main" id="{87687D2F-CAA0-82D5-FCEE-CAD1A8568981}"/>
                </a:ext>
              </a:extLst>
            </p:cNvPr>
            <p:cNvSpPr/>
            <p:nvPr/>
          </p:nvSpPr>
          <p:spPr bwMode="auto">
            <a:xfrm>
              <a:off x="7270236" y="3231292"/>
              <a:ext cx="2722909" cy="216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跨流程内容区域</a:t>
              </a:r>
            </a:p>
          </p:txBody>
        </p:sp>
        <p:sp>
          <p:nvSpPr>
            <p:cNvPr id="67" name="Bevel 62">
              <a:extLst>
                <a:ext uri="{FF2B5EF4-FFF2-40B4-BE49-F238E27FC236}">
                  <a16:creationId xmlns:a16="http://schemas.microsoft.com/office/drawing/2014/main" id="{BCED0710-CE85-010B-FECD-8540B05E53DF}"/>
                </a:ext>
              </a:extLst>
            </p:cNvPr>
            <p:cNvSpPr/>
            <p:nvPr/>
          </p:nvSpPr>
          <p:spPr bwMode="auto">
            <a:xfrm>
              <a:off x="6020855" y="4789347"/>
              <a:ext cx="1323636" cy="720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内容区域</a:t>
              </a:r>
            </a:p>
          </p:txBody>
        </p:sp>
        <p:sp>
          <p:nvSpPr>
            <p:cNvPr id="68" name="Bevel 62">
              <a:extLst>
                <a:ext uri="{FF2B5EF4-FFF2-40B4-BE49-F238E27FC236}">
                  <a16:creationId xmlns:a16="http://schemas.microsoft.com/office/drawing/2014/main" id="{13F825E9-7ACF-BAEE-3E81-32A55403AFDE}"/>
                </a:ext>
              </a:extLst>
            </p:cNvPr>
            <p:cNvSpPr/>
            <p:nvPr/>
          </p:nvSpPr>
          <p:spPr bwMode="auto">
            <a:xfrm>
              <a:off x="5793025" y="5624424"/>
              <a:ext cx="4200120" cy="216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跨流程内容区域</a:t>
              </a:r>
            </a:p>
          </p:txBody>
        </p:sp>
        <p:sp>
          <p:nvSpPr>
            <p:cNvPr id="69" name="流程图: 决策 68">
              <a:extLst>
                <a:ext uri="{FF2B5EF4-FFF2-40B4-BE49-F238E27FC236}">
                  <a16:creationId xmlns:a16="http://schemas.microsoft.com/office/drawing/2014/main" id="{D4DD03E2-685E-9870-29B8-7067AD056A7D}"/>
                </a:ext>
              </a:extLst>
            </p:cNvPr>
            <p:cNvSpPr/>
            <p:nvPr/>
          </p:nvSpPr>
          <p:spPr>
            <a:xfrm>
              <a:off x="7815833" y="3666509"/>
              <a:ext cx="1058909" cy="648000"/>
            </a:xfrm>
            <a:prstGeom prst="flowChartDecision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内容区域</a:t>
              </a:r>
            </a:p>
          </p:txBody>
        </p:sp>
        <p:sp>
          <p:nvSpPr>
            <p:cNvPr id="70" name="Bevel 62">
              <a:extLst>
                <a:ext uri="{FF2B5EF4-FFF2-40B4-BE49-F238E27FC236}">
                  <a16:creationId xmlns:a16="http://schemas.microsoft.com/office/drawing/2014/main" id="{83787361-6E73-67D2-7AB4-B1E91C915DB1}"/>
                </a:ext>
              </a:extLst>
            </p:cNvPr>
            <p:cNvSpPr/>
            <p:nvPr/>
          </p:nvSpPr>
          <p:spPr bwMode="auto">
            <a:xfrm>
              <a:off x="9393965" y="3738509"/>
              <a:ext cx="756364" cy="504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内容区域</a:t>
              </a:r>
            </a:p>
          </p:txBody>
        </p:sp>
        <p:sp>
          <p:nvSpPr>
            <p:cNvPr id="71" name="Bevel 62">
              <a:extLst>
                <a:ext uri="{FF2B5EF4-FFF2-40B4-BE49-F238E27FC236}">
                  <a16:creationId xmlns:a16="http://schemas.microsoft.com/office/drawing/2014/main" id="{5A070273-A2EE-1282-8E0B-4941A4370DDA}"/>
                </a:ext>
              </a:extLst>
            </p:cNvPr>
            <p:cNvSpPr/>
            <p:nvPr/>
          </p:nvSpPr>
          <p:spPr bwMode="auto">
            <a:xfrm>
              <a:off x="10795299" y="3738509"/>
              <a:ext cx="756364" cy="504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内容区域</a:t>
              </a:r>
            </a:p>
          </p:txBody>
        </p:sp>
        <p:sp>
          <p:nvSpPr>
            <p:cNvPr id="72" name="流程图: 决策 71">
              <a:extLst>
                <a:ext uri="{FF2B5EF4-FFF2-40B4-BE49-F238E27FC236}">
                  <a16:creationId xmlns:a16="http://schemas.microsoft.com/office/drawing/2014/main" id="{8657C7AD-A0C2-6247-4973-2C17E16C7980}"/>
                </a:ext>
              </a:extLst>
            </p:cNvPr>
            <p:cNvSpPr/>
            <p:nvPr/>
          </p:nvSpPr>
          <p:spPr>
            <a:xfrm>
              <a:off x="9242692" y="4547907"/>
              <a:ext cx="1058909" cy="648000"/>
            </a:xfrm>
            <a:prstGeom prst="flowChartDecision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内容区域</a:t>
              </a:r>
            </a:p>
          </p:txBody>
        </p:sp>
        <p:sp>
          <p:nvSpPr>
            <p:cNvPr id="73" name="Bevel 62">
              <a:extLst>
                <a:ext uri="{FF2B5EF4-FFF2-40B4-BE49-F238E27FC236}">
                  <a16:creationId xmlns:a16="http://schemas.microsoft.com/office/drawing/2014/main" id="{026A36FE-E5D1-5F0F-C81B-38FF8917019F}"/>
                </a:ext>
              </a:extLst>
            </p:cNvPr>
            <p:cNvSpPr/>
            <p:nvPr/>
          </p:nvSpPr>
          <p:spPr bwMode="auto">
            <a:xfrm>
              <a:off x="6019474" y="3663164"/>
              <a:ext cx="1361455" cy="648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内容区域</a:t>
              </a: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70FD8903-4B87-A353-89C8-D65780C65F45}"/>
                </a:ext>
              </a:extLst>
            </p:cNvPr>
            <p:cNvCxnSpPr>
              <a:stCxn id="62" idx="2"/>
              <a:endCxn id="73" idx="0"/>
            </p:cNvCxnSpPr>
            <p:nvPr/>
          </p:nvCxnSpPr>
          <p:spPr>
            <a:xfrm flipH="1">
              <a:off x="6700201" y="2680696"/>
              <a:ext cx="701" cy="982468"/>
            </a:xfrm>
            <a:prstGeom prst="straightConnector1">
              <a:avLst/>
            </a:prstGeom>
            <a:noFill/>
            <a:ln w="6350" cap="flat" cmpd="sng" algn="ctr">
              <a:solidFill>
                <a:srgbClr val="666666">
                  <a:lumMod val="75000"/>
                </a:srgbClr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75" name="肘形连接符 30">
              <a:extLst>
                <a:ext uri="{FF2B5EF4-FFF2-40B4-BE49-F238E27FC236}">
                  <a16:creationId xmlns:a16="http://schemas.microsoft.com/office/drawing/2014/main" id="{30F10628-77B6-5A57-F16E-806B3649973D}"/>
                </a:ext>
              </a:extLst>
            </p:cNvPr>
            <p:cNvCxnSpPr>
              <a:stCxn id="67" idx="0"/>
              <a:endCxn id="69" idx="2"/>
            </p:cNvCxnSpPr>
            <p:nvPr/>
          </p:nvCxnSpPr>
          <p:spPr>
            <a:xfrm rot="5400000" flipH="1" flipV="1">
              <a:off x="7276561" y="3720621"/>
              <a:ext cx="474838" cy="1662614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666666">
                  <a:lumMod val="75000"/>
                </a:srgbClr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76" name="肘形连接符 31">
              <a:extLst>
                <a:ext uri="{FF2B5EF4-FFF2-40B4-BE49-F238E27FC236}">
                  <a16:creationId xmlns:a16="http://schemas.microsoft.com/office/drawing/2014/main" id="{BDE41EA2-11D6-33B7-7198-554238DD6A99}"/>
                </a:ext>
              </a:extLst>
            </p:cNvPr>
            <p:cNvCxnSpPr>
              <a:stCxn id="72" idx="3"/>
              <a:endCxn id="71" idx="1"/>
            </p:cNvCxnSpPr>
            <p:nvPr/>
          </p:nvCxnSpPr>
          <p:spPr>
            <a:xfrm flipV="1">
              <a:off x="10301602" y="3990509"/>
              <a:ext cx="493697" cy="881398"/>
            </a:xfrm>
            <a:prstGeom prst="bent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666666">
                  <a:lumMod val="75000"/>
                </a:srgbClr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853FA86B-90B1-F122-F606-EBA888BB6A39}"/>
                </a:ext>
              </a:extLst>
            </p:cNvPr>
            <p:cNvCxnSpPr>
              <a:stCxn id="69" idx="3"/>
              <a:endCxn id="70" idx="1"/>
            </p:cNvCxnSpPr>
            <p:nvPr/>
          </p:nvCxnSpPr>
          <p:spPr>
            <a:xfrm>
              <a:off x="8874743" y="3990509"/>
              <a:ext cx="519223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666666">
                  <a:lumMod val="75000"/>
                </a:srgbClr>
              </a:solidFill>
              <a:prstDash val="solid"/>
              <a:miter lim="800000"/>
              <a:tailEnd type="triangle" w="sm" len="sm"/>
            </a:ln>
            <a:effectLst/>
          </p:spPr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136550AC-651B-C328-EBBB-A7C28CEA96B5}"/>
                </a:ext>
              </a:extLst>
            </p:cNvPr>
            <p:cNvCxnSpPr>
              <a:stCxn id="70" idx="2"/>
              <a:endCxn id="72" idx="0"/>
            </p:cNvCxnSpPr>
            <p:nvPr/>
          </p:nvCxnSpPr>
          <p:spPr>
            <a:xfrm>
              <a:off x="9772147" y="4242509"/>
              <a:ext cx="0" cy="305398"/>
            </a:xfrm>
            <a:prstGeom prst="straightConnector1">
              <a:avLst/>
            </a:prstGeom>
            <a:noFill/>
            <a:ln w="6350" cap="flat" cmpd="sng" algn="ctr">
              <a:solidFill>
                <a:srgbClr val="666666">
                  <a:lumMod val="75000"/>
                </a:srgbClr>
              </a:solidFill>
              <a:prstDash val="solid"/>
              <a:miter lim="800000"/>
              <a:tailEnd type="triangle" w="sm" len="sm"/>
            </a:ln>
            <a:effectLst/>
          </p:spPr>
        </p:cxnSp>
        <p:sp>
          <p:nvSpPr>
            <p:cNvPr id="79" name="Bevel 62">
              <a:extLst>
                <a:ext uri="{FF2B5EF4-FFF2-40B4-BE49-F238E27FC236}">
                  <a16:creationId xmlns:a16="http://schemas.microsoft.com/office/drawing/2014/main" id="{7D67D5A1-6241-E258-179F-0509146B7982}"/>
                </a:ext>
              </a:extLst>
            </p:cNvPr>
            <p:cNvSpPr/>
            <p:nvPr/>
          </p:nvSpPr>
          <p:spPr bwMode="auto">
            <a:xfrm>
              <a:off x="4346823" y="5120424"/>
              <a:ext cx="1058909" cy="720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通知内容区域</a:t>
              </a:r>
            </a:p>
          </p:txBody>
        </p:sp>
        <p:sp>
          <p:nvSpPr>
            <p:cNvPr id="80" name="Bevel 62">
              <a:extLst>
                <a:ext uri="{FF2B5EF4-FFF2-40B4-BE49-F238E27FC236}">
                  <a16:creationId xmlns:a16="http://schemas.microsoft.com/office/drawing/2014/main" id="{ED1C7595-27C7-9C76-BAAA-52DCDF4F8752}"/>
                </a:ext>
              </a:extLst>
            </p:cNvPr>
            <p:cNvSpPr/>
            <p:nvPr/>
          </p:nvSpPr>
          <p:spPr bwMode="auto">
            <a:xfrm>
              <a:off x="4346823" y="4242509"/>
              <a:ext cx="1058909" cy="720000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通知内容区域</a:t>
              </a:r>
            </a:p>
          </p:txBody>
        </p: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DB1D3956-9819-B51A-5698-3439B9B4D30A}"/>
                </a:ext>
              </a:extLst>
            </p:cNvPr>
            <p:cNvCxnSpPr>
              <a:endCxn id="69" idx="1"/>
            </p:cNvCxnSpPr>
            <p:nvPr/>
          </p:nvCxnSpPr>
          <p:spPr>
            <a:xfrm>
              <a:off x="7380929" y="3990509"/>
              <a:ext cx="434905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666666">
                  <a:lumMod val="75000"/>
                </a:srgbClr>
              </a:solidFill>
              <a:prstDash val="solid"/>
              <a:miter lim="800000"/>
              <a:tailEnd type="triangle" w="sm" len="sm"/>
            </a:ln>
            <a:effectLst/>
          </p:spPr>
        </p:cxnSp>
      </p:grpSp>
      <p:sp>
        <p:nvSpPr>
          <p:cNvPr id="82" name="矩形 81">
            <a:extLst>
              <a:ext uri="{FF2B5EF4-FFF2-40B4-BE49-F238E27FC236}">
                <a16:creationId xmlns:a16="http://schemas.microsoft.com/office/drawing/2014/main" id="{D0476555-6094-F233-FC4D-6F651E3A6AEE}"/>
              </a:ext>
            </a:extLst>
          </p:cNvPr>
          <p:cNvSpPr/>
          <p:nvPr/>
        </p:nvSpPr>
        <p:spPr>
          <a:xfrm>
            <a:off x="520700" y="908050"/>
            <a:ext cx="3384000" cy="52578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16000" tIns="288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这里为内容区域样式，这里为内容区域样式这里为内容区域样式。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这里为内容区域样式这里区域样式这里区域样式这里区域样式这里，这里为内容区域样式这里为内容区域样式。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这里为内容区域样式这里这里为内容区域样式。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34083DB-A962-B992-83F3-A4B6C1658C68}"/>
              </a:ext>
            </a:extLst>
          </p:cNvPr>
          <p:cNvSpPr/>
          <p:nvPr/>
        </p:nvSpPr>
        <p:spPr>
          <a:xfrm>
            <a:off x="520700" y="914400"/>
            <a:ext cx="3384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标题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01B3317-1CCF-F668-0DBA-2B8E41FBCFB3}"/>
              </a:ext>
            </a:extLst>
          </p:cNvPr>
          <p:cNvSpPr txBox="1"/>
          <p:nvPr/>
        </p:nvSpPr>
        <p:spPr>
          <a:xfrm>
            <a:off x="744753" y="1520050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78"/>
            <a:r>
              <a:rPr kumimoji="1" lang="zh-CN" altLang="en-US" sz="1100" b="1" dirty="0">
                <a:solidFill>
                  <a:srgbClr val="C00000"/>
                </a:solidFill>
                <a:latin typeface="微软雅黑"/>
              </a:rPr>
              <a:t>卡片内标题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0E54B6A-D56F-CF04-D8ED-DAB05B5AB819}"/>
              </a:ext>
            </a:extLst>
          </p:cNvPr>
          <p:cNvSpPr txBox="1"/>
          <p:nvPr/>
        </p:nvSpPr>
        <p:spPr>
          <a:xfrm>
            <a:off x="744753" y="3767718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78"/>
            <a:r>
              <a:rPr kumimoji="1" lang="zh-CN" altLang="en-US" sz="1100" b="1" dirty="0">
                <a:solidFill>
                  <a:srgbClr val="C00000"/>
                </a:solidFill>
                <a:latin typeface="微软雅黑"/>
              </a:rPr>
              <a:t>卡片内标题</a:t>
            </a: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B135AC43-FC20-D140-16F0-11F595BB26E2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87" name="矩形 86">
              <a:hlinkClick r:id="rId2" action="ppaction://hlinksldjump"/>
              <a:extLst>
                <a:ext uri="{FF2B5EF4-FFF2-40B4-BE49-F238E27FC236}">
                  <a16:creationId xmlns:a16="http://schemas.microsoft.com/office/drawing/2014/main" id="{938EC82C-8BC2-0B37-6F44-8A0664D44148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88" name="直接连接符 87">
              <a:hlinkClick r:id="rId2" action="ppaction://hlinksldjump"/>
              <a:extLst>
                <a:ext uri="{FF2B5EF4-FFF2-40B4-BE49-F238E27FC236}">
                  <a16:creationId xmlns:a16="http://schemas.microsoft.com/office/drawing/2014/main" id="{7C9A3714-4CA1-1336-AFDB-96577BAE724A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947BB2FF-56C7-DBBD-26A7-5C023569F851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90" name="矩形 89">
              <a:hlinkClick r:id="rId2" action="ppaction://hlinksldjump"/>
              <a:extLst>
                <a:ext uri="{FF2B5EF4-FFF2-40B4-BE49-F238E27FC236}">
                  <a16:creationId xmlns:a16="http://schemas.microsoft.com/office/drawing/2014/main" id="{324CA733-EE1E-CA21-B2A7-A28C29467874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91" name="直接连接符 90">
              <a:hlinkClick r:id="rId2" action="ppaction://hlinksldjump"/>
              <a:extLst>
                <a:ext uri="{FF2B5EF4-FFF2-40B4-BE49-F238E27FC236}">
                  <a16:creationId xmlns:a16="http://schemas.microsoft.com/office/drawing/2014/main" id="{74EBBC28-742B-D596-552F-CE5737221FAF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980060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2">
            <a:extLst>
              <a:ext uri="{FF2B5EF4-FFF2-40B4-BE49-F238E27FC236}">
                <a16:creationId xmlns:a16="http://schemas.microsoft.com/office/drawing/2014/main" id="{063CCFDE-5573-8ECD-0C0D-D7689FFD5178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>
                <a:latin typeface="+mn-ea"/>
                <a:ea typeface="+mn-ea"/>
                <a:cs typeface="+mn-cs"/>
              </a:rPr>
              <a:t>布局样式</a:t>
            </a:r>
            <a:r>
              <a:rPr lang="zh-CN" altLang="en-US" sz="2000">
                <a:latin typeface="+mn-ea"/>
                <a:ea typeface="+mn-ea"/>
                <a:cs typeface="+mn-cs"/>
              </a:rPr>
              <a:t> </a:t>
            </a:r>
            <a:r>
              <a:rPr lang="en-US" altLang="zh-CN" sz="2000">
                <a:latin typeface="+mn-ea"/>
                <a:ea typeface="+mn-ea"/>
              </a:rPr>
              <a:t>– </a:t>
            </a:r>
            <a:r>
              <a:rPr lang="zh-CN" altLang="en-US" sz="2000">
                <a:latin typeface="+mn-ea"/>
                <a:ea typeface="+mn-ea"/>
                <a:cs typeface="+mn-cs"/>
              </a:rPr>
              <a:t>三分栏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57A9A9-6532-7EA2-4454-1FEA0C7ECFB1}"/>
              </a:ext>
            </a:extLst>
          </p:cNvPr>
          <p:cNvSpPr/>
          <p:nvPr/>
        </p:nvSpPr>
        <p:spPr>
          <a:xfrm>
            <a:off x="520700" y="909000"/>
            <a:ext cx="3528000" cy="52568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D565F9-FD63-AAB4-099F-5B1A8265D159}"/>
              </a:ext>
            </a:extLst>
          </p:cNvPr>
          <p:cNvSpPr/>
          <p:nvPr/>
        </p:nvSpPr>
        <p:spPr>
          <a:xfrm>
            <a:off x="520700" y="909000"/>
            <a:ext cx="3528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这里是标题区域 样式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10B065-BB3A-5C8A-102B-64CC9B873FE9}"/>
              </a:ext>
            </a:extLst>
          </p:cNvPr>
          <p:cNvSpPr/>
          <p:nvPr/>
        </p:nvSpPr>
        <p:spPr>
          <a:xfrm>
            <a:off x="736700" y="1305000"/>
            <a:ext cx="3096000" cy="2016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</a:p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这里为内容区域样式这里为内容区域样式，这里为内容区域，这里为内容区域样式。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10</a:t>
            </a:r>
          </a:p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7B0821-DF80-9064-372A-0485AE48A1C3}"/>
              </a:ext>
            </a:extLst>
          </p:cNvPr>
          <p:cNvSpPr txBox="1"/>
          <p:nvPr/>
        </p:nvSpPr>
        <p:spPr>
          <a:xfrm>
            <a:off x="1932039" y="3615763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78"/>
            <a:r>
              <a:rPr kumimoji="1" lang="zh-CN" altLang="en-US" sz="1100" b="1" dirty="0">
                <a:solidFill>
                  <a:srgbClr val="1D1D1A"/>
                </a:solidFill>
                <a:latin typeface="微软雅黑"/>
              </a:rPr>
              <a:t>卡片内标题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72F3644-B57D-17B9-AEB0-64856E803067}"/>
              </a:ext>
            </a:extLst>
          </p:cNvPr>
          <p:cNvCxnSpPr/>
          <p:nvPr/>
        </p:nvCxnSpPr>
        <p:spPr>
          <a:xfrm>
            <a:off x="520700" y="3478751"/>
            <a:ext cx="3528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F3EDBC4-C4E9-CD14-2A41-801F1D5E488D}"/>
              </a:ext>
            </a:extLst>
          </p:cNvPr>
          <p:cNvGrpSpPr/>
          <p:nvPr/>
        </p:nvGrpSpPr>
        <p:grpSpPr>
          <a:xfrm>
            <a:off x="736700" y="3933000"/>
            <a:ext cx="3096000" cy="1872000"/>
            <a:chOff x="666736" y="3933000"/>
            <a:chExt cx="3233680" cy="1872000"/>
          </a:xfrm>
        </p:grpSpPr>
        <p:sp>
          <p:nvSpPr>
            <p:cNvPr id="17" name="Bevel 16">
              <a:extLst>
                <a:ext uri="{FF2B5EF4-FFF2-40B4-BE49-F238E27FC236}">
                  <a16:creationId xmlns:a16="http://schemas.microsoft.com/office/drawing/2014/main" id="{6763CAF0-E612-16A8-4048-90DD50E5015A}"/>
                </a:ext>
              </a:extLst>
            </p:cNvPr>
            <p:cNvSpPr/>
            <p:nvPr/>
          </p:nvSpPr>
          <p:spPr bwMode="auto">
            <a:xfrm>
              <a:off x="666736" y="3933000"/>
              <a:ext cx="1013362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18" name="Bevel 16">
              <a:extLst>
                <a:ext uri="{FF2B5EF4-FFF2-40B4-BE49-F238E27FC236}">
                  <a16:creationId xmlns:a16="http://schemas.microsoft.com/office/drawing/2014/main" id="{96D90338-E868-50A6-898D-AD03CC3A3512}"/>
                </a:ext>
              </a:extLst>
            </p:cNvPr>
            <p:cNvSpPr/>
            <p:nvPr/>
          </p:nvSpPr>
          <p:spPr bwMode="auto">
            <a:xfrm>
              <a:off x="779331" y="426502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标签</a:t>
              </a:r>
            </a:p>
          </p:txBody>
        </p:sp>
        <p:sp>
          <p:nvSpPr>
            <p:cNvPr id="19" name="Bevel 16">
              <a:extLst>
                <a:ext uri="{FF2B5EF4-FFF2-40B4-BE49-F238E27FC236}">
                  <a16:creationId xmlns:a16="http://schemas.microsoft.com/office/drawing/2014/main" id="{6FFEB067-9EA6-A07A-91B1-7A80D157BD8F}"/>
                </a:ext>
              </a:extLst>
            </p:cNvPr>
            <p:cNvSpPr/>
            <p:nvPr/>
          </p:nvSpPr>
          <p:spPr bwMode="auto">
            <a:xfrm>
              <a:off x="779331" y="456423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内容较多标签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20" name="Bevel 16">
              <a:extLst>
                <a:ext uri="{FF2B5EF4-FFF2-40B4-BE49-F238E27FC236}">
                  <a16:creationId xmlns:a16="http://schemas.microsoft.com/office/drawing/2014/main" id="{BF50348F-23D6-2CB9-D740-7C54E13092B1}"/>
                </a:ext>
              </a:extLst>
            </p:cNvPr>
            <p:cNvSpPr/>
            <p:nvPr/>
          </p:nvSpPr>
          <p:spPr bwMode="auto">
            <a:xfrm>
              <a:off x="779331" y="486344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8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号字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21" name="Bevel 16">
              <a:extLst>
                <a:ext uri="{FF2B5EF4-FFF2-40B4-BE49-F238E27FC236}">
                  <a16:creationId xmlns:a16="http://schemas.microsoft.com/office/drawing/2014/main" id="{D80B4295-52A0-E66E-FD4C-9D6C256430C9}"/>
                </a:ext>
              </a:extLst>
            </p:cNvPr>
            <p:cNvSpPr/>
            <p:nvPr/>
          </p:nvSpPr>
          <p:spPr bwMode="auto">
            <a:xfrm>
              <a:off x="779331" y="516265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22" name="Bevel 16">
              <a:extLst>
                <a:ext uri="{FF2B5EF4-FFF2-40B4-BE49-F238E27FC236}">
                  <a16:creationId xmlns:a16="http://schemas.microsoft.com/office/drawing/2014/main" id="{4950EAB9-116B-E34B-B0CB-93FC394C1F41}"/>
                </a:ext>
              </a:extLst>
            </p:cNvPr>
            <p:cNvSpPr/>
            <p:nvPr/>
          </p:nvSpPr>
          <p:spPr bwMode="auto">
            <a:xfrm>
              <a:off x="779331" y="546186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23" name="Bevel 16">
              <a:extLst>
                <a:ext uri="{FF2B5EF4-FFF2-40B4-BE49-F238E27FC236}">
                  <a16:creationId xmlns:a16="http://schemas.microsoft.com/office/drawing/2014/main" id="{1DC4A175-9C22-CE73-4BB3-8E8C0E107450}"/>
                </a:ext>
              </a:extLst>
            </p:cNvPr>
            <p:cNvSpPr/>
            <p:nvPr/>
          </p:nvSpPr>
          <p:spPr bwMode="auto">
            <a:xfrm>
              <a:off x="1776894" y="3933000"/>
              <a:ext cx="1013362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24" name="Bevel 16">
              <a:extLst>
                <a:ext uri="{FF2B5EF4-FFF2-40B4-BE49-F238E27FC236}">
                  <a16:creationId xmlns:a16="http://schemas.microsoft.com/office/drawing/2014/main" id="{28C58767-5201-AA97-7784-B07ABE9BAE44}"/>
                </a:ext>
              </a:extLst>
            </p:cNvPr>
            <p:cNvSpPr/>
            <p:nvPr/>
          </p:nvSpPr>
          <p:spPr bwMode="auto">
            <a:xfrm>
              <a:off x="2887054" y="3933000"/>
              <a:ext cx="1013362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25" name="Bevel 16">
              <a:extLst>
                <a:ext uri="{FF2B5EF4-FFF2-40B4-BE49-F238E27FC236}">
                  <a16:creationId xmlns:a16="http://schemas.microsoft.com/office/drawing/2014/main" id="{528A0609-A35C-140A-B1AA-DB4628D11CE9}"/>
                </a:ext>
              </a:extLst>
            </p:cNvPr>
            <p:cNvSpPr/>
            <p:nvPr/>
          </p:nvSpPr>
          <p:spPr bwMode="auto">
            <a:xfrm>
              <a:off x="1889490" y="426502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标签</a:t>
              </a:r>
            </a:p>
          </p:txBody>
        </p:sp>
        <p:sp>
          <p:nvSpPr>
            <p:cNvPr id="26" name="Bevel 16">
              <a:extLst>
                <a:ext uri="{FF2B5EF4-FFF2-40B4-BE49-F238E27FC236}">
                  <a16:creationId xmlns:a16="http://schemas.microsoft.com/office/drawing/2014/main" id="{12734506-9C6C-76DB-0A68-E90FFE342AB2}"/>
                </a:ext>
              </a:extLst>
            </p:cNvPr>
            <p:cNvSpPr/>
            <p:nvPr/>
          </p:nvSpPr>
          <p:spPr bwMode="auto">
            <a:xfrm>
              <a:off x="1889490" y="456423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内容较多标签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27" name="Bevel 16">
              <a:extLst>
                <a:ext uri="{FF2B5EF4-FFF2-40B4-BE49-F238E27FC236}">
                  <a16:creationId xmlns:a16="http://schemas.microsoft.com/office/drawing/2014/main" id="{7598EC72-DD9C-F663-7514-1C2B2EE9741A}"/>
                </a:ext>
              </a:extLst>
            </p:cNvPr>
            <p:cNvSpPr/>
            <p:nvPr/>
          </p:nvSpPr>
          <p:spPr bwMode="auto">
            <a:xfrm>
              <a:off x="1889490" y="486344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8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号字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28" name="Bevel 16">
              <a:extLst>
                <a:ext uri="{FF2B5EF4-FFF2-40B4-BE49-F238E27FC236}">
                  <a16:creationId xmlns:a16="http://schemas.microsoft.com/office/drawing/2014/main" id="{6F7C32F2-C525-57CA-AB27-0FDFE1788603}"/>
                </a:ext>
              </a:extLst>
            </p:cNvPr>
            <p:cNvSpPr/>
            <p:nvPr/>
          </p:nvSpPr>
          <p:spPr bwMode="auto">
            <a:xfrm>
              <a:off x="1889490" y="516265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29" name="Bevel 16">
              <a:extLst>
                <a:ext uri="{FF2B5EF4-FFF2-40B4-BE49-F238E27FC236}">
                  <a16:creationId xmlns:a16="http://schemas.microsoft.com/office/drawing/2014/main" id="{BAD45C1C-55FF-EACB-536A-1BFB9315BC5E}"/>
                </a:ext>
              </a:extLst>
            </p:cNvPr>
            <p:cNvSpPr/>
            <p:nvPr/>
          </p:nvSpPr>
          <p:spPr bwMode="auto">
            <a:xfrm>
              <a:off x="1889490" y="546186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30" name="Bevel 16">
              <a:extLst>
                <a:ext uri="{FF2B5EF4-FFF2-40B4-BE49-F238E27FC236}">
                  <a16:creationId xmlns:a16="http://schemas.microsoft.com/office/drawing/2014/main" id="{CB10C0C7-9756-7A65-78F5-59B1CAEA874F}"/>
                </a:ext>
              </a:extLst>
            </p:cNvPr>
            <p:cNvSpPr/>
            <p:nvPr/>
          </p:nvSpPr>
          <p:spPr bwMode="auto">
            <a:xfrm>
              <a:off x="2999650" y="426502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标签</a:t>
              </a:r>
            </a:p>
          </p:txBody>
        </p:sp>
        <p:sp>
          <p:nvSpPr>
            <p:cNvPr id="31" name="Bevel 16">
              <a:extLst>
                <a:ext uri="{FF2B5EF4-FFF2-40B4-BE49-F238E27FC236}">
                  <a16:creationId xmlns:a16="http://schemas.microsoft.com/office/drawing/2014/main" id="{2B0C298B-2485-4E73-661D-6AC4E64B842E}"/>
                </a:ext>
              </a:extLst>
            </p:cNvPr>
            <p:cNvSpPr/>
            <p:nvPr/>
          </p:nvSpPr>
          <p:spPr bwMode="auto">
            <a:xfrm>
              <a:off x="2999650" y="456423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内容较多标签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32" name="Bevel 16">
              <a:extLst>
                <a:ext uri="{FF2B5EF4-FFF2-40B4-BE49-F238E27FC236}">
                  <a16:creationId xmlns:a16="http://schemas.microsoft.com/office/drawing/2014/main" id="{96E9B51A-7BB5-2702-6C1F-CC84A1B639B3}"/>
                </a:ext>
              </a:extLst>
            </p:cNvPr>
            <p:cNvSpPr/>
            <p:nvPr/>
          </p:nvSpPr>
          <p:spPr bwMode="auto">
            <a:xfrm>
              <a:off x="2999650" y="486344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8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号字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33" name="Bevel 16">
              <a:extLst>
                <a:ext uri="{FF2B5EF4-FFF2-40B4-BE49-F238E27FC236}">
                  <a16:creationId xmlns:a16="http://schemas.microsoft.com/office/drawing/2014/main" id="{1E0CFCD9-CBE6-7C1F-9554-693FA9C140E7}"/>
                </a:ext>
              </a:extLst>
            </p:cNvPr>
            <p:cNvSpPr/>
            <p:nvPr/>
          </p:nvSpPr>
          <p:spPr bwMode="auto">
            <a:xfrm>
              <a:off x="2999650" y="516265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34" name="Bevel 16">
              <a:extLst>
                <a:ext uri="{FF2B5EF4-FFF2-40B4-BE49-F238E27FC236}">
                  <a16:creationId xmlns:a16="http://schemas.microsoft.com/office/drawing/2014/main" id="{A07197EF-E497-1556-362D-FC16A3F1AC11}"/>
                </a:ext>
              </a:extLst>
            </p:cNvPr>
            <p:cNvSpPr/>
            <p:nvPr/>
          </p:nvSpPr>
          <p:spPr bwMode="auto">
            <a:xfrm>
              <a:off x="2999650" y="5461866"/>
              <a:ext cx="788170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87607943-DBBA-DF21-5624-3D39E42DE1B3}"/>
              </a:ext>
            </a:extLst>
          </p:cNvPr>
          <p:cNvSpPr/>
          <p:nvPr/>
        </p:nvSpPr>
        <p:spPr>
          <a:xfrm>
            <a:off x="8156000" y="909000"/>
            <a:ext cx="3528000" cy="52568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216000" tIns="216000" rIns="21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这里为内容区域样式，这里为内容区域样式这里为内容区域样式。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这里为内容区域样式这里区域样式这里区域样式这里区域样式这里，这里为内容区域样式这里为内容区域样式。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这里为内容区域样式这里，这里为内容区域样式这里为内容区域样式。</a:t>
            </a:r>
          </a:p>
          <a:p>
            <a:pPr marL="228600" marR="0" lvl="0" indent="-22860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这里为内容区域样式这里这里为内容区域样式。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B088E09-C8EB-52D4-81F2-3D5AC12B3F7A}"/>
              </a:ext>
            </a:extLst>
          </p:cNvPr>
          <p:cNvSpPr/>
          <p:nvPr/>
        </p:nvSpPr>
        <p:spPr>
          <a:xfrm>
            <a:off x="8156000" y="909000"/>
            <a:ext cx="3528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这里是标题区域 样式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6353504-A1CD-5F3A-1628-FF93259D9625}"/>
              </a:ext>
            </a:extLst>
          </p:cNvPr>
          <p:cNvSpPr txBox="1"/>
          <p:nvPr/>
        </p:nvSpPr>
        <p:spPr>
          <a:xfrm>
            <a:off x="8471326" y="1470384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78"/>
            <a:r>
              <a:rPr kumimoji="1" lang="zh-CN" altLang="en-US" sz="1100" b="1" dirty="0">
                <a:solidFill>
                  <a:srgbClr val="C00000"/>
                </a:solidFill>
                <a:latin typeface="微软雅黑"/>
              </a:rPr>
              <a:t>卡片内标题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46539FE-DA9B-BEFC-38E3-7B642DF4755B}"/>
              </a:ext>
            </a:extLst>
          </p:cNvPr>
          <p:cNvSpPr txBox="1"/>
          <p:nvPr/>
        </p:nvSpPr>
        <p:spPr>
          <a:xfrm>
            <a:off x="8471326" y="3718052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78"/>
            <a:r>
              <a:rPr kumimoji="1" lang="zh-CN" altLang="en-US" sz="1100" b="1" dirty="0">
                <a:solidFill>
                  <a:srgbClr val="C00000"/>
                </a:solidFill>
                <a:latin typeface="微软雅黑"/>
              </a:rPr>
              <a:t>卡片内标题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C25441AB-EB74-F4F3-614F-1035CFCC32F1}"/>
              </a:ext>
            </a:extLst>
          </p:cNvPr>
          <p:cNvCxnSpPr/>
          <p:nvPr/>
        </p:nvCxnSpPr>
        <p:spPr>
          <a:xfrm>
            <a:off x="8156000" y="3478751"/>
            <a:ext cx="352800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CD4C17B7-E859-9A82-95C4-15E78DC42519}"/>
              </a:ext>
            </a:extLst>
          </p:cNvPr>
          <p:cNvSpPr/>
          <p:nvPr/>
        </p:nvSpPr>
        <p:spPr>
          <a:xfrm>
            <a:off x="4334381" y="909000"/>
            <a:ext cx="3521590" cy="52568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61F6DE9-CFC4-EA3A-1A37-6167382C7617}"/>
              </a:ext>
            </a:extLst>
          </p:cNvPr>
          <p:cNvSpPr/>
          <p:nvPr/>
        </p:nvSpPr>
        <p:spPr>
          <a:xfrm>
            <a:off x="4334381" y="909000"/>
            <a:ext cx="3528000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这里是标题区域 样式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25D740A-2233-406C-9ADB-E06EE623A4D1}"/>
              </a:ext>
            </a:extLst>
          </p:cNvPr>
          <p:cNvSpPr txBox="1"/>
          <p:nvPr/>
        </p:nvSpPr>
        <p:spPr>
          <a:xfrm>
            <a:off x="4521700" y="1636342"/>
            <a:ext cx="204177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1300676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itchFamily="34" charset="0"/>
              </a:rPr>
              <a:t>这里为内容区域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0CE64CB-0112-6490-6EB9-EC41C04C361D}"/>
              </a:ext>
            </a:extLst>
          </p:cNvPr>
          <p:cNvSpPr txBox="1"/>
          <p:nvPr/>
        </p:nvSpPr>
        <p:spPr>
          <a:xfrm>
            <a:off x="4521700" y="2027429"/>
            <a:ext cx="3146952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这里为内容区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40CEB4E-535C-4FD8-9F0B-90CDD7BB11D5}"/>
              </a:ext>
            </a:extLst>
          </p:cNvPr>
          <p:cNvSpPr txBox="1"/>
          <p:nvPr/>
        </p:nvSpPr>
        <p:spPr>
          <a:xfrm>
            <a:off x="4521700" y="3087146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51F19C8-9536-0EC2-F02F-DEF76F8262FD}"/>
              </a:ext>
            </a:extLst>
          </p:cNvPr>
          <p:cNvSpPr txBox="1"/>
          <p:nvPr/>
        </p:nvSpPr>
        <p:spPr>
          <a:xfrm>
            <a:off x="4521700" y="3478233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072C68B-31D3-0797-AD2C-9EEB9707B473}"/>
              </a:ext>
            </a:extLst>
          </p:cNvPr>
          <p:cNvSpPr txBox="1"/>
          <p:nvPr/>
        </p:nvSpPr>
        <p:spPr>
          <a:xfrm>
            <a:off x="4521700" y="4943917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23E8D8A-40C2-D21A-1ECB-56BF8EE984AC}"/>
              </a:ext>
            </a:extLst>
          </p:cNvPr>
          <p:cNvSpPr txBox="1"/>
          <p:nvPr/>
        </p:nvSpPr>
        <p:spPr>
          <a:xfrm>
            <a:off x="4521700" y="3869320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31BCCC6-7972-EF62-ED96-306250645239}"/>
              </a:ext>
            </a:extLst>
          </p:cNvPr>
          <p:cNvSpPr txBox="1"/>
          <p:nvPr/>
        </p:nvSpPr>
        <p:spPr>
          <a:xfrm>
            <a:off x="4521700" y="5335004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4DD4233-B0DF-8019-713A-8F5A5D2BF82F}"/>
              </a:ext>
            </a:extLst>
          </p:cNvPr>
          <p:cNvSpPr txBox="1"/>
          <p:nvPr/>
        </p:nvSpPr>
        <p:spPr>
          <a:xfrm>
            <a:off x="4521700" y="5726087"/>
            <a:ext cx="204177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这里为内容区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1C1E351-8A9D-7C3A-F102-B02029820B02}"/>
              </a:ext>
            </a:extLst>
          </p:cNvPr>
          <p:cNvSpPr txBox="1"/>
          <p:nvPr/>
        </p:nvSpPr>
        <p:spPr>
          <a:xfrm>
            <a:off x="5780279" y="1327978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78"/>
            <a:r>
              <a:rPr lang="zh-CN" altLang="en-US" sz="1100" b="1" dirty="0">
                <a:solidFill>
                  <a:srgbClr val="C00000"/>
                </a:solidFill>
                <a:latin typeface="微软雅黑"/>
                <a:cs typeface="Huawei Sans" panose="020C0503030203020204" pitchFamily="34" charset="0"/>
              </a:rPr>
              <a:t>卡片内标题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E79A111-7A50-2334-D946-7C40A90E1A12}"/>
              </a:ext>
            </a:extLst>
          </p:cNvPr>
          <p:cNvSpPr txBox="1"/>
          <p:nvPr/>
        </p:nvSpPr>
        <p:spPr>
          <a:xfrm>
            <a:off x="5780278" y="2778782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78"/>
            <a:r>
              <a:rPr lang="zh-CN" altLang="en-US" sz="1100" b="1" dirty="0">
                <a:solidFill>
                  <a:srgbClr val="C00000"/>
                </a:solidFill>
                <a:latin typeface="微软雅黑"/>
                <a:cs typeface="Huawei Sans" panose="020C0503030203020204" pitchFamily="34" charset="0"/>
              </a:rPr>
              <a:t>卡片内标题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268B966-33CB-D4C8-8415-33E673C41D37}"/>
              </a:ext>
            </a:extLst>
          </p:cNvPr>
          <p:cNvSpPr txBox="1"/>
          <p:nvPr/>
        </p:nvSpPr>
        <p:spPr>
          <a:xfrm>
            <a:off x="5780280" y="4635553"/>
            <a:ext cx="70532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478"/>
            <a:r>
              <a:rPr lang="zh-CN" altLang="en-US" sz="1100" b="1" dirty="0">
                <a:solidFill>
                  <a:srgbClr val="C00000"/>
                </a:solidFill>
                <a:latin typeface="微软雅黑"/>
                <a:cs typeface="Huawei Sans" panose="020C0503030203020204" pitchFamily="34" charset="0"/>
              </a:rPr>
              <a:t>卡片内标题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2EE31037-98D9-F488-7AE7-EABDAB254F6F}"/>
              </a:ext>
            </a:extLst>
          </p:cNvPr>
          <p:cNvCxnSpPr/>
          <p:nvPr/>
        </p:nvCxnSpPr>
        <p:spPr>
          <a:xfrm>
            <a:off x="4340791" y="2527295"/>
            <a:ext cx="352159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B799CAC-C264-5C07-C046-98A1B1036FD1}"/>
              </a:ext>
            </a:extLst>
          </p:cNvPr>
          <p:cNvCxnSpPr/>
          <p:nvPr/>
        </p:nvCxnSpPr>
        <p:spPr>
          <a:xfrm>
            <a:off x="4340791" y="4381951"/>
            <a:ext cx="352159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dash"/>
            <a:miter lim="800000"/>
          </a:ln>
          <a:effectLst/>
        </p:spPr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3C755CC4-FE47-D989-BA09-F0F1D9E02D08}"/>
              </a:ext>
            </a:extLst>
          </p:cNvPr>
          <p:cNvSpPr txBox="1"/>
          <p:nvPr/>
        </p:nvSpPr>
        <p:spPr>
          <a:xfrm>
            <a:off x="5626879" y="3087146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B6EBD81-F3F5-1C6A-249A-3FB0F347E80E}"/>
              </a:ext>
            </a:extLst>
          </p:cNvPr>
          <p:cNvSpPr txBox="1"/>
          <p:nvPr/>
        </p:nvSpPr>
        <p:spPr>
          <a:xfrm>
            <a:off x="5626879" y="3478233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2364B645-8B18-7B22-7AD3-FBE560AEF4EB}"/>
              </a:ext>
            </a:extLst>
          </p:cNvPr>
          <p:cNvSpPr txBox="1"/>
          <p:nvPr/>
        </p:nvSpPr>
        <p:spPr>
          <a:xfrm>
            <a:off x="5626879" y="3869320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AB0CB9D-1411-8DE1-AD1D-9C93BCBF2FE1}"/>
              </a:ext>
            </a:extLst>
          </p:cNvPr>
          <p:cNvSpPr txBox="1"/>
          <p:nvPr/>
        </p:nvSpPr>
        <p:spPr>
          <a:xfrm>
            <a:off x="5626879" y="4943917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6C0B542-9035-AEDE-AC91-7CD30287C718}"/>
              </a:ext>
            </a:extLst>
          </p:cNvPr>
          <p:cNvSpPr txBox="1"/>
          <p:nvPr/>
        </p:nvSpPr>
        <p:spPr>
          <a:xfrm>
            <a:off x="5626879" y="5335004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D5CC6CB-8563-064E-592A-9FECEBA11C3D}"/>
              </a:ext>
            </a:extLst>
          </p:cNvPr>
          <p:cNvSpPr txBox="1"/>
          <p:nvPr/>
        </p:nvSpPr>
        <p:spPr>
          <a:xfrm>
            <a:off x="6729236" y="3087146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30B5146-1F47-1B8B-7277-C6B26A30BD16}"/>
              </a:ext>
            </a:extLst>
          </p:cNvPr>
          <p:cNvSpPr txBox="1"/>
          <p:nvPr/>
        </p:nvSpPr>
        <p:spPr>
          <a:xfrm>
            <a:off x="6729236" y="3478233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EE9EA58-AF51-0054-E2C3-A79D72CA46EB}"/>
              </a:ext>
            </a:extLst>
          </p:cNvPr>
          <p:cNvSpPr txBox="1"/>
          <p:nvPr/>
        </p:nvSpPr>
        <p:spPr>
          <a:xfrm>
            <a:off x="6729236" y="3869320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ED7E5D7-DEDE-3367-AD4C-2F7E8CFF3C95}"/>
              </a:ext>
            </a:extLst>
          </p:cNvPr>
          <p:cNvSpPr txBox="1"/>
          <p:nvPr/>
        </p:nvSpPr>
        <p:spPr>
          <a:xfrm>
            <a:off x="6729236" y="4943917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2B6B43B-135F-DF1D-EF45-64C012417F57}"/>
              </a:ext>
            </a:extLst>
          </p:cNvPr>
          <p:cNvSpPr txBox="1"/>
          <p:nvPr/>
        </p:nvSpPr>
        <p:spPr>
          <a:xfrm>
            <a:off x="6729236" y="5335004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3EA564D-E189-D734-6AB4-9718DAA7925A}"/>
              </a:ext>
            </a:extLst>
          </p:cNvPr>
          <p:cNvSpPr txBox="1"/>
          <p:nvPr/>
        </p:nvSpPr>
        <p:spPr>
          <a:xfrm>
            <a:off x="6729236" y="5726087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51BA038-EC4F-6F71-11A6-7606767646DD}"/>
              </a:ext>
            </a:extLst>
          </p:cNvPr>
          <p:cNvSpPr txBox="1"/>
          <p:nvPr/>
        </p:nvSpPr>
        <p:spPr>
          <a:xfrm>
            <a:off x="6729236" y="1639661"/>
            <a:ext cx="936593" cy="252000"/>
          </a:xfrm>
          <a:prstGeom prst="rect">
            <a:avLst/>
          </a:prstGeom>
          <a:solidFill>
            <a:srgbClr val="FBFBFB"/>
          </a:solidFill>
          <a:ln w="6350">
            <a:solidFill>
              <a:srgbClr val="666666">
                <a:lumMod val="20000"/>
                <a:lumOff val="80000"/>
              </a:srgb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</a:rPr>
              <a:t>内容区域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2C8814E4-F4F9-6BF4-ABA9-AE4552ECFB6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78" name="矩形 77">
              <a:hlinkClick r:id="rId2" action="ppaction://hlinksldjump"/>
              <a:extLst>
                <a:ext uri="{FF2B5EF4-FFF2-40B4-BE49-F238E27FC236}">
                  <a16:creationId xmlns:a16="http://schemas.microsoft.com/office/drawing/2014/main" id="{EC552081-810D-4403-E621-F0AFA04D6F07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79" name="直接连接符 78">
              <a:hlinkClick r:id="rId2" action="ppaction://hlinksldjump"/>
              <a:extLst>
                <a:ext uri="{FF2B5EF4-FFF2-40B4-BE49-F238E27FC236}">
                  <a16:creationId xmlns:a16="http://schemas.microsoft.com/office/drawing/2014/main" id="{5A9EC681-4E34-FA8C-FCBA-AAA7F6894B10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E98B2496-0B88-B22A-EB17-375262647748}"/>
              </a:ext>
            </a:extLst>
          </p:cNvPr>
          <p:cNvGrpSpPr/>
          <p:nvPr/>
        </p:nvGrpSpPr>
        <p:grpSpPr>
          <a:xfrm>
            <a:off x="4048700" y="2805565"/>
            <a:ext cx="279980" cy="1331151"/>
            <a:chOff x="4121150" y="2805565"/>
            <a:chExt cx="279980" cy="1331151"/>
          </a:xfrm>
        </p:grpSpPr>
        <p:sp>
          <p:nvSpPr>
            <p:cNvPr id="88" name="右箭头 113">
              <a:extLst>
                <a:ext uri="{FF2B5EF4-FFF2-40B4-BE49-F238E27FC236}">
                  <a16:creationId xmlns:a16="http://schemas.microsoft.com/office/drawing/2014/main" id="{F0ACA46E-C87F-AD9B-ED3C-F672639401DD}"/>
                </a:ext>
              </a:extLst>
            </p:cNvPr>
            <p:cNvSpPr/>
            <p:nvPr/>
          </p:nvSpPr>
          <p:spPr>
            <a:xfrm>
              <a:off x="4121150" y="3387282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4" name="右箭头 114">
              <a:extLst>
                <a:ext uri="{FF2B5EF4-FFF2-40B4-BE49-F238E27FC236}">
                  <a16:creationId xmlns:a16="http://schemas.microsoft.com/office/drawing/2014/main" id="{BEA33591-22CE-E4AE-D2B3-D861D6E87BC8}"/>
                </a:ext>
              </a:extLst>
            </p:cNvPr>
            <p:cNvSpPr/>
            <p:nvPr/>
          </p:nvSpPr>
          <p:spPr>
            <a:xfrm>
              <a:off x="4121150" y="2805565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9" name="右箭头 115">
              <a:extLst>
                <a:ext uri="{FF2B5EF4-FFF2-40B4-BE49-F238E27FC236}">
                  <a16:creationId xmlns:a16="http://schemas.microsoft.com/office/drawing/2014/main" id="{0A1A5AF7-0EC4-C5C9-EBD4-9FE2A76AADDD}"/>
                </a:ext>
              </a:extLst>
            </p:cNvPr>
            <p:cNvSpPr/>
            <p:nvPr/>
          </p:nvSpPr>
          <p:spPr>
            <a:xfrm>
              <a:off x="4121150" y="3968999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99CB2F3D-BD3D-CE75-767E-7784DD8A02D4}"/>
              </a:ext>
            </a:extLst>
          </p:cNvPr>
          <p:cNvGrpSpPr/>
          <p:nvPr/>
        </p:nvGrpSpPr>
        <p:grpSpPr>
          <a:xfrm>
            <a:off x="7855971" y="2805565"/>
            <a:ext cx="279980" cy="1331151"/>
            <a:chOff x="7787843" y="2805565"/>
            <a:chExt cx="279980" cy="1331151"/>
          </a:xfrm>
        </p:grpSpPr>
        <p:sp>
          <p:nvSpPr>
            <p:cNvPr id="112" name="右箭头 80">
              <a:extLst>
                <a:ext uri="{FF2B5EF4-FFF2-40B4-BE49-F238E27FC236}">
                  <a16:creationId xmlns:a16="http://schemas.microsoft.com/office/drawing/2014/main" id="{1F2CC19E-3507-7B52-6EB4-B82E4B4F9255}"/>
                </a:ext>
              </a:extLst>
            </p:cNvPr>
            <p:cNvSpPr/>
            <p:nvPr/>
          </p:nvSpPr>
          <p:spPr>
            <a:xfrm>
              <a:off x="7787843" y="3387282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13" name="右箭头 81">
              <a:extLst>
                <a:ext uri="{FF2B5EF4-FFF2-40B4-BE49-F238E27FC236}">
                  <a16:creationId xmlns:a16="http://schemas.microsoft.com/office/drawing/2014/main" id="{33524CB1-EAD5-E3D1-12FB-CCE10C26F7D3}"/>
                </a:ext>
              </a:extLst>
            </p:cNvPr>
            <p:cNvSpPr/>
            <p:nvPr/>
          </p:nvSpPr>
          <p:spPr>
            <a:xfrm>
              <a:off x="7787843" y="2805565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5" name="右箭头 82">
              <a:extLst>
                <a:ext uri="{FF2B5EF4-FFF2-40B4-BE49-F238E27FC236}">
                  <a16:creationId xmlns:a16="http://schemas.microsoft.com/office/drawing/2014/main" id="{F9F97E9F-C49F-A894-E75B-CCEC4BBEBEF2}"/>
                </a:ext>
              </a:extLst>
            </p:cNvPr>
            <p:cNvSpPr/>
            <p:nvPr/>
          </p:nvSpPr>
          <p:spPr>
            <a:xfrm>
              <a:off x="7787843" y="3968999"/>
              <a:ext cx="279980" cy="167717"/>
            </a:xfrm>
            <a:prstGeom prst="rightArrow">
              <a:avLst>
                <a:gd name="adj1" fmla="val 50991"/>
                <a:gd name="adj2" fmla="val 74964"/>
              </a:avLst>
            </a:prstGeom>
            <a:gradFill flip="none" rotWithShape="1">
              <a:gsLst>
                <a:gs pos="20000">
                  <a:srgbClr val="C00000">
                    <a:alpha val="20000"/>
                  </a:srgbClr>
                </a:gs>
                <a:gs pos="0">
                  <a:srgbClr val="C00000">
                    <a:alpha val="0"/>
                  </a:srgbClr>
                </a:gs>
                <a:gs pos="50000">
                  <a:srgbClr val="C00000">
                    <a:alpha val="60000"/>
                  </a:srgbClr>
                </a:gs>
                <a:gs pos="98000">
                  <a:srgbClr val="C00000"/>
                </a:gs>
              </a:gsLst>
              <a:lin ang="0" scaled="1"/>
              <a:tileRect/>
            </a:gradFill>
            <a:ln w="6350" cap="flat" cmpd="sng" algn="ctr">
              <a:gradFill>
                <a:gsLst>
                  <a:gs pos="0">
                    <a:srgbClr val="C00000">
                      <a:alpha val="0"/>
                    </a:srgbClr>
                  </a:gs>
                  <a:gs pos="100000">
                    <a:srgbClr val="C00000"/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0E78A4FF-9035-54C3-D18B-58B667E918D0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44" name="矩形 143">
              <a:hlinkClick r:id="rId2" action="ppaction://hlinksldjump"/>
              <a:extLst>
                <a:ext uri="{FF2B5EF4-FFF2-40B4-BE49-F238E27FC236}">
                  <a16:creationId xmlns:a16="http://schemas.microsoft.com/office/drawing/2014/main" id="{85D30BDC-E2C3-314D-6153-C46E787EF159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45" name="直接连接符 144">
              <a:hlinkClick r:id="rId2" action="ppaction://hlinksldjump"/>
              <a:extLst>
                <a:ext uri="{FF2B5EF4-FFF2-40B4-BE49-F238E27FC236}">
                  <a16:creationId xmlns:a16="http://schemas.microsoft.com/office/drawing/2014/main" id="{94E642FF-A9BD-1BCF-29F2-7651F5CA1E76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04443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1E0675F-2C97-E645-5BAA-63B014E9918F}"/>
              </a:ext>
            </a:extLst>
          </p:cNvPr>
          <p:cNvSpPr/>
          <p:nvPr/>
        </p:nvSpPr>
        <p:spPr>
          <a:xfrm>
            <a:off x="519065" y="924828"/>
            <a:ext cx="5472000" cy="252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DA2C81-AC50-510B-C5B8-AC01D932E2C0}"/>
              </a:ext>
            </a:extLst>
          </p:cNvPr>
          <p:cNvSpPr/>
          <p:nvPr/>
        </p:nvSpPr>
        <p:spPr>
          <a:xfrm>
            <a:off x="519065" y="914400"/>
            <a:ext cx="5471999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这里是标题区域 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59304B-3FF7-5D74-7829-7DCC40CDCD2D}"/>
              </a:ext>
            </a:extLst>
          </p:cNvPr>
          <p:cNvSpPr/>
          <p:nvPr/>
        </p:nvSpPr>
        <p:spPr>
          <a:xfrm>
            <a:off x="519065" y="3716041"/>
            <a:ext cx="5472000" cy="244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AB7746-F3AF-7518-40C7-2711605ED5FA}"/>
              </a:ext>
            </a:extLst>
          </p:cNvPr>
          <p:cNvSpPr/>
          <p:nvPr/>
        </p:nvSpPr>
        <p:spPr>
          <a:xfrm>
            <a:off x="519065" y="3713643"/>
            <a:ext cx="5471999" cy="216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这里是标题区域 样式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892E2F-321F-9A7C-7BF8-1589DC7B4522}"/>
              </a:ext>
            </a:extLst>
          </p:cNvPr>
          <p:cNvSpPr/>
          <p:nvPr/>
        </p:nvSpPr>
        <p:spPr>
          <a:xfrm>
            <a:off x="3531618" y="1400919"/>
            <a:ext cx="2248767" cy="167693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</a:p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这里为内容区域样式这里为内容区域样式，这里为内容区域，这里为内容区域样式。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</a:t>
            </a:r>
          </a:p>
        </p:txBody>
      </p:sp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6F0CD288-C5FE-AEB2-1A83-E2461C0791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8452883"/>
              </p:ext>
            </p:extLst>
          </p:nvPr>
        </p:nvGraphicFramePr>
        <p:xfrm>
          <a:off x="733425" y="1472840"/>
          <a:ext cx="2685720" cy="17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Box 3">
            <a:extLst>
              <a:ext uri="{FF2B5EF4-FFF2-40B4-BE49-F238E27FC236}">
                <a16:creationId xmlns:a16="http://schemas.microsoft.com/office/drawing/2014/main" id="{93DF3D03-4ED2-C188-9C53-728B2F5FEEC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87373" y="1702702"/>
            <a:ext cx="615553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914478">
              <a:buSzPct val="100000"/>
            </a:pPr>
            <a:r>
              <a:rPr lang="zh-CN" altLang="en-US" sz="800" dirty="0">
                <a:solidFill>
                  <a:srgbClr val="1D1D1A"/>
                </a:solidFill>
                <a:latin typeface="微软雅黑"/>
                <a:cs typeface="Arial" pitchFamily="34" charset="0"/>
                <a:sym typeface="Arial" pitchFamily="34" charset="0"/>
              </a:rPr>
              <a:t>单位：万美元</a:t>
            </a:r>
            <a:endParaRPr lang="en-US" altLang="zh-CN" sz="800" dirty="0">
              <a:solidFill>
                <a:srgbClr val="1D1D1A"/>
              </a:solidFill>
              <a:latin typeface="微软雅黑"/>
              <a:cs typeface="Arial" pitchFamily="34" charset="0"/>
              <a:sym typeface="Arial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630074-16D8-6D06-406C-4B1E915338AC}"/>
              </a:ext>
            </a:extLst>
          </p:cNvPr>
          <p:cNvSpPr/>
          <p:nvPr/>
        </p:nvSpPr>
        <p:spPr>
          <a:xfrm>
            <a:off x="6212001" y="928080"/>
            <a:ext cx="5471999" cy="252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725808-418B-C198-71B6-AF0C8F50DBBC}"/>
              </a:ext>
            </a:extLst>
          </p:cNvPr>
          <p:cNvSpPr/>
          <p:nvPr/>
        </p:nvSpPr>
        <p:spPr>
          <a:xfrm>
            <a:off x="6212001" y="914400"/>
            <a:ext cx="5471999" cy="216000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标题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E652D8-7226-FC70-AFA0-96DB4D3B8764}"/>
              </a:ext>
            </a:extLst>
          </p:cNvPr>
          <p:cNvSpPr/>
          <p:nvPr/>
        </p:nvSpPr>
        <p:spPr>
          <a:xfrm>
            <a:off x="6212001" y="3710641"/>
            <a:ext cx="5471999" cy="244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BF743D-7FB9-62F9-031D-1CD724175C20}"/>
              </a:ext>
            </a:extLst>
          </p:cNvPr>
          <p:cNvSpPr/>
          <p:nvPr/>
        </p:nvSpPr>
        <p:spPr>
          <a:xfrm>
            <a:off x="6428000" y="2598418"/>
            <a:ext cx="5040000" cy="596317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</a:p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这里为内容区域样式这里为内容区域样式，这里为内容区域，这里为内容区域样式。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144BDC-AC10-F36C-0DC1-4B576673F2AE}"/>
              </a:ext>
            </a:extLst>
          </p:cNvPr>
          <p:cNvSpPr/>
          <p:nvPr/>
        </p:nvSpPr>
        <p:spPr>
          <a:xfrm>
            <a:off x="9219333" y="4189944"/>
            <a:ext cx="2248767" cy="1676934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这里为内容区域样式这里为内容区域样式，这里为内容区域样式这里为内容区域样式，这里为内容区域样式，这里为内容区域样式。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9</a:t>
            </a:r>
          </a:p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这里为内容区域样式这里为内容区域样式，这里为内容区域，这里为内容区域样式。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just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这里为内容区域样式这里为内容区域样式，这里为内容区域样式这里为内容</a:t>
            </a:r>
          </a:p>
        </p:txBody>
      </p:sp>
      <p:sp>
        <p:nvSpPr>
          <p:cNvPr id="18" name="标题 2">
            <a:extLst>
              <a:ext uri="{FF2B5EF4-FFF2-40B4-BE49-F238E27FC236}">
                <a16:creationId xmlns:a16="http://schemas.microsoft.com/office/drawing/2014/main" id="{1BBA1212-AFA8-5CD1-35CD-9887B84D92DF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>
                <a:latin typeface="+mn-ea"/>
                <a:ea typeface="+mn-ea"/>
                <a:cs typeface="+mn-cs"/>
              </a:rPr>
              <a:t>布局样式 </a:t>
            </a:r>
            <a:r>
              <a:rPr lang="en-US" altLang="zh-CN" sz="2000">
                <a:latin typeface="+mn-ea"/>
                <a:ea typeface="+mn-ea"/>
                <a:cs typeface="+mn-cs"/>
              </a:rPr>
              <a:t>– </a:t>
            </a:r>
            <a:r>
              <a:rPr lang="zh-CN" altLang="en-US" sz="2000">
                <a:latin typeface="+mn-ea"/>
                <a:ea typeface="+mn-ea"/>
                <a:cs typeface="+mn-cs"/>
              </a:rPr>
              <a:t>四分栏</a:t>
            </a:r>
            <a:endParaRPr lang="zh-CN" altLang="en-US" dirty="0">
              <a:latin typeface="+mn-ea"/>
              <a:ea typeface="+mn-ea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DCDE3C4-61EF-A1F0-37F2-561F58F472DD}"/>
              </a:ext>
            </a:extLst>
          </p:cNvPr>
          <p:cNvSpPr/>
          <p:nvPr/>
        </p:nvSpPr>
        <p:spPr>
          <a:xfrm>
            <a:off x="6212100" y="3713643"/>
            <a:ext cx="5471999" cy="216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标题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21B8DA2-BCEA-2C00-F4D3-8B4327A68F94}"/>
              </a:ext>
            </a:extLst>
          </p:cNvPr>
          <p:cNvGrpSpPr/>
          <p:nvPr/>
        </p:nvGrpSpPr>
        <p:grpSpPr>
          <a:xfrm>
            <a:off x="6642330" y="1364919"/>
            <a:ext cx="792000" cy="991161"/>
            <a:chOff x="6711578" y="1336950"/>
            <a:chExt cx="792000" cy="991161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2E882BE-4793-9C58-6010-645EC6117278}"/>
                </a:ext>
              </a:extLst>
            </p:cNvPr>
            <p:cNvSpPr/>
            <p:nvPr/>
          </p:nvSpPr>
          <p:spPr>
            <a:xfrm>
              <a:off x="6711578" y="1336950"/>
              <a:ext cx="792000" cy="792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marL="0" marR="0" lvl="0" indent="0" defTabSz="1218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8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FFC9D684-A5EC-CC86-5A12-31C989886174}"/>
                </a:ext>
              </a:extLst>
            </p:cNvPr>
            <p:cNvSpPr/>
            <p:nvPr/>
          </p:nvSpPr>
          <p:spPr>
            <a:xfrm>
              <a:off x="6747578" y="1372950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3600000" scaled="0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marL="0" marR="0" lvl="0" indent="0" defTabSz="1218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8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CB30ACD-61F7-EB37-9B3C-FFCC43476965}"/>
                </a:ext>
              </a:extLst>
            </p:cNvPr>
            <p:cNvSpPr/>
            <p:nvPr/>
          </p:nvSpPr>
          <p:spPr>
            <a:xfrm>
              <a:off x="6867378" y="1644667"/>
              <a:ext cx="480901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0.00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亿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5FFF710-1832-5793-2D44-73E09A8997F9}"/>
                </a:ext>
              </a:extLst>
            </p:cNvPr>
            <p:cNvSpPr/>
            <p:nvPr/>
          </p:nvSpPr>
          <p:spPr>
            <a:xfrm>
              <a:off x="6902641" y="2205000"/>
              <a:ext cx="410370" cy="12311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线索管理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FDE10BC-4917-DDEE-8241-C1C0577D006C}"/>
              </a:ext>
            </a:extLst>
          </p:cNvPr>
          <p:cNvGrpSpPr/>
          <p:nvPr/>
        </p:nvGrpSpPr>
        <p:grpSpPr>
          <a:xfrm>
            <a:off x="7884897" y="1364919"/>
            <a:ext cx="792000" cy="991161"/>
            <a:chOff x="6711578" y="1336950"/>
            <a:chExt cx="792000" cy="991161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47601408-FE67-7E99-FB58-57852F8D31FF}"/>
                </a:ext>
              </a:extLst>
            </p:cNvPr>
            <p:cNvSpPr/>
            <p:nvPr/>
          </p:nvSpPr>
          <p:spPr>
            <a:xfrm>
              <a:off x="6711578" y="1336950"/>
              <a:ext cx="792000" cy="792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marL="0" marR="0" lvl="0" indent="0" defTabSz="1218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8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2BE781BA-191C-DCAD-D805-ED85BAF2F13F}"/>
                </a:ext>
              </a:extLst>
            </p:cNvPr>
            <p:cNvSpPr/>
            <p:nvPr/>
          </p:nvSpPr>
          <p:spPr>
            <a:xfrm>
              <a:off x="6747578" y="1372950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3600000" scaled="0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marL="0" marR="0" lvl="0" indent="0" defTabSz="1218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8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4FA9F06-CC13-842C-4A3B-BD49C323EEE1}"/>
                </a:ext>
              </a:extLst>
            </p:cNvPr>
            <p:cNvSpPr/>
            <p:nvPr/>
          </p:nvSpPr>
          <p:spPr>
            <a:xfrm>
              <a:off x="6867376" y="1644667"/>
              <a:ext cx="480901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0.00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亿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E62E3B5-190F-DA38-69D5-13B8A5E6B059}"/>
                </a:ext>
              </a:extLst>
            </p:cNvPr>
            <p:cNvSpPr/>
            <p:nvPr/>
          </p:nvSpPr>
          <p:spPr>
            <a:xfrm>
              <a:off x="6902641" y="2205000"/>
              <a:ext cx="410370" cy="12311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方案找人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57084BE-13D4-8CE2-675B-6DDA45262920}"/>
              </a:ext>
            </a:extLst>
          </p:cNvPr>
          <p:cNvGrpSpPr/>
          <p:nvPr/>
        </p:nvGrpSpPr>
        <p:grpSpPr>
          <a:xfrm>
            <a:off x="9127464" y="1364919"/>
            <a:ext cx="792000" cy="991161"/>
            <a:chOff x="6711578" y="1336950"/>
            <a:chExt cx="792000" cy="991161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D53299E-1E1F-47E7-6003-5F359B29E903}"/>
                </a:ext>
              </a:extLst>
            </p:cNvPr>
            <p:cNvSpPr/>
            <p:nvPr/>
          </p:nvSpPr>
          <p:spPr>
            <a:xfrm>
              <a:off x="6711578" y="1336950"/>
              <a:ext cx="792000" cy="792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marL="0" marR="0" lvl="0" indent="0" defTabSz="1218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8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1B8D2E7B-67DC-5274-E04D-F208874BA025}"/>
                </a:ext>
              </a:extLst>
            </p:cNvPr>
            <p:cNvSpPr/>
            <p:nvPr/>
          </p:nvSpPr>
          <p:spPr>
            <a:xfrm>
              <a:off x="6747578" y="1372950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3600000" scaled="0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marL="0" marR="0" lvl="0" indent="0" defTabSz="1218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8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20FEC97-755E-A44C-408E-836D2B150C89}"/>
                </a:ext>
              </a:extLst>
            </p:cNvPr>
            <p:cNvSpPr/>
            <p:nvPr/>
          </p:nvSpPr>
          <p:spPr>
            <a:xfrm>
              <a:off x="6867377" y="1644667"/>
              <a:ext cx="480901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0.00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亿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81CB97A-6EA4-AE77-F2CF-2722878C97F4}"/>
                </a:ext>
              </a:extLst>
            </p:cNvPr>
            <p:cNvSpPr/>
            <p:nvPr/>
          </p:nvSpPr>
          <p:spPr>
            <a:xfrm>
              <a:off x="6902640" y="2205000"/>
              <a:ext cx="410370" cy="12311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商机挖掘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6815664-F170-86E3-E367-22768A1C16DE}"/>
              </a:ext>
            </a:extLst>
          </p:cNvPr>
          <p:cNvGrpSpPr/>
          <p:nvPr/>
        </p:nvGrpSpPr>
        <p:grpSpPr>
          <a:xfrm>
            <a:off x="10370031" y="1364919"/>
            <a:ext cx="792000" cy="991161"/>
            <a:chOff x="6711578" y="1336950"/>
            <a:chExt cx="792000" cy="991161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483876EF-5B08-7E68-3471-955135237C5A}"/>
                </a:ext>
              </a:extLst>
            </p:cNvPr>
            <p:cNvSpPr/>
            <p:nvPr/>
          </p:nvSpPr>
          <p:spPr>
            <a:xfrm>
              <a:off x="6711578" y="1336950"/>
              <a:ext cx="792000" cy="792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16200000" scaled="1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marL="0" marR="0" lvl="0" indent="0" defTabSz="1218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8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8B639F2-0554-F756-C21F-722F4DA3790A}"/>
                </a:ext>
              </a:extLst>
            </p:cNvPr>
            <p:cNvSpPr/>
            <p:nvPr/>
          </p:nvSpPr>
          <p:spPr>
            <a:xfrm>
              <a:off x="6747578" y="1372950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rgbClr val="666666">
                    <a:lumMod val="60000"/>
                    <a:lumOff val="40000"/>
                    <a:alpha val="10000"/>
                  </a:srgbClr>
                </a:gs>
                <a:gs pos="6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3600000" scaled="0"/>
              <a:tileRect/>
            </a:gradFill>
            <a:ln w="6350">
              <a:solidFill>
                <a:srgbClr val="666666">
                  <a:lumMod val="20000"/>
                  <a:lumOff val="80000"/>
                </a:srgbClr>
              </a:solidFill>
            </a:ln>
          </p:spPr>
          <p:txBody>
            <a:bodyPr vert="horz" wrap="square" lIns="95894" tIns="47946" rIns="95894" bIns="47946" numCol="1" anchor="t" anchorCtr="0" compatLnSpc="1"/>
            <a:lstStyle/>
            <a:p>
              <a:pPr marL="0" marR="0" lvl="0" indent="0" defTabSz="1218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998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B66A11F-4839-F4F3-F9A9-861A726A6F05}"/>
                </a:ext>
              </a:extLst>
            </p:cNvPr>
            <p:cNvSpPr/>
            <p:nvPr/>
          </p:nvSpPr>
          <p:spPr>
            <a:xfrm>
              <a:off x="6867378" y="1644667"/>
              <a:ext cx="480901" cy="184666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0.00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亿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ABA6462-3504-5B69-1745-0E4A79314236}"/>
                </a:ext>
              </a:extLst>
            </p:cNvPr>
            <p:cNvSpPr/>
            <p:nvPr/>
          </p:nvSpPr>
          <p:spPr>
            <a:xfrm>
              <a:off x="6800049" y="2205000"/>
              <a:ext cx="615554" cy="123111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374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Huawei Sans Bold" panose="020C0803030203020204" pitchFamily="34" charset="0"/>
                </a:rPr>
                <a:t>线索问题预警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Huawei Sans Bold" panose="020C0803030203020204" pitchFamily="34" charset="0"/>
              </a:endParaRPr>
            </a:p>
          </p:txBody>
        </p:sp>
      </p:grpSp>
      <p:sp>
        <p:nvSpPr>
          <p:cNvPr id="40" name="Text Box 3">
            <a:extLst>
              <a:ext uri="{FF2B5EF4-FFF2-40B4-BE49-F238E27FC236}">
                <a16:creationId xmlns:a16="http://schemas.microsoft.com/office/drawing/2014/main" id="{0C472442-839A-8984-46A7-B5D77774409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736450" y="1343089"/>
            <a:ext cx="70532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defTabSz="914478">
              <a:buSzPct val="100000"/>
            </a:pPr>
            <a:r>
              <a:rPr lang="zh-CN" altLang="en-US" sz="1100" dirty="0">
                <a:solidFill>
                  <a:srgbClr val="1D1D1A"/>
                </a:solidFill>
                <a:latin typeface="微软雅黑"/>
                <a:cs typeface="Arial" pitchFamily="34" charset="0"/>
                <a:sym typeface="Arial" pitchFamily="34" charset="0"/>
              </a:rPr>
              <a:t>未加粗标题</a:t>
            </a:r>
            <a:endParaRPr lang="en-US" altLang="zh-CN" sz="1100" dirty="0">
              <a:solidFill>
                <a:srgbClr val="1D1D1A"/>
              </a:solidFill>
              <a:latin typeface="微软雅黑"/>
              <a:cs typeface="Arial" pitchFamily="34" charset="0"/>
              <a:sym typeface="Arial" pitchFamily="34" charset="0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D3477AC-2FE2-DDCF-A702-1E138DE0A858}"/>
              </a:ext>
            </a:extLst>
          </p:cNvPr>
          <p:cNvGrpSpPr/>
          <p:nvPr/>
        </p:nvGrpSpPr>
        <p:grpSpPr>
          <a:xfrm>
            <a:off x="735065" y="4123616"/>
            <a:ext cx="5040000" cy="1872000"/>
            <a:chOff x="664897" y="4123616"/>
            <a:chExt cx="5115488" cy="1872000"/>
          </a:xfrm>
        </p:grpSpPr>
        <p:sp>
          <p:nvSpPr>
            <p:cNvPr id="46" name="Bevel 16">
              <a:extLst>
                <a:ext uri="{FF2B5EF4-FFF2-40B4-BE49-F238E27FC236}">
                  <a16:creationId xmlns:a16="http://schemas.microsoft.com/office/drawing/2014/main" id="{BCCFFFCE-6369-4063-B5C0-61970A02C857}"/>
                </a:ext>
              </a:extLst>
            </p:cNvPr>
            <p:cNvSpPr/>
            <p:nvPr/>
          </p:nvSpPr>
          <p:spPr bwMode="auto">
            <a:xfrm>
              <a:off x="664897" y="4123616"/>
              <a:ext cx="1274301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44A1DCC2-0DA0-3F5E-2440-B8DCC5419549}"/>
                </a:ext>
              </a:extLst>
            </p:cNvPr>
            <p:cNvSpPr/>
            <p:nvPr/>
          </p:nvSpPr>
          <p:spPr>
            <a:xfrm>
              <a:off x="3531618" y="4129686"/>
              <a:ext cx="2248767" cy="1865895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171450" marR="0" lvl="0" indent="-171450" algn="just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这里为内容区域样式这里为内容区域样式，这里为内容区域样式这里为内容区域样式，这里为内容区域样式，这里为内容区域样式。</a:t>
              </a:r>
              <a:r>
                <a: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9</a:t>
              </a:r>
            </a:p>
            <a:p>
              <a:pPr marL="171450" marR="0" lvl="0" indent="-171450" algn="just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这里为内容区域样式这里为内容区域样式，这里为内容区域，这里为内容区域样式。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171450" marR="0" lvl="0" indent="-171450" algn="just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这里为内容区域样式这里为内容区域样式，这里为内容区域样式这里为内容</a:t>
              </a:r>
            </a:p>
          </p:txBody>
        </p:sp>
        <p:sp>
          <p:nvSpPr>
            <p:cNvPr id="51" name="Bevel 16">
              <a:extLst>
                <a:ext uri="{FF2B5EF4-FFF2-40B4-BE49-F238E27FC236}">
                  <a16:creationId xmlns:a16="http://schemas.microsoft.com/office/drawing/2014/main" id="{C73E6699-3B3D-6250-69F2-34D0319002A0}"/>
                </a:ext>
              </a:extLst>
            </p:cNvPr>
            <p:cNvSpPr/>
            <p:nvPr/>
          </p:nvSpPr>
          <p:spPr bwMode="auto">
            <a:xfrm>
              <a:off x="2084195" y="4123616"/>
              <a:ext cx="1274301" cy="1872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7200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小标题</a:t>
              </a:r>
            </a:p>
          </p:txBody>
        </p:sp>
        <p:sp>
          <p:nvSpPr>
            <p:cNvPr id="55" name="Bevel 16">
              <a:extLst>
                <a:ext uri="{FF2B5EF4-FFF2-40B4-BE49-F238E27FC236}">
                  <a16:creationId xmlns:a16="http://schemas.microsoft.com/office/drawing/2014/main" id="{5321D762-C859-786E-8936-ECE2F57CB5F2}"/>
                </a:ext>
              </a:extLst>
            </p:cNvPr>
            <p:cNvSpPr/>
            <p:nvPr/>
          </p:nvSpPr>
          <p:spPr bwMode="auto">
            <a:xfrm>
              <a:off x="810815" y="4447020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内容较多的标签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71" name="Bevel 16">
              <a:extLst>
                <a:ext uri="{FF2B5EF4-FFF2-40B4-BE49-F238E27FC236}">
                  <a16:creationId xmlns:a16="http://schemas.microsoft.com/office/drawing/2014/main" id="{065295BD-DAF8-17A8-EA11-28068934858A}"/>
                </a:ext>
              </a:extLst>
            </p:cNvPr>
            <p:cNvSpPr/>
            <p:nvPr/>
          </p:nvSpPr>
          <p:spPr bwMode="auto">
            <a:xfrm>
              <a:off x="810815" y="4745204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8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号字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92" name="Bevel 16">
              <a:extLst>
                <a:ext uri="{FF2B5EF4-FFF2-40B4-BE49-F238E27FC236}">
                  <a16:creationId xmlns:a16="http://schemas.microsoft.com/office/drawing/2014/main" id="{DEA55FEB-7107-91E0-A921-7C9CEDFBEF87}"/>
                </a:ext>
              </a:extLst>
            </p:cNvPr>
            <p:cNvSpPr/>
            <p:nvPr/>
          </p:nvSpPr>
          <p:spPr bwMode="auto">
            <a:xfrm>
              <a:off x="810815" y="5043388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93" name="Bevel 16">
              <a:extLst>
                <a:ext uri="{FF2B5EF4-FFF2-40B4-BE49-F238E27FC236}">
                  <a16:creationId xmlns:a16="http://schemas.microsoft.com/office/drawing/2014/main" id="{F1882106-7C78-F648-14E9-AEA87F9C7618}"/>
                </a:ext>
              </a:extLst>
            </p:cNvPr>
            <p:cNvSpPr/>
            <p:nvPr/>
          </p:nvSpPr>
          <p:spPr bwMode="auto">
            <a:xfrm>
              <a:off x="810815" y="5341572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94" name="Bevel 16">
              <a:extLst>
                <a:ext uri="{FF2B5EF4-FFF2-40B4-BE49-F238E27FC236}">
                  <a16:creationId xmlns:a16="http://schemas.microsoft.com/office/drawing/2014/main" id="{CC781E84-C50A-ABB2-24D4-C5143E1F8EC1}"/>
                </a:ext>
              </a:extLst>
            </p:cNvPr>
            <p:cNvSpPr/>
            <p:nvPr/>
          </p:nvSpPr>
          <p:spPr bwMode="auto">
            <a:xfrm>
              <a:off x="810815" y="5639758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内容较多的标签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95" name="Bevel 16">
              <a:extLst>
                <a:ext uri="{FF2B5EF4-FFF2-40B4-BE49-F238E27FC236}">
                  <a16:creationId xmlns:a16="http://schemas.microsoft.com/office/drawing/2014/main" id="{BE2E22C5-CD10-B923-B034-4FB7B0D327FE}"/>
                </a:ext>
              </a:extLst>
            </p:cNvPr>
            <p:cNvSpPr/>
            <p:nvPr/>
          </p:nvSpPr>
          <p:spPr bwMode="auto">
            <a:xfrm>
              <a:off x="2235188" y="4447020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内容较多的标签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96" name="Bevel 16">
              <a:extLst>
                <a:ext uri="{FF2B5EF4-FFF2-40B4-BE49-F238E27FC236}">
                  <a16:creationId xmlns:a16="http://schemas.microsoft.com/office/drawing/2014/main" id="{A88AA644-9825-5E28-216C-51FB85BD2AD8}"/>
                </a:ext>
              </a:extLst>
            </p:cNvPr>
            <p:cNvSpPr/>
            <p:nvPr/>
          </p:nvSpPr>
          <p:spPr bwMode="auto">
            <a:xfrm>
              <a:off x="2235188" y="4745204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8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号字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97" name="Bevel 16">
              <a:extLst>
                <a:ext uri="{FF2B5EF4-FFF2-40B4-BE49-F238E27FC236}">
                  <a16:creationId xmlns:a16="http://schemas.microsoft.com/office/drawing/2014/main" id="{F9B5FFB1-7998-0D96-6F56-829E049D4E07}"/>
                </a:ext>
              </a:extLst>
            </p:cNvPr>
            <p:cNvSpPr/>
            <p:nvPr/>
          </p:nvSpPr>
          <p:spPr bwMode="auto">
            <a:xfrm>
              <a:off x="2235188" y="5043388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内容区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98" name="Bevel 16">
              <a:extLst>
                <a:ext uri="{FF2B5EF4-FFF2-40B4-BE49-F238E27FC236}">
                  <a16:creationId xmlns:a16="http://schemas.microsoft.com/office/drawing/2014/main" id="{1F5D746F-4E66-815A-E2B8-51A3839F7B4B}"/>
                </a:ext>
              </a:extLst>
            </p:cNvPr>
            <p:cNvSpPr/>
            <p:nvPr/>
          </p:nvSpPr>
          <p:spPr bwMode="auto">
            <a:xfrm>
              <a:off x="2235188" y="5341572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99" name="Bevel 16">
              <a:extLst>
                <a:ext uri="{FF2B5EF4-FFF2-40B4-BE49-F238E27FC236}">
                  <a16:creationId xmlns:a16="http://schemas.microsoft.com/office/drawing/2014/main" id="{C2A48173-1F16-D284-2E2C-05021C2DF10E}"/>
                </a:ext>
              </a:extLst>
            </p:cNvPr>
            <p:cNvSpPr/>
            <p:nvPr/>
          </p:nvSpPr>
          <p:spPr bwMode="auto">
            <a:xfrm>
              <a:off x="2235188" y="5639758"/>
              <a:ext cx="974466" cy="216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</a:rPr>
                <a:t>内容较多的标签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endParaRPr>
            </a:p>
          </p:txBody>
        </p:sp>
      </p:grpSp>
      <p:sp>
        <p:nvSpPr>
          <p:cNvPr id="110" name="Bevel 16">
            <a:extLst>
              <a:ext uri="{FF2B5EF4-FFF2-40B4-BE49-F238E27FC236}">
                <a16:creationId xmlns:a16="http://schemas.microsoft.com/office/drawing/2014/main" id="{28B98390-97FA-05C0-0865-B3C0907DD314}"/>
              </a:ext>
            </a:extLst>
          </p:cNvPr>
          <p:cNvSpPr/>
          <p:nvPr/>
        </p:nvSpPr>
        <p:spPr bwMode="auto">
          <a:xfrm>
            <a:off x="6428000" y="4189944"/>
            <a:ext cx="2698520" cy="1512000"/>
          </a:xfrm>
          <a:prstGeom prst="rect">
            <a:avLst/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111" name="Text Box 3">
            <a:extLst>
              <a:ext uri="{FF2B5EF4-FFF2-40B4-BE49-F238E27FC236}">
                <a16:creationId xmlns:a16="http://schemas.microsoft.com/office/drawing/2014/main" id="{8C08DC5D-ED64-5FAD-2663-DB7884896D7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372578" y="5831545"/>
            <a:ext cx="70532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914478">
              <a:buSzPct val="100000"/>
            </a:pPr>
            <a:r>
              <a:rPr lang="zh-CN" altLang="en-US" sz="1100" dirty="0">
                <a:solidFill>
                  <a:srgbClr val="1D1D1A"/>
                </a:solidFill>
                <a:latin typeface="微软雅黑"/>
                <a:cs typeface="Arial" pitchFamily="34" charset="0"/>
                <a:sym typeface="Arial" pitchFamily="34" charset="0"/>
              </a:rPr>
              <a:t>未加粗标题</a:t>
            </a:r>
            <a:endParaRPr lang="en-US" altLang="zh-CN" sz="1100" dirty="0">
              <a:solidFill>
                <a:srgbClr val="1D1D1A"/>
              </a:solidFill>
              <a:latin typeface="微软雅黑"/>
              <a:cs typeface="Arial" pitchFamily="34" charset="0"/>
              <a:sym typeface="Arial" pitchFamily="34" charset="0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211243F7-6400-507D-B8CD-50FE0C03CA00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13" name="矩形 112">
              <a:hlinkClick r:id="rId3" action="ppaction://hlinksldjump"/>
              <a:extLst>
                <a:ext uri="{FF2B5EF4-FFF2-40B4-BE49-F238E27FC236}">
                  <a16:creationId xmlns:a16="http://schemas.microsoft.com/office/drawing/2014/main" id="{8E8E1A72-B277-31B2-681F-24582CC43DC1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14" name="直接连接符 113">
              <a:hlinkClick r:id="rId3" action="ppaction://hlinksldjump"/>
              <a:extLst>
                <a:ext uri="{FF2B5EF4-FFF2-40B4-BE49-F238E27FC236}">
                  <a16:creationId xmlns:a16="http://schemas.microsoft.com/office/drawing/2014/main" id="{F0A83768-2162-C4CB-BE65-7FE75B2F1324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BD21A220-9E60-4663-DD29-52F135E111EE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16" name="矩形 115">
              <a:hlinkClick r:id="rId3" action="ppaction://hlinksldjump"/>
              <a:extLst>
                <a:ext uri="{FF2B5EF4-FFF2-40B4-BE49-F238E27FC236}">
                  <a16:creationId xmlns:a16="http://schemas.microsoft.com/office/drawing/2014/main" id="{BF3855F9-4371-ED7D-1248-6471C549BF49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17" name="直接连接符 116">
              <a:hlinkClick r:id="rId3" action="ppaction://hlinksldjump"/>
              <a:extLst>
                <a:ext uri="{FF2B5EF4-FFF2-40B4-BE49-F238E27FC236}">
                  <a16:creationId xmlns:a16="http://schemas.microsoft.com/office/drawing/2014/main" id="{97E79B13-DCA6-2C1C-6F91-26D861B625A4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45072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2">
            <a:extLst>
              <a:ext uri="{FF2B5EF4-FFF2-40B4-BE49-F238E27FC236}">
                <a16:creationId xmlns:a16="http://schemas.microsoft.com/office/drawing/2014/main" id="{3BE7169C-4236-CEC5-94BC-B65323D74518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布局样式 </a:t>
            </a:r>
            <a:r>
              <a:rPr lang="en-US" altLang="zh-CN" sz="2000">
                <a:latin typeface="+mn-ea"/>
                <a:ea typeface="+mn-ea"/>
              </a:rPr>
              <a:t>– </a:t>
            </a:r>
            <a:r>
              <a:rPr lang="zh-CN" altLang="en-US" sz="2000">
                <a:latin typeface="+mn-ea"/>
                <a:ea typeface="+mn-ea"/>
              </a:rPr>
              <a:t>四分栏竖排</a:t>
            </a:r>
            <a:endParaRPr lang="zh-CN" altLang="en-US" dirty="0">
              <a:latin typeface="+mn-ea"/>
              <a:ea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765BF68-748D-0F09-A80D-20B256106821}"/>
              </a:ext>
            </a:extLst>
          </p:cNvPr>
          <p:cNvGrpSpPr/>
          <p:nvPr/>
        </p:nvGrpSpPr>
        <p:grpSpPr>
          <a:xfrm>
            <a:off x="527662" y="1125000"/>
            <a:ext cx="2592000" cy="4608000"/>
            <a:chOff x="729303" y="1125000"/>
            <a:chExt cx="2520001" cy="4608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D3AF607-845F-96AC-922E-FC10EFC85CE9}"/>
                </a:ext>
              </a:extLst>
            </p:cNvPr>
            <p:cNvSpPr/>
            <p:nvPr/>
          </p:nvSpPr>
          <p:spPr>
            <a:xfrm>
              <a:off x="729303" y="1125000"/>
              <a:ext cx="2520001" cy="460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pic>
          <p:nvPicPr>
            <p:cNvPr id="15" name="智能世界.png" descr="智能世界.png">
              <a:extLst>
                <a:ext uri="{FF2B5EF4-FFF2-40B4-BE49-F238E27FC236}">
                  <a16:creationId xmlns:a16="http://schemas.microsoft.com/office/drawing/2014/main" id="{F82587C8-05AD-2A0B-A756-E73EF4636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0156" y="4517745"/>
              <a:ext cx="1614177" cy="73686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DD08A20-3D50-3752-9507-896A8FDCB3C1}"/>
              </a:ext>
            </a:extLst>
          </p:cNvPr>
          <p:cNvGrpSpPr/>
          <p:nvPr/>
        </p:nvGrpSpPr>
        <p:grpSpPr>
          <a:xfrm>
            <a:off x="815538" y="1406654"/>
            <a:ext cx="2018135" cy="2616647"/>
            <a:chOff x="1009183" y="1406654"/>
            <a:chExt cx="1962076" cy="2616647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58C0BD7-F952-AA6A-BAF2-AB9D89E7D83C}"/>
                </a:ext>
              </a:extLst>
            </p:cNvPr>
            <p:cNvSpPr txBox="1"/>
            <p:nvPr/>
          </p:nvSpPr>
          <p:spPr>
            <a:xfrm>
              <a:off x="1009183" y="140665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78"/>
              <a:r>
                <a:rPr lang="zh-CN" altLang="en-US" sz="1400" b="1" dirty="0">
                  <a:solidFill>
                    <a:srgbClr val="C00000"/>
                  </a:solidFill>
                  <a:latin typeface="微软雅黑"/>
                  <a:cs typeface="Huawei Sans" panose="020C0503030203020204" pitchFamily="34" charset="0"/>
                </a:rPr>
                <a:t>卡片内标题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CB2E505-2542-CB76-7098-F8B8B8E06315}"/>
                </a:ext>
              </a:extLst>
            </p:cNvPr>
            <p:cNvSpPr txBox="1"/>
            <p:nvPr/>
          </p:nvSpPr>
          <p:spPr>
            <a:xfrm>
              <a:off x="1009183" y="1886591"/>
              <a:ext cx="846386" cy="194284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这里是小标题</a:t>
              </a: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这里是标题</a:t>
              </a: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标题</a:t>
              </a: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这里标题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3F06D9B-3B77-BE6B-AEDB-F814C9A7DBB1}"/>
                </a:ext>
              </a:extLst>
            </p:cNvPr>
            <p:cNvSpPr txBox="1"/>
            <p:nvPr/>
          </p:nvSpPr>
          <p:spPr>
            <a:xfrm>
              <a:off x="1009183" y="2118934"/>
              <a:ext cx="1962076" cy="190436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这里为内容区域样式</a:t>
              </a: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这里为内容区域</a:t>
              </a: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样式，这里为内容区域样式这里为内容</a:t>
              </a: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区域样式，这里为内容区域样式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524FCA5-B7C5-2B5F-8E79-C36FF29326D8}"/>
              </a:ext>
            </a:extLst>
          </p:cNvPr>
          <p:cNvGrpSpPr/>
          <p:nvPr/>
        </p:nvGrpSpPr>
        <p:grpSpPr>
          <a:xfrm>
            <a:off x="3382441" y="1125000"/>
            <a:ext cx="2592000" cy="4608000"/>
            <a:chOff x="3466995" y="1125000"/>
            <a:chExt cx="2520001" cy="46080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F1B4519-0255-7B03-5A52-7C626C15423E}"/>
                </a:ext>
              </a:extLst>
            </p:cNvPr>
            <p:cNvSpPr/>
            <p:nvPr/>
          </p:nvSpPr>
          <p:spPr>
            <a:xfrm>
              <a:off x="3466995" y="1125000"/>
              <a:ext cx="2520001" cy="460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pic>
          <p:nvPicPr>
            <p:cNvPr id="22" name="智能城市.png" descr="智能城市.png">
              <a:extLst>
                <a:ext uri="{FF2B5EF4-FFF2-40B4-BE49-F238E27FC236}">
                  <a16:creationId xmlns:a16="http://schemas.microsoft.com/office/drawing/2014/main" id="{6BCDFE0C-F627-69F2-F900-F2A2E9765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5521" y="4588351"/>
              <a:ext cx="1622144" cy="59565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45B8041-A178-4A13-2524-6A4E390B7715}"/>
              </a:ext>
            </a:extLst>
          </p:cNvPr>
          <p:cNvGrpSpPr/>
          <p:nvPr/>
        </p:nvGrpSpPr>
        <p:grpSpPr>
          <a:xfrm>
            <a:off x="3675983" y="1406654"/>
            <a:ext cx="2018135" cy="2616647"/>
            <a:chOff x="3752383" y="1406654"/>
            <a:chExt cx="1962076" cy="2616647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E87D6584-9814-149B-4327-547C17DCE6B7}"/>
                </a:ext>
              </a:extLst>
            </p:cNvPr>
            <p:cNvSpPr txBox="1"/>
            <p:nvPr/>
          </p:nvSpPr>
          <p:spPr>
            <a:xfrm>
              <a:off x="3752383" y="140665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78"/>
              <a:r>
                <a:rPr lang="zh-CN" altLang="en-US" sz="1400" b="1" dirty="0">
                  <a:solidFill>
                    <a:srgbClr val="C00000"/>
                  </a:solidFill>
                  <a:latin typeface="微软雅黑"/>
                  <a:cs typeface="Huawei Sans" panose="020C0503030203020204" pitchFamily="34" charset="0"/>
                </a:rPr>
                <a:t>卡片内标题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53320CB-0D0A-25BF-7598-E77582A68C39}"/>
                </a:ext>
              </a:extLst>
            </p:cNvPr>
            <p:cNvSpPr txBox="1"/>
            <p:nvPr/>
          </p:nvSpPr>
          <p:spPr>
            <a:xfrm>
              <a:off x="3752383" y="1886591"/>
              <a:ext cx="846386" cy="194284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这里是小标题</a:t>
              </a: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这里是标题</a:t>
              </a: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标题</a:t>
              </a: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这里标题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CEF255E-67B2-A027-FD84-50EFADC4A0FB}"/>
                </a:ext>
              </a:extLst>
            </p:cNvPr>
            <p:cNvSpPr txBox="1"/>
            <p:nvPr/>
          </p:nvSpPr>
          <p:spPr>
            <a:xfrm>
              <a:off x="3752383" y="2118934"/>
              <a:ext cx="1962076" cy="190436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这里为内容区域样式</a:t>
              </a: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这里为内容区域</a:t>
              </a: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样式，这里为内容区域样式这里为内容</a:t>
              </a: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区域样式，这里为内容区域样式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C16C1FE-AE5C-3709-4327-5A05DE506BCC}"/>
              </a:ext>
            </a:extLst>
          </p:cNvPr>
          <p:cNvGrpSpPr/>
          <p:nvPr/>
        </p:nvGrpSpPr>
        <p:grpSpPr>
          <a:xfrm>
            <a:off x="6237220" y="1125000"/>
            <a:ext cx="2592000" cy="4608000"/>
            <a:chOff x="6204687" y="1125000"/>
            <a:chExt cx="2520001" cy="4608000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A4D7755-0EEC-9E8E-C829-8E793CF8AC50}"/>
                </a:ext>
              </a:extLst>
            </p:cNvPr>
            <p:cNvSpPr/>
            <p:nvPr/>
          </p:nvSpPr>
          <p:spPr>
            <a:xfrm>
              <a:off x="6204687" y="1125000"/>
              <a:ext cx="2520001" cy="460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pic>
          <p:nvPicPr>
            <p:cNvPr id="35" name="商店.png" descr="商店.png">
              <a:extLst>
                <a:ext uri="{FF2B5EF4-FFF2-40B4-BE49-F238E27FC236}">
                  <a16:creationId xmlns:a16="http://schemas.microsoft.com/office/drawing/2014/main" id="{372C743C-3E5A-26C9-FEB8-2AB7A0D0B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6869866" y="4494980"/>
              <a:ext cx="1200221" cy="78239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B90D86E-E1EF-BB60-6E99-43891EEF9C38}"/>
              </a:ext>
            </a:extLst>
          </p:cNvPr>
          <p:cNvGrpSpPr/>
          <p:nvPr/>
        </p:nvGrpSpPr>
        <p:grpSpPr>
          <a:xfrm>
            <a:off x="6536427" y="1406654"/>
            <a:ext cx="2018135" cy="2616647"/>
            <a:chOff x="6495583" y="1406654"/>
            <a:chExt cx="1962076" cy="2616647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C480896-03E1-D711-1ABA-EA194CBCD390}"/>
                </a:ext>
              </a:extLst>
            </p:cNvPr>
            <p:cNvSpPr txBox="1"/>
            <p:nvPr/>
          </p:nvSpPr>
          <p:spPr>
            <a:xfrm>
              <a:off x="6495583" y="1406654"/>
              <a:ext cx="897682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78"/>
              <a:r>
                <a:rPr lang="zh-CN" altLang="en-US" sz="1400" b="1" dirty="0">
                  <a:solidFill>
                    <a:srgbClr val="C00000"/>
                  </a:solidFill>
                  <a:latin typeface="微软雅黑"/>
                  <a:cs typeface="Huawei Sans" panose="020C0503030203020204" pitchFamily="34" charset="0"/>
                </a:rPr>
                <a:t>卡片内标题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B75329A-FF21-771E-5EED-A445ED346C3F}"/>
                </a:ext>
              </a:extLst>
            </p:cNvPr>
            <p:cNvSpPr txBox="1"/>
            <p:nvPr/>
          </p:nvSpPr>
          <p:spPr>
            <a:xfrm>
              <a:off x="6495583" y="1886591"/>
              <a:ext cx="846386" cy="194284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这里是小标题</a:t>
              </a: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这里是标题</a:t>
              </a: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标题</a:t>
              </a: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endPara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600"/>
                </a:spcAft>
              </a:pPr>
              <a:r>
                <a:rPr lang="zh-CN" altLang="en-US" sz="1100" dirty="0">
                  <a:solidFill>
                    <a:srgbClr val="1D1D1A"/>
                  </a:solidFill>
                  <a:latin typeface="微软雅黑"/>
                  <a:cs typeface="Huawei Sans" panose="020C0503030203020204" pitchFamily="34" charset="0"/>
                </a:rPr>
                <a:t>这里标题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3B3CAAF5-228D-4207-7909-1408F3CFE25E}"/>
                </a:ext>
              </a:extLst>
            </p:cNvPr>
            <p:cNvSpPr txBox="1"/>
            <p:nvPr/>
          </p:nvSpPr>
          <p:spPr>
            <a:xfrm>
              <a:off x="6495583" y="2118934"/>
              <a:ext cx="1962076" cy="190436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这里为内容区域样式</a:t>
              </a: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这里为内容区域</a:t>
              </a: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样式，这里为内容区域样式这里为内容</a:t>
              </a: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endPara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endParaRPr>
            </a:p>
            <a:p>
              <a:pPr defTabSz="914478">
                <a:lnSpc>
                  <a:spcPct val="125000"/>
                </a:lnSpc>
                <a:spcAft>
                  <a:spcPts val="900"/>
                </a:spcAft>
              </a:pPr>
              <a:r>
                <a:rPr lang="zh-CN" altLang="en-US" sz="900" dirty="0">
                  <a:solidFill>
                    <a:srgbClr val="666666">
                      <a:lumMod val="60000"/>
                      <a:lumOff val="40000"/>
                    </a:srgbClr>
                  </a:solidFill>
                  <a:latin typeface="微软雅黑"/>
                  <a:cs typeface="Huawei Sans" panose="020C0503030203020204" pitchFamily="34" charset="0"/>
                </a:rPr>
                <a:t>区域样式，这里为内容区域样式</a:t>
              </a:r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71A23DEA-9552-0051-355F-F61D820F3421}"/>
              </a:ext>
            </a:extLst>
          </p:cNvPr>
          <p:cNvSpPr/>
          <p:nvPr/>
        </p:nvSpPr>
        <p:spPr>
          <a:xfrm>
            <a:off x="9092000" y="1125000"/>
            <a:ext cx="2592000" cy="460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1" name="LOT.png" descr="LOT.png">
            <a:extLst>
              <a:ext uri="{FF2B5EF4-FFF2-40B4-BE49-F238E27FC236}">
                <a16:creationId xmlns:a16="http://schemas.microsoft.com/office/drawing/2014/main" id="{DC98C1B3-D142-F3C0-D7D2-62FFD15BA8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43591" y="4391310"/>
            <a:ext cx="1729290" cy="989729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8A15D965-541E-A489-8099-0ABEDBD3BA9E}"/>
              </a:ext>
            </a:extLst>
          </p:cNvPr>
          <p:cNvSpPr txBox="1"/>
          <p:nvPr/>
        </p:nvSpPr>
        <p:spPr>
          <a:xfrm>
            <a:off x="9387160" y="1406654"/>
            <a:ext cx="92333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/>
            <a:r>
              <a:rPr lang="zh-CN" altLang="en-US" sz="1400" b="1" dirty="0">
                <a:solidFill>
                  <a:srgbClr val="C00000"/>
                </a:solidFill>
                <a:latin typeface="微软雅黑"/>
                <a:cs typeface="Huawei Sans" panose="020C0503030203020204" pitchFamily="34" charset="0"/>
              </a:rPr>
              <a:t>卡片内标题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858F24E-053A-E821-A11A-F22D67B1C67C}"/>
              </a:ext>
            </a:extLst>
          </p:cNvPr>
          <p:cNvSpPr txBox="1"/>
          <p:nvPr/>
        </p:nvSpPr>
        <p:spPr>
          <a:xfrm>
            <a:off x="9387160" y="1886591"/>
            <a:ext cx="870568" cy="194284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>
              <a:lnSpc>
                <a:spcPct val="125000"/>
              </a:lnSpc>
              <a:spcAft>
                <a:spcPts val="600"/>
              </a:spcAft>
            </a:pPr>
            <a:r>
              <a: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rPr>
              <a:t>这里是小标题</a:t>
            </a:r>
          </a:p>
          <a:p>
            <a:pPr defTabSz="914478">
              <a:lnSpc>
                <a:spcPct val="125000"/>
              </a:lnSpc>
              <a:spcAft>
                <a:spcPts val="600"/>
              </a:spcAft>
            </a:pPr>
            <a:endParaRPr lang="zh-CN" altLang="en-US" sz="1100" dirty="0">
              <a:solidFill>
                <a:srgbClr val="1D1D1A"/>
              </a:solidFill>
              <a:latin typeface="微软雅黑"/>
              <a:cs typeface="Huawei Sans" panose="020C0503030203020204" pitchFamily="34" charset="0"/>
            </a:endParaRPr>
          </a:p>
          <a:p>
            <a:pPr defTabSz="914478">
              <a:lnSpc>
                <a:spcPct val="125000"/>
              </a:lnSpc>
              <a:spcAft>
                <a:spcPts val="600"/>
              </a:spcAft>
            </a:pPr>
            <a:r>
              <a: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rPr>
              <a:t>这里是标题</a:t>
            </a:r>
          </a:p>
          <a:p>
            <a:pPr defTabSz="914478">
              <a:lnSpc>
                <a:spcPct val="125000"/>
              </a:lnSpc>
              <a:spcAft>
                <a:spcPts val="600"/>
              </a:spcAft>
            </a:pPr>
            <a:endParaRPr lang="zh-CN" altLang="en-US" sz="1100" dirty="0">
              <a:solidFill>
                <a:srgbClr val="1D1D1A"/>
              </a:solidFill>
              <a:latin typeface="微软雅黑"/>
              <a:cs typeface="Huawei Sans" panose="020C0503030203020204" pitchFamily="34" charset="0"/>
            </a:endParaRPr>
          </a:p>
          <a:p>
            <a:pPr defTabSz="914478">
              <a:lnSpc>
                <a:spcPct val="125000"/>
              </a:lnSpc>
              <a:spcAft>
                <a:spcPts val="600"/>
              </a:spcAft>
            </a:pPr>
            <a:r>
              <a: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rPr>
              <a:t>标题</a:t>
            </a:r>
          </a:p>
          <a:p>
            <a:pPr defTabSz="914478">
              <a:lnSpc>
                <a:spcPct val="125000"/>
              </a:lnSpc>
              <a:spcAft>
                <a:spcPts val="600"/>
              </a:spcAft>
            </a:pPr>
            <a:endParaRPr lang="zh-CN" altLang="en-US" sz="1100" dirty="0">
              <a:solidFill>
                <a:srgbClr val="1D1D1A"/>
              </a:solidFill>
              <a:latin typeface="微软雅黑"/>
              <a:cs typeface="Huawei Sans" panose="020C0503030203020204" pitchFamily="34" charset="0"/>
            </a:endParaRPr>
          </a:p>
          <a:p>
            <a:pPr defTabSz="914478">
              <a:lnSpc>
                <a:spcPct val="125000"/>
              </a:lnSpc>
              <a:spcAft>
                <a:spcPts val="600"/>
              </a:spcAft>
            </a:pPr>
            <a:r>
              <a:rPr lang="zh-CN" altLang="en-US" sz="1100" dirty="0">
                <a:solidFill>
                  <a:srgbClr val="1D1D1A"/>
                </a:solidFill>
                <a:latin typeface="微软雅黑"/>
                <a:cs typeface="Huawei Sans" panose="020C0503030203020204" pitchFamily="34" charset="0"/>
              </a:rPr>
              <a:t>这里标题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A4A0652-AE30-91E1-3942-70AE7E370F82}"/>
              </a:ext>
            </a:extLst>
          </p:cNvPr>
          <p:cNvSpPr txBox="1"/>
          <p:nvPr/>
        </p:nvSpPr>
        <p:spPr>
          <a:xfrm>
            <a:off x="9387160" y="2118934"/>
            <a:ext cx="2018135" cy="190436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78">
              <a:lnSpc>
                <a:spcPct val="125000"/>
              </a:lnSpc>
              <a:spcAft>
                <a:spcPts val="900"/>
              </a:spcAft>
            </a:pPr>
            <a:r>
              <a: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rPr>
              <a:t>这里为内容区域样式</a:t>
            </a:r>
          </a:p>
          <a:p>
            <a:pPr defTabSz="914478">
              <a:lnSpc>
                <a:spcPct val="125000"/>
              </a:lnSpc>
              <a:spcAft>
                <a:spcPts val="900"/>
              </a:spcAft>
            </a:pPr>
            <a:endParaRPr lang="zh-CN" altLang="en-US" sz="900" dirty="0">
              <a:solidFill>
                <a:srgbClr val="666666">
                  <a:lumMod val="60000"/>
                  <a:lumOff val="40000"/>
                </a:srgbClr>
              </a:solidFill>
              <a:latin typeface="微软雅黑"/>
              <a:cs typeface="Huawei Sans" panose="020C0503030203020204" pitchFamily="34" charset="0"/>
            </a:endParaRPr>
          </a:p>
          <a:p>
            <a:pPr defTabSz="914478">
              <a:lnSpc>
                <a:spcPct val="125000"/>
              </a:lnSpc>
              <a:spcAft>
                <a:spcPts val="900"/>
              </a:spcAft>
            </a:pPr>
            <a:r>
              <a: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rPr>
              <a:t>这里为内容区域</a:t>
            </a:r>
          </a:p>
          <a:p>
            <a:pPr defTabSz="914478">
              <a:lnSpc>
                <a:spcPct val="125000"/>
              </a:lnSpc>
              <a:spcAft>
                <a:spcPts val="900"/>
              </a:spcAft>
            </a:pPr>
            <a:endParaRPr lang="zh-CN" altLang="en-US" sz="900" dirty="0">
              <a:solidFill>
                <a:srgbClr val="666666">
                  <a:lumMod val="60000"/>
                  <a:lumOff val="40000"/>
                </a:srgbClr>
              </a:solidFill>
              <a:latin typeface="微软雅黑"/>
              <a:cs typeface="Huawei Sans" panose="020C0503030203020204" pitchFamily="34" charset="0"/>
            </a:endParaRPr>
          </a:p>
          <a:p>
            <a:pPr defTabSz="914478">
              <a:lnSpc>
                <a:spcPct val="125000"/>
              </a:lnSpc>
              <a:spcAft>
                <a:spcPts val="900"/>
              </a:spcAft>
            </a:pPr>
            <a:r>
              <a: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rPr>
              <a:t>样式，这里为内容区域样式这里为内容</a:t>
            </a:r>
          </a:p>
          <a:p>
            <a:pPr defTabSz="914478">
              <a:lnSpc>
                <a:spcPct val="125000"/>
              </a:lnSpc>
              <a:spcAft>
                <a:spcPts val="900"/>
              </a:spcAft>
            </a:pPr>
            <a:endParaRPr lang="zh-CN" altLang="en-US" sz="900" dirty="0">
              <a:solidFill>
                <a:srgbClr val="666666">
                  <a:lumMod val="60000"/>
                  <a:lumOff val="40000"/>
                </a:srgbClr>
              </a:solidFill>
              <a:latin typeface="微软雅黑"/>
              <a:cs typeface="Huawei Sans" panose="020C0503030203020204" pitchFamily="34" charset="0"/>
            </a:endParaRPr>
          </a:p>
          <a:p>
            <a:pPr defTabSz="914478">
              <a:lnSpc>
                <a:spcPct val="125000"/>
              </a:lnSpc>
              <a:spcAft>
                <a:spcPts val="900"/>
              </a:spcAft>
            </a:pPr>
            <a:r>
              <a:rPr lang="zh-CN" altLang="en-US" sz="900" dirty="0">
                <a:solidFill>
                  <a:srgbClr val="666666">
                    <a:lumMod val="60000"/>
                    <a:lumOff val="40000"/>
                  </a:srgbClr>
                </a:solidFill>
                <a:latin typeface="微软雅黑"/>
                <a:cs typeface="Huawei Sans" panose="020C0503030203020204" pitchFamily="34" charset="0"/>
              </a:rPr>
              <a:t>区域样式，这里为内容区域样式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1EDD21AD-3872-2767-C81C-A2319D20BB4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6" name="矩形 45">
              <a:hlinkClick r:id="rId6" action="ppaction://hlinksldjump"/>
              <a:extLst>
                <a:ext uri="{FF2B5EF4-FFF2-40B4-BE49-F238E27FC236}">
                  <a16:creationId xmlns:a16="http://schemas.microsoft.com/office/drawing/2014/main" id="{FA05F9E2-B5EC-30BD-1FEC-F2CD957257D9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47" name="直接连接符 46">
              <a:hlinkClick r:id="rId6" action="ppaction://hlinksldjump"/>
              <a:extLst>
                <a:ext uri="{FF2B5EF4-FFF2-40B4-BE49-F238E27FC236}">
                  <a16:creationId xmlns:a16="http://schemas.microsoft.com/office/drawing/2014/main" id="{A8C51E80-1047-6C2F-E75B-CABA65E6C6D9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6C9FC5D-1136-4E4D-3276-B9842A0BA08B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49" name="矩形 48">
              <a:hlinkClick r:id="rId6" action="ppaction://hlinksldjump"/>
              <a:extLst>
                <a:ext uri="{FF2B5EF4-FFF2-40B4-BE49-F238E27FC236}">
                  <a16:creationId xmlns:a16="http://schemas.microsoft.com/office/drawing/2014/main" id="{2A8EA938-52FC-D0CA-C51C-2284D45B8292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50" name="直接连接符 49">
              <a:hlinkClick r:id="rId6" action="ppaction://hlinksldjump"/>
              <a:extLst>
                <a:ext uri="{FF2B5EF4-FFF2-40B4-BE49-F238E27FC236}">
                  <a16:creationId xmlns:a16="http://schemas.microsoft.com/office/drawing/2014/main" id="{E1BC1E32-1E69-25C1-08C6-545227418D64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759436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2">
            <a:extLst>
              <a:ext uri="{FF2B5EF4-FFF2-40B4-BE49-F238E27FC236}">
                <a16:creationId xmlns:a16="http://schemas.microsoft.com/office/drawing/2014/main" id="{4C6AD3C8-02FD-5FE4-B2E8-6F799895BC57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页面参考 </a:t>
            </a:r>
            <a:r>
              <a:rPr lang="en-US" altLang="zh-CN" sz="2000">
                <a:latin typeface="+mn-ea"/>
                <a:ea typeface="+mn-ea"/>
              </a:rPr>
              <a:t>– </a:t>
            </a:r>
            <a:r>
              <a:rPr lang="zh-CN" altLang="en-US" sz="2000">
                <a:latin typeface="+mn-ea"/>
                <a:ea typeface="+mn-ea"/>
              </a:rPr>
              <a:t>环形流程图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CFB5E53-0DF5-4A21-15AF-83E5BA0CA741}"/>
              </a:ext>
            </a:extLst>
          </p:cNvPr>
          <p:cNvSpPr/>
          <p:nvPr/>
        </p:nvSpPr>
        <p:spPr>
          <a:xfrm>
            <a:off x="734381" y="1252357"/>
            <a:ext cx="10728000" cy="3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rPr>
              <a:t>这里为特殊话术的一种表现形式，一般用在非常规布局的页面中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rPr>
              <a:t>，内容区域样式这里为内容区域样式，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rPr>
              <a:t>这里为内容区域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</a:rPr>
              <a:t>样式这里为内容区域样式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BAD24886-CFBC-68D3-A023-E319DC3B9E6A}"/>
              </a:ext>
            </a:extLst>
          </p:cNvPr>
          <p:cNvGrpSpPr/>
          <p:nvPr/>
        </p:nvGrpSpPr>
        <p:grpSpPr>
          <a:xfrm>
            <a:off x="4640498" y="2440282"/>
            <a:ext cx="2592000" cy="2600878"/>
            <a:chOff x="4802381" y="2266533"/>
            <a:chExt cx="2592000" cy="2600878"/>
          </a:xfrm>
        </p:grpSpPr>
        <p:sp>
          <p:nvSpPr>
            <p:cNvPr id="49" name="圆角矩形 6">
              <a:extLst>
                <a:ext uri="{FF2B5EF4-FFF2-40B4-BE49-F238E27FC236}">
                  <a16:creationId xmlns:a16="http://schemas.microsoft.com/office/drawing/2014/main" id="{844C6441-1C99-C03D-D163-3993C0385E42}"/>
                </a:ext>
              </a:extLst>
            </p:cNvPr>
            <p:cNvSpPr/>
            <p:nvPr/>
          </p:nvSpPr>
          <p:spPr>
            <a:xfrm>
              <a:off x="4802381" y="2485782"/>
              <a:ext cx="2592000" cy="2160000"/>
            </a:xfrm>
            <a:prstGeom prst="roundRect">
              <a:avLst>
                <a:gd name="adj" fmla="val 50000"/>
              </a:avLst>
            </a:prstGeom>
            <a:noFill/>
            <a:ln w="381000" cap="flat" cmpd="sng" algn="ctr">
              <a:gradFill>
                <a:gsLst>
                  <a:gs pos="58000">
                    <a:srgbClr val="C00000"/>
                  </a:gs>
                  <a:gs pos="42000">
                    <a:srgbClr val="666666">
                      <a:lumMod val="60000"/>
                      <a:lumOff val="40000"/>
                    </a:srgbClr>
                  </a:gs>
                </a:gsLst>
                <a:lin ang="0" scaled="0"/>
              </a:gra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0" name="燕尾形 7">
              <a:extLst>
                <a:ext uri="{FF2B5EF4-FFF2-40B4-BE49-F238E27FC236}">
                  <a16:creationId xmlns:a16="http://schemas.microsoft.com/office/drawing/2014/main" id="{81C02998-8AEE-D29C-2704-D1323F893114}"/>
                </a:ext>
              </a:extLst>
            </p:cNvPr>
            <p:cNvSpPr/>
            <p:nvPr/>
          </p:nvSpPr>
          <p:spPr>
            <a:xfrm rot="10800000">
              <a:off x="5793182" y="4433801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1" name="燕尾形 8">
              <a:extLst>
                <a:ext uri="{FF2B5EF4-FFF2-40B4-BE49-F238E27FC236}">
                  <a16:creationId xmlns:a16="http://schemas.microsoft.com/office/drawing/2014/main" id="{EA7714C2-70A2-578A-8D07-5735B811BCB2}"/>
                </a:ext>
              </a:extLst>
            </p:cNvPr>
            <p:cNvSpPr/>
            <p:nvPr/>
          </p:nvSpPr>
          <p:spPr>
            <a:xfrm rot="10800000">
              <a:off x="6009182" y="4433801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2" name="燕尾形 9">
              <a:extLst>
                <a:ext uri="{FF2B5EF4-FFF2-40B4-BE49-F238E27FC236}">
                  <a16:creationId xmlns:a16="http://schemas.microsoft.com/office/drawing/2014/main" id="{BBE31C91-0792-7486-92DA-217F8E1ECF27}"/>
                </a:ext>
              </a:extLst>
            </p:cNvPr>
            <p:cNvSpPr/>
            <p:nvPr/>
          </p:nvSpPr>
          <p:spPr>
            <a:xfrm rot="10800000">
              <a:off x="6225181" y="4433801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3" name="燕尾形 10">
              <a:extLst>
                <a:ext uri="{FF2B5EF4-FFF2-40B4-BE49-F238E27FC236}">
                  <a16:creationId xmlns:a16="http://schemas.microsoft.com/office/drawing/2014/main" id="{C657E73A-8FE1-5CCB-9FC7-6EB95965C5CB}"/>
                </a:ext>
              </a:extLst>
            </p:cNvPr>
            <p:cNvSpPr/>
            <p:nvPr/>
          </p:nvSpPr>
          <p:spPr>
            <a:xfrm>
              <a:off x="5793182" y="2266533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4" name="燕尾形 11">
              <a:extLst>
                <a:ext uri="{FF2B5EF4-FFF2-40B4-BE49-F238E27FC236}">
                  <a16:creationId xmlns:a16="http://schemas.microsoft.com/office/drawing/2014/main" id="{98382BC9-CC2E-D299-4584-9B92254998CF}"/>
                </a:ext>
              </a:extLst>
            </p:cNvPr>
            <p:cNvSpPr/>
            <p:nvPr/>
          </p:nvSpPr>
          <p:spPr>
            <a:xfrm>
              <a:off x="6009182" y="2266533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5" name="燕尾形 12">
              <a:extLst>
                <a:ext uri="{FF2B5EF4-FFF2-40B4-BE49-F238E27FC236}">
                  <a16:creationId xmlns:a16="http://schemas.microsoft.com/office/drawing/2014/main" id="{5E941138-E041-EAF6-68AD-2CD6529CD69F}"/>
                </a:ext>
              </a:extLst>
            </p:cNvPr>
            <p:cNvSpPr/>
            <p:nvPr/>
          </p:nvSpPr>
          <p:spPr>
            <a:xfrm>
              <a:off x="6225181" y="2266533"/>
              <a:ext cx="185962" cy="433610"/>
            </a:xfrm>
            <a:prstGeom prst="chevron">
              <a:avLst>
                <a:gd name="adj" fmla="val 56986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6" name="TextBox 258">
              <a:extLst>
                <a:ext uri="{FF2B5EF4-FFF2-40B4-BE49-F238E27FC236}">
                  <a16:creationId xmlns:a16="http://schemas.microsoft.com/office/drawing/2014/main" id="{A2CC572A-5940-ABDE-C10A-43A3F2168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6360" y="3473449"/>
              <a:ext cx="615554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pPr marL="0" marR="0" lvl="0" indent="0" algn="ctr" defTabSz="91447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/>
                  <a:cs typeface="Arial" panose="020B0604020202020204" pitchFamily="34" charset="0"/>
                </a:rPr>
                <a:t>内容区域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C6C1CF17-FE73-6539-451A-4A84A1FC8A6E}"/>
              </a:ext>
            </a:extLst>
          </p:cNvPr>
          <p:cNvSpPr/>
          <p:nvPr/>
        </p:nvSpPr>
        <p:spPr>
          <a:xfrm>
            <a:off x="8831917" y="3604670"/>
            <a:ext cx="2353320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58" name="圆角矩形 14">
            <a:extLst>
              <a:ext uri="{FF2B5EF4-FFF2-40B4-BE49-F238E27FC236}">
                <a16:creationId xmlns:a16="http://schemas.microsoft.com/office/drawing/2014/main" id="{BC48FA65-3F7E-0487-AE00-A7ED029C04BC}"/>
              </a:ext>
            </a:extLst>
          </p:cNvPr>
          <p:cNvSpPr/>
          <p:nvPr/>
        </p:nvSpPr>
        <p:spPr bwMode="auto">
          <a:xfrm>
            <a:off x="7684425" y="3605834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76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59" name="圆角矩形 14">
            <a:extLst>
              <a:ext uri="{FF2B5EF4-FFF2-40B4-BE49-F238E27FC236}">
                <a16:creationId xmlns:a16="http://schemas.microsoft.com/office/drawing/2014/main" id="{FD763EAC-30D1-252E-C1EF-B0B529FD85FB}"/>
              </a:ext>
            </a:extLst>
          </p:cNvPr>
          <p:cNvSpPr/>
          <p:nvPr/>
        </p:nvSpPr>
        <p:spPr bwMode="auto">
          <a:xfrm>
            <a:off x="3271518" y="4031860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76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C27AD32-4B95-AC39-FD35-FD2A42BFADC5}"/>
              </a:ext>
            </a:extLst>
          </p:cNvPr>
          <p:cNvSpPr/>
          <p:nvPr/>
        </p:nvSpPr>
        <p:spPr>
          <a:xfrm>
            <a:off x="938528" y="4074735"/>
            <a:ext cx="2332990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这里为内容区域样式这里为，这里为内容区域样式这里为内容区域样式</a:t>
            </a:r>
            <a:endParaRPr lang="zh-CN" altLang="en-US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61" name="圆角矩形 14">
            <a:extLst>
              <a:ext uri="{FF2B5EF4-FFF2-40B4-BE49-F238E27FC236}">
                <a16:creationId xmlns:a16="http://schemas.microsoft.com/office/drawing/2014/main" id="{81E4294E-C2DD-D697-1BB0-A4AD0A209BE3}"/>
              </a:ext>
            </a:extLst>
          </p:cNvPr>
          <p:cNvSpPr/>
          <p:nvPr/>
        </p:nvSpPr>
        <p:spPr bwMode="auto">
          <a:xfrm>
            <a:off x="7063363" y="4974899"/>
            <a:ext cx="936000" cy="216000"/>
          </a:xfrm>
          <a:prstGeom prst="borderCallout2">
            <a:avLst>
              <a:gd name="adj1" fmla="val 48516"/>
              <a:gd name="adj2" fmla="val -192"/>
              <a:gd name="adj3" fmla="val 48516"/>
              <a:gd name="adj4" fmla="val -19211"/>
              <a:gd name="adj5" fmla="val -73811"/>
              <a:gd name="adj6" fmla="val -41579"/>
            </a:avLst>
          </a:prstGeom>
          <a:solidFill>
            <a:srgbClr val="F2F2F2"/>
          </a:solidFill>
          <a:ln w="6350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76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7BC82E0-6217-FC00-9288-84FDB562D07B}"/>
              </a:ext>
            </a:extLst>
          </p:cNvPr>
          <p:cNvSpPr/>
          <p:nvPr/>
        </p:nvSpPr>
        <p:spPr>
          <a:xfrm>
            <a:off x="8206173" y="5001132"/>
            <a:ext cx="2958740" cy="157287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63" name="圆角矩形 14">
            <a:extLst>
              <a:ext uri="{FF2B5EF4-FFF2-40B4-BE49-F238E27FC236}">
                <a16:creationId xmlns:a16="http://schemas.microsoft.com/office/drawing/2014/main" id="{623B50DB-F32F-E59B-69A0-D22C3810D59C}"/>
              </a:ext>
            </a:extLst>
          </p:cNvPr>
          <p:cNvSpPr/>
          <p:nvPr/>
        </p:nvSpPr>
        <p:spPr bwMode="auto">
          <a:xfrm>
            <a:off x="7063363" y="2236768"/>
            <a:ext cx="936000" cy="216000"/>
          </a:xfrm>
          <a:prstGeom prst="borderCallout2">
            <a:avLst>
              <a:gd name="adj1" fmla="val 50720"/>
              <a:gd name="adj2" fmla="val -446"/>
              <a:gd name="adj3" fmla="val 50720"/>
              <a:gd name="adj4" fmla="val -18702"/>
              <a:gd name="adj5" fmla="val 188568"/>
              <a:gd name="adj6" fmla="val -44123"/>
            </a:avLst>
          </a:prstGeom>
          <a:solidFill>
            <a:srgbClr val="F2F2F2"/>
          </a:solidFill>
          <a:ln w="6350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76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3C22B39-0BD9-8CCA-5C38-A21E26DF693F}"/>
              </a:ext>
            </a:extLst>
          </p:cNvPr>
          <p:cNvSpPr/>
          <p:nvPr/>
        </p:nvSpPr>
        <p:spPr>
          <a:xfrm>
            <a:off x="8206173" y="2236768"/>
            <a:ext cx="2866304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65" name="圆角矩形 14">
            <a:extLst>
              <a:ext uri="{FF2B5EF4-FFF2-40B4-BE49-F238E27FC236}">
                <a16:creationId xmlns:a16="http://schemas.microsoft.com/office/drawing/2014/main" id="{E6A6CB44-6DDB-590F-BC19-DEF1EBDAC881}"/>
              </a:ext>
            </a:extLst>
          </p:cNvPr>
          <p:cNvSpPr/>
          <p:nvPr/>
        </p:nvSpPr>
        <p:spPr bwMode="auto">
          <a:xfrm>
            <a:off x="3765657" y="2231067"/>
            <a:ext cx="936000" cy="216000"/>
          </a:xfrm>
          <a:prstGeom prst="borderCallout2">
            <a:avLst>
              <a:gd name="adj1" fmla="val 51823"/>
              <a:gd name="adj2" fmla="val 100469"/>
              <a:gd name="adj3" fmla="val 51823"/>
              <a:gd name="adj4" fmla="val 120712"/>
              <a:gd name="adj5" fmla="val 183056"/>
              <a:gd name="adj6" fmla="val 151262"/>
            </a:avLst>
          </a:prstGeom>
          <a:solidFill>
            <a:srgbClr val="F2F2F2"/>
          </a:solidFill>
          <a:ln w="6350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76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639D845-EBC2-DC8C-9691-CFBD7D8B59D9}"/>
              </a:ext>
            </a:extLst>
          </p:cNvPr>
          <p:cNvSpPr/>
          <p:nvPr/>
        </p:nvSpPr>
        <p:spPr>
          <a:xfrm>
            <a:off x="938528" y="2243747"/>
            <a:ext cx="2666584" cy="157287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 defTabSz="646020" eaLnBrk="0" hangingPunct="0">
              <a:lnSpc>
                <a:spcPct val="125000"/>
              </a:lnSpc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67" name="圆角矩形 14">
            <a:extLst>
              <a:ext uri="{FF2B5EF4-FFF2-40B4-BE49-F238E27FC236}">
                <a16:creationId xmlns:a16="http://schemas.microsoft.com/office/drawing/2014/main" id="{81AA4300-5340-E971-10C3-C413C3A5B6D7}"/>
              </a:ext>
            </a:extLst>
          </p:cNvPr>
          <p:cNvSpPr/>
          <p:nvPr/>
        </p:nvSpPr>
        <p:spPr bwMode="auto">
          <a:xfrm>
            <a:off x="3760617" y="4974899"/>
            <a:ext cx="936000" cy="216000"/>
          </a:xfrm>
          <a:prstGeom prst="borderCallout2">
            <a:avLst>
              <a:gd name="adj1" fmla="val 51823"/>
              <a:gd name="adj2" fmla="val 100299"/>
              <a:gd name="adj3" fmla="val 51823"/>
              <a:gd name="adj4" fmla="val 118678"/>
              <a:gd name="adj5" fmla="val -103576"/>
              <a:gd name="adj6" fmla="val 148718"/>
            </a:avLst>
          </a:prstGeom>
          <a:solidFill>
            <a:srgbClr val="F2F2F2"/>
          </a:solidFill>
          <a:ln w="6350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76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D8E23C3-D962-3E45-136C-AD679C637B59}"/>
              </a:ext>
            </a:extLst>
          </p:cNvPr>
          <p:cNvSpPr/>
          <p:nvPr/>
        </p:nvSpPr>
        <p:spPr>
          <a:xfrm>
            <a:off x="1701592" y="4996337"/>
            <a:ext cx="1903520" cy="157287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r" defTabSz="646020" eaLnBrk="0" hangingPunct="0">
              <a:lnSpc>
                <a:spcPct val="125000"/>
              </a:lnSpc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69" name="圆角矩形 14">
            <a:extLst>
              <a:ext uri="{FF2B5EF4-FFF2-40B4-BE49-F238E27FC236}">
                <a16:creationId xmlns:a16="http://schemas.microsoft.com/office/drawing/2014/main" id="{1F32BCD1-4394-2CF1-6633-40D80313D9D8}"/>
              </a:ext>
            </a:extLst>
          </p:cNvPr>
          <p:cNvSpPr/>
          <p:nvPr/>
        </p:nvSpPr>
        <p:spPr bwMode="auto">
          <a:xfrm>
            <a:off x="7591828" y="2921301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76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0614BCF-3478-6F4F-C64C-2A1F36C010A3}"/>
              </a:ext>
            </a:extLst>
          </p:cNvPr>
          <p:cNvSpPr/>
          <p:nvPr/>
        </p:nvSpPr>
        <p:spPr>
          <a:xfrm>
            <a:off x="8719128" y="2918535"/>
            <a:ext cx="2445784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71" name="圆角矩形 14">
            <a:extLst>
              <a:ext uri="{FF2B5EF4-FFF2-40B4-BE49-F238E27FC236}">
                <a16:creationId xmlns:a16="http://schemas.microsoft.com/office/drawing/2014/main" id="{40485666-37DC-266D-7D58-184521E2BBEF}"/>
              </a:ext>
            </a:extLst>
          </p:cNvPr>
          <p:cNvSpPr/>
          <p:nvPr/>
        </p:nvSpPr>
        <p:spPr bwMode="auto">
          <a:xfrm>
            <a:off x="7591828" y="4290367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76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A27E7A9-6AC5-D729-25E2-4CAC32378D99}"/>
              </a:ext>
            </a:extLst>
          </p:cNvPr>
          <p:cNvSpPr/>
          <p:nvPr/>
        </p:nvSpPr>
        <p:spPr>
          <a:xfrm>
            <a:off x="8719127" y="4284616"/>
            <a:ext cx="2445785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73" name="圆角矩形 14">
            <a:extLst>
              <a:ext uri="{FF2B5EF4-FFF2-40B4-BE49-F238E27FC236}">
                <a16:creationId xmlns:a16="http://schemas.microsoft.com/office/drawing/2014/main" id="{AD09E9D1-585B-193D-8855-A90CEF2DEC3B}"/>
              </a:ext>
            </a:extLst>
          </p:cNvPr>
          <p:cNvSpPr/>
          <p:nvPr/>
        </p:nvSpPr>
        <p:spPr bwMode="auto">
          <a:xfrm>
            <a:off x="3271518" y="3205086"/>
            <a:ext cx="936000" cy="216000"/>
          </a:xfrm>
          <a:prstGeom prst="rect">
            <a:avLst/>
          </a:prstGeom>
          <a:solidFill>
            <a:srgbClr val="F2F2F2"/>
          </a:solidFill>
          <a:ln w="6350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76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0CD8C5A-4B5B-0C79-1063-859B659C2972}"/>
              </a:ext>
            </a:extLst>
          </p:cNvPr>
          <p:cNvSpPr/>
          <p:nvPr/>
        </p:nvSpPr>
        <p:spPr>
          <a:xfrm>
            <a:off x="938528" y="3226524"/>
            <a:ext cx="2332990" cy="33041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defTabSz="646020" eaLnBrk="0" hangingPunct="0">
              <a:lnSpc>
                <a:spcPct val="125000"/>
              </a:lnSpc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这里为内容区域样式这里为内容区域，这里为内容区域样式这里为内容区域样式</a:t>
            </a:r>
            <a:endParaRPr lang="zh-CN" altLang="en-US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75" name="TextBox 24">
            <a:extLst>
              <a:ext uri="{FF2B5EF4-FFF2-40B4-BE49-F238E27FC236}">
                <a16:creationId xmlns:a16="http://schemas.microsoft.com/office/drawing/2014/main" id="{A4AA742F-F497-8AE6-B2C3-C86ED15AA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4615" y="2659531"/>
            <a:ext cx="3077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eaLnBrk="1" hangingPunct="1">
              <a:defRPr sz="2400" b="1">
                <a:solidFill>
                  <a:srgbClr val="C00000"/>
                </a:solidFill>
                <a:latin typeface="微软雅黑" pitchFamily="34" charset="-122"/>
                <a:cs typeface="+mj-cs"/>
              </a:defRPr>
            </a:lvl1pPr>
            <a:lvl2pPr eaLnBrk="1" hangingPunct="1">
              <a:defRPr sz="4100" b="1">
                <a:solidFill>
                  <a:srgbClr val="990000"/>
                </a:solidFill>
              </a:defRPr>
            </a:lvl2pPr>
            <a:lvl3pPr eaLnBrk="1" hangingPunct="1">
              <a:defRPr sz="4100" b="1">
                <a:solidFill>
                  <a:srgbClr val="990000"/>
                </a:solidFill>
              </a:defRPr>
            </a:lvl3pPr>
            <a:lvl4pPr eaLnBrk="1" hangingPunct="1">
              <a:defRPr sz="4100" b="1">
                <a:solidFill>
                  <a:srgbClr val="990000"/>
                </a:solidFill>
              </a:defRPr>
            </a:lvl4pPr>
            <a:lvl5pPr eaLnBrk="1" hangingPunct="1">
              <a:defRPr sz="4100" b="1">
                <a:solidFill>
                  <a:srgbClr val="990000"/>
                </a:solidFill>
              </a:defRPr>
            </a:lvl5pPr>
            <a:lvl6pPr marL="548731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6pPr>
            <a:lvl7pPr marL="1097463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7pPr>
            <a:lvl8pPr marL="1646194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8pPr>
            <a:lvl9pPr marL="2194926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9pPr>
          </a:lstStyle>
          <a:p>
            <a:pPr defTabSz="685549"/>
            <a:r>
              <a:rPr lang="zh-CN" altLang="en-US" sz="1200" dirty="0">
                <a:solidFill>
                  <a:srgbClr val="FFFFFF"/>
                </a:solidFill>
                <a:latin typeface="微软雅黑"/>
              </a:rPr>
              <a:t>客户</a:t>
            </a:r>
          </a:p>
        </p:txBody>
      </p:sp>
      <p:sp>
        <p:nvSpPr>
          <p:cNvPr id="76" name="TextBox 24">
            <a:extLst>
              <a:ext uri="{FF2B5EF4-FFF2-40B4-BE49-F238E27FC236}">
                <a16:creationId xmlns:a16="http://schemas.microsoft.com/office/drawing/2014/main" id="{82594B25-29FA-40AD-693F-162F69B20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120" y="4578436"/>
            <a:ext cx="3077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eaLnBrk="1" hangingPunct="1">
              <a:defRPr sz="2000" b="0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+mj-cs"/>
              </a:defRPr>
            </a:lvl1pPr>
            <a:lvl2pPr eaLnBrk="1" hangingPunct="1">
              <a:defRPr sz="4100" b="1">
                <a:solidFill>
                  <a:srgbClr val="990000"/>
                </a:solidFill>
              </a:defRPr>
            </a:lvl2pPr>
            <a:lvl3pPr eaLnBrk="1" hangingPunct="1">
              <a:defRPr sz="4100" b="1">
                <a:solidFill>
                  <a:srgbClr val="990000"/>
                </a:solidFill>
              </a:defRPr>
            </a:lvl3pPr>
            <a:lvl4pPr eaLnBrk="1" hangingPunct="1">
              <a:defRPr sz="4100" b="1">
                <a:solidFill>
                  <a:srgbClr val="990000"/>
                </a:solidFill>
              </a:defRPr>
            </a:lvl4pPr>
            <a:lvl5pPr eaLnBrk="1" hangingPunct="1">
              <a:defRPr sz="4100" b="1">
                <a:solidFill>
                  <a:srgbClr val="990000"/>
                </a:solidFill>
              </a:defRPr>
            </a:lvl5pPr>
            <a:lvl6pPr marL="548731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6pPr>
            <a:lvl7pPr marL="1097463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7pPr>
            <a:lvl8pPr marL="1646194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8pPr>
            <a:lvl9pPr marL="2194926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990000"/>
                </a:solidFill>
              </a:defRPr>
            </a:lvl9pPr>
          </a:lstStyle>
          <a:p>
            <a:pPr defTabSz="685549"/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华为</a:t>
            </a: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ABEF3E8A-6425-F7B7-BDCF-3B822A5BE932}"/>
              </a:ext>
            </a:extLst>
          </p:cNvPr>
          <p:cNvCxnSpPr>
            <a:stCxn id="73" idx="3"/>
          </p:cNvCxnSpPr>
          <p:nvPr/>
        </p:nvCxnSpPr>
        <p:spPr>
          <a:xfrm>
            <a:off x="4207518" y="3313086"/>
            <a:ext cx="432980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B6B1F984-107D-C1CE-8D79-1F8370B1665C}"/>
              </a:ext>
            </a:extLst>
          </p:cNvPr>
          <p:cNvCxnSpPr>
            <a:stCxn id="59" idx="3"/>
          </p:cNvCxnSpPr>
          <p:nvPr/>
        </p:nvCxnSpPr>
        <p:spPr>
          <a:xfrm>
            <a:off x="4207518" y="4139860"/>
            <a:ext cx="432980" cy="3868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389F7932-A9EF-3B22-F765-3ABB925E9DB6}"/>
              </a:ext>
            </a:extLst>
          </p:cNvPr>
          <p:cNvCxnSpPr>
            <a:stCxn id="69" idx="1"/>
          </p:cNvCxnSpPr>
          <p:nvPr/>
        </p:nvCxnSpPr>
        <p:spPr>
          <a:xfrm flipH="1">
            <a:off x="7063363" y="3029301"/>
            <a:ext cx="528465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9D292061-C5BE-317E-41BB-782FEF2F4EE9}"/>
              </a:ext>
            </a:extLst>
          </p:cNvPr>
          <p:cNvCxnSpPr>
            <a:stCxn id="71" idx="1"/>
          </p:cNvCxnSpPr>
          <p:nvPr/>
        </p:nvCxnSpPr>
        <p:spPr>
          <a:xfrm flipH="1">
            <a:off x="7063364" y="4398367"/>
            <a:ext cx="528464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40FDA416-C464-1F17-EA00-9D7F2B3E08AA}"/>
              </a:ext>
            </a:extLst>
          </p:cNvPr>
          <p:cNvCxnSpPr>
            <a:stCxn id="58" idx="1"/>
          </p:cNvCxnSpPr>
          <p:nvPr/>
        </p:nvCxnSpPr>
        <p:spPr>
          <a:xfrm flipH="1">
            <a:off x="7279121" y="3713834"/>
            <a:ext cx="405304" cy="0"/>
          </a:xfrm>
          <a:prstGeom prst="line">
            <a:avLst/>
          </a:prstGeom>
          <a:noFill/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1BB4A83F-1764-C017-3708-17D38AF106FE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83" name="矩形 82">
              <a:hlinkClick r:id="rId2" action="ppaction://hlinksldjump"/>
              <a:extLst>
                <a:ext uri="{FF2B5EF4-FFF2-40B4-BE49-F238E27FC236}">
                  <a16:creationId xmlns:a16="http://schemas.microsoft.com/office/drawing/2014/main" id="{3E643C6D-79ED-63BC-6E3A-39F47DFD3772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84" name="直接连接符 83">
              <a:hlinkClick r:id="rId2" action="ppaction://hlinksldjump"/>
              <a:extLst>
                <a:ext uri="{FF2B5EF4-FFF2-40B4-BE49-F238E27FC236}">
                  <a16:creationId xmlns:a16="http://schemas.microsoft.com/office/drawing/2014/main" id="{2E7CCD40-9BEB-C4E6-4AB9-B05A51F1D32D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937C7530-AB02-BD37-6037-426A17EE585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86" name="矩形 85">
              <a:hlinkClick r:id="rId2" action="ppaction://hlinksldjump"/>
              <a:extLst>
                <a:ext uri="{FF2B5EF4-FFF2-40B4-BE49-F238E27FC236}">
                  <a16:creationId xmlns:a16="http://schemas.microsoft.com/office/drawing/2014/main" id="{5DAA1DAA-6493-2C50-8DAE-BD266C731342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87" name="直接连接符 86">
              <a:hlinkClick r:id="rId2" action="ppaction://hlinksldjump"/>
              <a:extLst>
                <a:ext uri="{FF2B5EF4-FFF2-40B4-BE49-F238E27FC236}">
                  <a16:creationId xmlns:a16="http://schemas.microsoft.com/office/drawing/2014/main" id="{4BF1A070-383D-F8A2-F34A-79311BEF4733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219810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2">
            <a:extLst>
              <a:ext uri="{FF2B5EF4-FFF2-40B4-BE49-F238E27FC236}">
                <a16:creationId xmlns:a16="http://schemas.microsoft.com/office/drawing/2014/main" id="{EE2D9D45-B2B1-0A37-20CD-1A2E0DED8C84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页面参考 </a:t>
            </a:r>
            <a:r>
              <a:rPr lang="en-US" altLang="zh-CN" sz="2000">
                <a:latin typeface="+mn-ea"/>
                <a:ea typeface="+mn-ea"/>
              </a:rPr>
              <a:t>– </a:t>
            </a:r>
            <a:r>
              <a:rPr lang="zh-CN" altLang="en-US" sz="2000">
                <a:latin typeface="+mn-ea"/>
                <a:ea typeface="+mn-ea"/>
              </a:rPr>
              <a:t>卡片流程图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4AF4D86-4192-9BC0-EFE2-8C9E998469DF}"/>
              </a:ext>
            </a:extLst>
          </p:cNvPr>
          <p:cNvSpPr/>
          <p:nvPr/>
        </p:nvSpPr>
        <p:spPr>
          <a:xfrm>
            <a:off x="518381" y="1199992"/>
            <a:ext cx="11160000" cy="288000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这里是标题区域的内容</a:t>
            </a:r>
          </a:p>
        </p:txBody>
      </p:sp>
      <p:sp>
        <p:nvSpPr>
          <p:cNvPr id="56" name="Bevel 16">
            <a:extLst>
              <a:ext uri="{FF2B5EF4-FFF2-40B4-BE49-F238E27FC236}">
                <a16:creationId xmlns:a16="http://schemas.microsoft.com/office/drawing/2014/main" id="{8A417611-39B0-BF85-A477-F40943C3DCE0}"/>
              </a:ext>
            </a:extLst>
          </p:cNvPr>
          <p:cNvSpPr/>
          <p:nvPr/>
        </p:nvSpPr>
        <p:spPr bwMode="auto">
          <a:xfrm>
            <a:off x="518383" y="1631992"/>
            <a:ext cx="792000" cy="3888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eaVert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这里是内容区域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AEEABA8F-B534-D858-BD9B-800A29CFAD44}"/>
              </a:ext>
            </a:extLst>
          </p:cNvPr>
          <p:cNvSpPr/>
          <p:nvPr/>
        </p:nvSpPr>
        <p:spPr>
          <a:xfrm>
            <a:off x="4904858" y="1253992"/>
            <a:ext cx="180000" cy="1800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6C32197E-1F0B-180B-9DE3-52CDCD042711}"/>
              </a:ext>
            </a:extLst>
          </p:cNvPr>
          <p:cNvSpPr/>
          <p:nvPr/>
        </p:nvSpPr>
        <p:spPr>
          <a:xfrm>
            <a:off x="824383" y="1851815"/>
            <a:ext cx="180000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60B69BE-AF2A-2096-F63D-923BEDA7222D}"/>
              </a:ext>
            </a:extLst>
          </p:cNvPr>
          <p:cNvGrpSpPr/>
          <p:nvPr/>
        </p:nvGrpSpPr>
        <p:grpSpPr>
          <a:xfrm>
            <a:off x="10892000" y="1631992"/>
            <a:ext cx="792000" cy="3888000"/>
            <a:chOff x="10814422" y="1631992"/>
            <a:chExt cx="792000" cy="3888000"/>
          </a:xfrm>
        </p:grpSpPr>
        <p:sp>
          <p:nvSpPr>
            <p:cNvPr id="60" name="Bevel 16">
              <a:extLst>
                <a:ext uri="{FF2B5EF4-FFF2-40B4-BE49-F238E27FC236}">
                  <a16:creationId xmlns:a16="http://schemas.microsoft.com/office/drawing/2014/main" id="{1D211326-94D2-57AA-9665-5AAEDA9E0B2B}"/>
                </a:ext>
              </a:extLst>
            </p:cNvPr>
            <p:cNvSpPr/>
            <p:nvPr/>
          </p:nvSpPr>
          <p:spPr bwMode="auto">
            <a:xfrm>
              <a:off x="10814422" y="1631992"/>
              <a:ext cx="792000" cy="3888000"/>
            </a:xfrm>
            <a:prstGeom prst="rect">
              <a:avLst/>
            </a:prstGeom>
            <a:solidFill>
              <a:srgbClr val="FBFBFB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round/>
              <a:headEnd type="oval" w="med" len="med"/>
              <a:tailEnd type="none" w="med" len="med"/>
            </a:ln>
            <a:effectLst/>
          </p:spPr>
          <p:txBody>
            <a:bodyPr vert="eaVert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8561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30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cs typeface="Arial" panose="020B0604020202020204" pitchFamily="34" charset="0"/>
                </a:rPr>
                <a:t>      内容区域</a:t>
              </a:r>
            </a:p>
          </p:txBody>
        </p:sp>
        <p:sp>
          <p:nvSpPr>
            <p:cNvPr id="61" name="Bevel 16">
              <a:extLst>
                <a:ext uri="{FF2B5EF4-FFF2-40B4-BE49-F238E27FC236}">
                  <a16:creationId xmlns:a16="http://schemas.microsoft.com/office/drawing/2014/main" id="{758353B1-3BAB-41B3-EE24-2513260FA910}"/>
                </a:ext>
              </a:extLst>
            </p:cNvPr>
            <p:cNvSpPr/>
            <p:nvPr/>
          </p:nvSpPr>
          <p:spPr bwMode="auto">
            <a:xfrm>
              <a:off x="11012422" y="4308728"/>
              <a:ext cx="396000" cy="1080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eaVert" wrap="none" lIns="0" tIns="0" rIns="0" bIns="0" rtlCol="0" anchor="ctr">
              <a:noAutofit/>
            </a:bodyPr>
            <a:lstStyle/>
            <a:p>
              <a:pPr marL="0" marR="0" lvl="0" indent="0" algn="ctr" defTabSz="9290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30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演习</a:t>
              </a:r>
              <a:r>
                <a:rPr kumimoji="0" lang="zh-CN" altLang="en-US" sz="1000" b="0" i="0" u="none" strike="noStrike" kern="0" cap="none" spc="30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和培训</a:t>
              </a:r>
              <a:endParaRPr kumimoji="0" lang="en-US" altLang="zh-CN" sz="1000" b="0" i="0" u="none" strike="noStrike" kern="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2" name="Bevel 16">
              <a:extLst>
                <a:ext uri="{FF2B5EF4-FFF2-40B4-BE49-F238E27FC236}">
                  <a16:creationId xmlns:a16="http://schemas.microsoft.com/office/drawing/2014/main" id="{0FC899CC-99D6-94EB-1AF2-73B8DC4477AF}"/>
                </a:ext>
              </a:extLst>
            </p:cNvPr>
            <p:cNvSpPr/>
            <p:nvPr/>
          </p:nvSpPr>
          <p:spPr bwMode="auto">
            <a:xfrm>
              <a:off x="11012422" y="2370318"/>
              <a:ext cx="396000" cy="936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eaVert" wrap="none" lIns="0" tIns="0" rIns="0" bIns="0" rtlCol="0" anchor="ctr">
              <a:noAutofit/>
            </a:bodyPr>
            <a:lstStyle/>
            <a:p>
              <a:pPr marL="0" marR="0" lvl="0" indent="0" algn="ctr" defTabSz="9290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30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 管理系统</a:t>
              </a:r>
              <a:endParaRPr kumimoji="0" lang="en-US" altLang="zh-CN" sz="1000" b="0" i="0" u="none" strike="noStrike" kern="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68BEC223-0792-097D-F01C-D6554E7DFB69}"/>
                </a:ext>
              </a:extLst>
            </p:cNvPr>
            <p:cNvSpPr/>
            <p:nvPr/>
          </p:nvSpPr>
          <p:spPr>
            <a:xfrm>
              <a:off x="11120422" y="1851815"/>
              <a:ext cx="180000" cy="180000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4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64" name="Bevel 16">
            <a:extLst>
              <a:ext uri="{FF2B5EF4-FFF2-40B4-BE49-F238E27FC236}">
                <a16:creationId xmlns:a16="http://schemas.microsoft.com/office/drawing/2014/main" id="{110C594A-85AF-986A-5420-C8E9615A7514}"/>
              </a:ext>
            </a:extLst>
          </p:cNvPr>
          <p:cNvSpPr/>
          <p:nvPr/>
        </p:nvSpPr>
        <p:spPr bwMode="auto">
          <a:xfrm>
            <a:off x="1508384" y="2370319"/>
            <a:ext cx="2154816" cy="21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65" name="Bevel 16">
            <a:extLst>
              <a:ext uri="{FF2B5EF4-FFF2-40B4-BE49-F238E27FC236}">
                <a16:creationId xmlns:a16="http://schemas.microsoft.com/office/drawing/2014/main" id="{8CAEDE2A-ABE1-94C4-7490-543E69D2AA32}"/>
              </a:ext>
            </a:extLst>
          </p:cNvPr>
          <p:cNvSpPr/>
          <p:nvPr/>
        </p:nvSpPr>
        <p:spPr bwMode="auto">
          <a:xfrm>
            <a:off x="3811808" y="2370319"/>
            <a:ext cx="2154816" cy="21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66" name="Bevel 16">
            <a:extLst>
              <a:ext uri="{FF2B5EF4-FFF2-40B4-BE49-F238E27FC236}">
                <a16:creationId xmlns:a16="http://schemas.microsoft.com/office/drawing/2014/main" id="{2CD7EBCE-C6E1-DFA0-9DBC-1FBB0C4DFE83}"/>
              </a:ext>
            </a:extLst>
          </p:cNvPr>
          <p:cNvSpPr/>
          <p:nvPr/>
        </p:nvSpPr>
        <p:spPr bwMode="auto">
          <a:xfrm>
            <a:off x="6115231" y="2370319"/>
            <a:ext cx="2154816" cy="21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67" name="Bevel 16">
            <a:extLst>
              <a:ext uri="{FF2B5EF4-FFF2-40B4-BE49-F238E27FC236}">
                <a16:creationId xmlns:a16="http://schemas.microsoft.com/office/drawing/2014/main" id="{F62D89E5-C691-0195-B3F9-D08D5B22C9B6}"/>
              </a:ext>
            </a:extLst>
          </p:cNvPr>
          <p:cNvSpPr/>
          <p:nvPr/>
        </p:nvSpPr>
        <p:spPr bwMode="auto">
          <a:xfrm>
            <a:off x="8418655" y="2370319"/>
            <a:ext cx="2154816" cy="2160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25200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cs typeface="Arial" panose="020B0604020202020204" pitchFamily="34" charset="0"/>
            </a:endParaRPr>
          </a:p>
        </p:txBody>
      </p:sp>
      <p:sp>
        <p:nvSpPr>
          <p:cNvPr id="68" name="五边形 11">
            <a:extLst>
              <a:ext uri="{FF2B5EF4-FFF2-40B4-BE49-F238E27FC236}">
                <a16:creationId xmlns:a16="http://schemas.microsoft.com/office/drawing/2014/main" id="{4C8ED63F-1C20-C99E-1866-CE06F58E3136}"/>
              </a:ext>
            </a:extLst>
          </p:cNvPr>
          <p:cNvSpPr/>
          <p:nvPr/>
        </p:nvSpPr>
        <p:spPr>
          <a:xfrm>
            <a:off x="1508383" y="1635815"/>
            <a:ext cx="2377728" cy="612000"/>
          </a:xfrm>
          <a:prstGeom prst="homePlate">
            <a:avLst>
              <a:gd name="adj" fmla="val 36672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69" name="燕尾形 12">
            <a:extLst>
              <a:ext uri="{FF2B5EF4-FFF2-40B4-BE49-F238E27FC236}">
                <a16:creationId xmlns:a16="http://schemas.microsoft.com/office/drawing/2014/main" id="{05EC9F3F-BC81-9B74-F0AD-A432F751FA86}"/>
              </a:ext>
            </a:extLst>
          </p:cNvPr>
          <p:cNvSpPr/>
          <p:nvPr/>
        </p:nvSpPr>
        <p:spPr>
          <a:xfrm>
            <a:off x="3806363" y="1635815"/>
            <a:ext cx="2377728" cy="612000"/>
          </a:xfrm>
          <a:prstGeom prst="chevron">
            <a:avLst>
              <a:gd name="adj" fmla="val 34508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70" name="燕尾形 13">
            <a:extLst>
              <a:ext uri="{FF2B5EF4-FFF2-40B4-BE49-F238E27FC236}">
                <a16:creationId xmlns:a16="http://schemas.microsoft.com/office/drawing/2014/main" id="{77987402-777A-CA65-1105-12DC8AE4D5FD}"/>
              </a:ext>
            </a:extLst>
          </p:cNvPr>
          <p:cNvSpPr/>
          <p:nvPr/>
        </p:nvSpPr>
        <p:spPr>
          <a:xfrm>
            <a:off x="6115231" y="1635815"/>
            <a:ext cx="2377728" cy="612000"/>
          </a:xfrm>
          <a:prstGeom prst="chevron">
            <a:avLst>
              <a:gd name="adj" fmla="val 34508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71" name="燕尾形 14">
            <a:extLst>
              <a:ext uri="{FF2B5EF4-FFF2-40B4-BE49-F238E27FC236}">
                <a16:creationId xmlns:a16="http://schemas.microsoft.com/office/drawing/2014/main" id="{D3BD4007-D52B-D322-1EA7-ACD1A1A90723}"/>
              </a:ext>
            </a:extLst>
          </p:cNvPr>
          <p:cNvSpPr/>
          <p:nvPr/>
        </p:nvSpPr>
        <p:spPr>
          <a:xfrm>
            <a:off x="8418655" y="1635815"/>
            <a:ext cx="2377728" cy="612000"/>
          </a:xfrm>
          <a:prstGeom prst="chevron">
            <a:avLst>
              <a:gd name="adj" fmla="val 34508"/>
            </a:avLst>
          </a:prstGeom>
          <a:solidFill>
            <a:srgbClr val="FFFFFF">
              <a:lumMod val="95000"/>
            </a:srgbClr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72" name="Bevel 16">
            <a:extLst>
              <a:ext uri="{FF2B5EF4-FFF2-40B4-BE49-F238E27FC236}">
                <a16:creationId xmlns:a16="http://schemas.microsoft.com/office/drawing/2014/main" id="{D206BBF8-FD96-8098-83B0-8F220ABBA04A}"/>
              </a:ext>
            </a:extLst>
          </p:cNvPr>
          <p:cNvSpPr/>
          <p:nvPr/>
        </p:nvSpPr>
        <p:spPr bwMode="auto">
          <a:xfrm>
            <a:off x="1508384" y="4652823"/>
            <a:ext cx="9065087" cy="864000"/>
          </a:xfrm>
          <a:prstGeom prst="rect">
            <a:avLst/>
          </a:prstGeom>
          <a:solidFill>
            <a:srgbClr val="FBFBFB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72000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685617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基本元素</a:t>
            </a:r>
          </a:p>
        </p:txBody>
      </p:sp>
      <p:sp>
        <p:nvSpPr>
          <p:cNvPr id="73" name="Bevel 16">
            <a:extLst>
              <a:ext uri="{FF2B5EF4-FFF2-40B4-BE49-F238E27FC236}">
                <a16:creationId xmlns:a16="http://schemas.microsoft.com/office/drawing/2014/main" id="{B0F1B81B-C495-36AF-33B4-4E63AF683518}"/>
              </a:ext>
            </a:extLst>
          </p:cNvPr>
          <p:cNvSpPr/>
          <p:nvPr/>
        </p:nvSpPr>
        <p:spPr bwMode="auto">
          <a:xfrm>
            <a:off x="1656991" y="2526483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</a:t>
            </a:r>
          </a:p>
        </p:txBody>
      </p:sp>
      <p:sp>
        <p:nvSpPr>
          <p:cNvPr id="74" name="Bevel 16">
            <a:extLst>
              <a:ext uri="{FF2B5EF4-FFF2-40B4-BE49-F238E27FC236}">
                <a16:creationId xmlns:a16="http://schemas.microsoft.com/office/drawing/2014/main" id="{F71246B0-D9B8-EEDF-1F28-5A21E4F1C143}"/>
              </a:ext>
            </a:extLst>
          </p:cNvPr>
          <p:cNvSpPr/>
          <p:nvPr/>
        </p:nvSpPr>
        <p:spPr bwMode="auto">
          <a:xfrm>
            <a:off x="1656991" y="2918574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75" name="Bevel 16">
            <a:extLst>
              <a:ext uri="{FF2B5EF4-FFF2-40B4-BE49-F238E27FC236}">
                <a16:creationId xmlns:a16="http://schemas.microsoft.com/office/drawing/2014/main" id="{F78C1DA5-292B-AD94-0C60-7F27BC6526C5}"/>
              </a:ext>
            </a:extLst>
          </p:cNvPr>
          <p:cNvSpPr/>
          <p:nvPr/>
        </p:nvSpPr>
        <p:spPr bwMode="auto">
          <a:xfrm>
            <a:off x="1656991" y="3310665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</a:t>
            </a:r>
          </a:p>
        </p:txBody>
      </p:sp>
      <p:sp>
        <p:nvSpPr>
          <p:cNvPr id="76" name="Bevel 16">
            <a:extLst>
              <a:ext uri="{FF2B5EF4-FFF2-40B4-BE49-F238E27FC236}">
                <a16:creationId xmlns:a16="http://schemas.microsoft.com/office/drawing/2014/main" id="{8C67AC6B-EA46-96CE-EC43-5AC777AC093E}"/>
              </a:ext>
            </a:extLst>
          </p:cNvPr>
          <p:cNvSpPr/>
          <p:nvPr/>
        </p:nvSpPr>
        <p:spPr bwMode="auto">
          <a:xfrm>
            <a:off x="1656991" y="3702756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</a:t>
            </a:r>
          </a:p>
        </p:txBody>
      </p:sp>
      <p:sp>
        <p:nvSpPr>
          <p:cNvPr id="77" name="Bevel 16">
            <a:extLst>
              <a:ext uri="{FF2B5EF4-FFF2-40B4-BE49-F238E27FC236}">
                <a16:creationId xmlns:a16="http://schemas.microsoft.com/office/drawing/2014/main" id="{A051C15E-5F71-BC42-5389-BB661C68D367}"/>
              </a:ext>
            </a:extLst>
          </p:cNvPr>
          <p:cNvSpPr/>
          <p:nvPr/>
        </p:nvSpPr>
        <p:spPr bwMode="auto">
          <a:xfrm>
            <a:off x="1656991" y="4094849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78" name="Bevel 16">
            <a:extLst>
              <a:ext uri="{FF2B5EF4-FFF2-40B4-BE49-F238E27FC236}">
                <a16:creationId xmlns:a16="http://schemas.microsoft.com/office/drawing/2014/main" id="{018A484A-66F6-BAAD-AE5A-108CE56F1C40}"/>
              </a:ext>
            </a:extLst>
          </p:cNvPr>
          <p:cNvSpPr/>
          <p:nvPr/>
        </p:nvSpPr>
        <p:spPr bwMode="auto">
          <a:xfrm>
            <a:off x="3957693" y="2526483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内容区域内容</a:t>
            </a:r>
          </a:p>
        </p:txBody>
      </p:sp>
      <p:sp>
        <p:nvSpPr>
          <p:cNvPr id="79" name="Bevel 16">
            <a:extLst>
              <a:ext uri="{FF2B5EF4-FFF2-40B4-BE49-F238E27FC236}">
                <a16:creationId xmlns:a16="http://schemas.microsoft.com/office/drawing/2014/main" id="{9D676891-1572-DAF8-608F-E43ED2DBB171}"/>
              </a:ext>
            </a:extLst>
          </p:cNvPr>
          <p:cNvSpPr/>
          <p:nvPr/>
        </p:nvSpPr>
        <p:spPr bwMode="auto">
          <a:xfrm>
            <a:off x="3957693" y="2918574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80" name="Bevel 16">
            <a:extLst>
              <a:ext uri="{FF2B5EF4-FFF2-40B4-BE49-F238E27FC236}">
                <a16:creationId xmlns:a16="http://schemas.microsoft.com/office/drawing/2014/main" id="{D793463E-EC62-7031-5642-F5C6DB7BD929}"/>
              </a:ext>
            </a:extLst>
          </p:cNvPr>
          <p:cNvSpPr/>
          <p:nvPr/>
        </p:nvSpPr>
        <p:spPr bwMode="auto">
          <a:xfrm>
            <a:off x="3957693" y="3310665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内容区域内容区域</a:t>
            </a:r>
          </a:p>
        </p:txBody>
      </p:sp>
      <p:sp>
        <p:nvSpPr>
          <p:cNvPr id="81" name="Bevel 16">
            <a:extLst>
              <a:ext uri="{FF2B5EF4-FFF2-40B4-BE49-F238E27FC236}">
                <a16:creationId xmlns:a16="http://schemas.microsoft.com/office/drawing/2014/main" id="{DC30E673-3E7A-A239-79AE-7ADB3A77DDC8}"/>
              </a:ext>
            </a:extLst>
          </p:cNvPr>
          <p:cNvSpPr/>
          <p:nvPr/>
        </p:nvSpPr>
        <p:spPr bwMode="auto">
          <a:xfrm>
            <a:off x="3957693" y="3702756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</a:t>
            </a:r>
          </a:p>
        </p:txBody>
      </p:sp>
      <p:sp>
        <p:nvSpPr>
          <p:cNvPr id="82" name="Bevel 16">
            <a:extLst>
              <a:ext uri="{FF2B5EF4-FFF2-40B4-BE49-F238E27FC236}">
                <a16:creationId xmlns:a16="http://schemas.microsoft.com/office/drawing/2014/main" id="{A55EA915-9B86-5DA4-D6E2-DCFF5EDC451A}"/>
              </a:ext>
            </a:extLst>
          </p:cNvPr>
          <p:cNvSpPr/>
          <p:nvPr/>
        </p:nvSpPr>
        <p:spPr bwMode="auto">
          <a:xfrm>
            <a:off x="3957693" y="4094849"/>
            <a:ext cx="18576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83" name="Bevel 16">
            <a:extLst>
              <a:ext uri="{FF2B5EF4-FFF2-40B4-BE49-F238E27FC236}">
                <a16:creationId xmlns:a16="http://schemas.microsoft.com/office/drawing/2014/main" id="{63E49114-1C38-44D8-C3F5-8129ED7D2316}"/>
              </a:ext>
            </a:extLst>
          </p:cNvPr>
          <p:cNvSpPr/>
          <p:nvPr/>
        </p:nvSpPr>
        <p:spPr bwMode="auto">
          <a:xfrm>
            <a:off x="6261116" y="2526483"/>
            <a:ext cx="1857600" cy="36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84" name="Bevel 16">
            <a:extLst>
              <a:ext uri="{FF2B5EF4-FFF2-40B4-BE49-F238E27FC236}">
                <a16:creationId xmlns:a16="http://schemas.microsoft.com/office/drawing/2014/main" id="{102B52D5-9152-A0BE-55F9-CDA6D70797B8}"/>
              </a:ext>
            </a:extLst>
          </p:cNvPr>
          <p:cNvSpPr/>
          <p:nvPr/>
        </p:nvSpPr>
        <p:spPr bwMode="auto">
          <a:xfrm>
            <a:off x="6261116" y="3025580"/>
            <a:ext cx="1857600" cy="36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85" name="Bevel 16">
            <a:extLst>
              <a:ext uri="{FF2B5EF4-FFF2-40B4-BE49-F238E27FC236}">
                <a16:creationId xmlns:a16="http://schemas.microsoft.com/office/drawing/2014/main" id="{CA1223F5-44A6-39EB-D7AA-9C145A737010}"/>
              </a:ext>
            </a:extLst>
          </p:cNvPr>
          <p:cNvSpPr/>
          <p:nvPr/>
        </p:nvSpPr>
        <p:spPr bwMode="auto">
          <a:xfrm>
            <a:off x="6261116" y="3524677"/>
            <a:ext cx="1857600" cy="36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内容区域内容区域</a:t>
            </a:r>
          </a:p>
        </p:txBody>
      </p:sp>
      <p:sp>
        <p:nvSpPr>
          <p:cNvPr id="86" name="Bevel 16">
            <a:extLst>
              <a:ext uri="{FF2B5EF4-FFF2-40B4-BE49-F238E27FC236}">
                <a16:creationId xmlns:a16="http://schemas.microsoft.com/office/drawing/2014/main" id="{E3406427-130A-4C6B-9F72-FE9BE0C43D7A}"/>
              </a:ext>
            </a:extLst>
          </p:cNvPr>
          <p:cNvSpPr/>
          <p:nvPr/>
        </p:nvSpPr>
        <p:spPr bwMode="auto">
          <a:xfrm>
            <a:off x="6261116" y="4023773"/>
            <a:ext cx="1857600" cy="360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内容区域内容区域</a:t>
            </a:r>
          </a:p>
        </p:txBody>
      </p:sp>
      <p:sp>
        <p:nvSpPr>
          <p:cNvPr id="87" name="Bevel 16">
            <a:extLst>
              <a:ext uri="{FF2B5EF4-FFF2-40B4-BE49-F238E27FC236}">
                <a16:creationId xmlns:a16="http://schemas.microsoft.com/office/drawing/2014/main" id="{D750AC27-5D0D-ECE7-79A6-42442D29ADCC}"/>
              </a:ext>
            </a:extLst>
          </p:cNvPr>
          <p:cNvSpPr/>
          <p:nvPr/>
        </p:nvSpPr>
        <p:spPr bwMode="auto">
          <a:xfrm>
            <a:off x="8564541" y="2526483"/>
            <a:ext cx="1857600" cy="50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</a:t>
            </a:r>
          </a:p>
        </p:txBody>
      </p:sp>
      <p:sp>
        <p:nvSpPr>
          <p:cNvPr id="88" name="Bevel 16">
            <a:extLst>
              <a:ext uri="{FF2B5EF4-FFF2-40B4-BE49-F238E27FC236}">
                <a16:creationId xmlns:a16="http://schemas.microsoft.com/office/drawing/2014/main" id="{EF4EA6C7-F085-8EC7-BEF5-D06C88412C42}"/>
              </a:ext>
            </a:extLst>
          </p:cNvPr>
          <p:cNvSpPr/>
          <p:nvPr/>
        </p:nvSpPr>
        <p:spPr bwMode="auto">
          <a:xfrm>
            <a:off x="8564541" y="3203602"/>
            <a:ext cx="1857600" cy="50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</a:t>
            </a:r>
          </a:p>
        </p:txBody>
      </p:sp>
      <p:sp>
        <p:nvSpPr>
          <p:cNvPr id="89" name="Bevel 16">
            <a:extLst>
              <a:ext uri="{FF2B5EF4-FFF2-40B4-BE49-F238E27FC236}">
                <a16:creationId xmlns:a16="http://schemas.microsoft.com/office/drawing/2014/main" id="{E597AB83-9BF0-99B9-288D-11CD229F782A}"/>
              </a:ext>
            </a:extLst>
          </p:cNvPr>
          <p:cNvSpPr/>
          <p:nvPr/>
        </p:nvSpPr>
        <p:spPr bwMode="auto">
          <a:xfrm>
            <a:off x="8564541" y="3880721"/>
            <a:ext cx="1857600" cy="50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round/>
            <a:headEnd type="oval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6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内容区域区域</a:t>
            </a:r>
          </a:p>
        </p:txBody>
      </p:sp>
      <p:sp>
        <p:nvSpPr>
          <p:cNvPr id="90" name="Bevel 16">
            <a:extLst>
              <a:ext uri="{FF2B5EF4-FFF2-40B4-BE49-F238E27FC236}">
                <a16:creationId xmlns:a16="http://schemas.microsoft.com/office/drawing/2014/main" id="{3678D1EF-8E0C-E2C7-DF85-A0E7838502A5}"/>
              </a:ext>
            </a:extLst>
          </p:cNvPr>
          <p:cNvSpPr/>
          <p:nvPr/>
        </p:nvSpPr>
        <p:spPr bwMode="auto">
          <a:xfrm>
            <a:off x="3663199" y="4794066"/>
            <a:ext cx="2154816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微软雅黑"/>
              </a:rPr>
              <a:t>内容区域</a:t>
            </a:r>
          </a:p>
        </p:txBody>
      </p:sp>
      <p:sp>
        <p:nvSpPr>
          <p:cNvPr id="91" name="Bevel 16">
            <a:extLst>
              <a:ext uri="{FF2B5EF4-FFF2-40B4-BE49-F238E27FC236}">
                <a16:creationId xmlns:a16="http://schemas.microsoft.com/office/drawing/2014/main" id="{07E6CE8F-916D-03E3-2938-321C16C3735F}"/>
              </a:ext>
            </a:extLst>
          </p:cNvPr>
          <p:cNvSpPr/>
          <p:nvPr/>
        </p:nvSpPr>
        <p:spPr bwMode="auto">
          <a:xfrm>
            <a:off x="3663199" y="5136728"/>
            <a:ext cx="2154816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微软雅黑"/>
              </a:rPr>
              <a:t>内容区域内容</a:t>
            </a:r>
          </a:p>
        </p:txBody>
      </p:sp>
      <p:sp>
        <p:nvSpPr>
          <p:cNvPr id="92" name="Bevel 16">
            <a:extLst>
              <a:ext uri="{FF2B5EF4-FFF2-40B4-BE49-F238E27FC236}">
                <a16:creationId xmlns:a16="http://schemas.microsoft.com/office/drawing/2014/main" id="{203D59CF-581A-8F69-C769-DBE6E9B71366}"/>
              </a:ext>
            </a:extLst>
          </p:cNvPr>
          <p:cNvSpPr/>
          <p:nvPr/>
        </p:nvSpPr>
        <p:spPr bwMode="auto">
          <a:xfrm>
            <a:off x="5966623" y="4794066"/>
            <a:ext cx="2152093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微软雅黑"/>
              </a:rPr>
              <a:t>内容区域</a:t>
            </a:r>
          </a:p>
        </p:txBody>
      </p:sp>
      <p:sp>
        <p:nvSpPr>
          <p:cNvPr id="93" name="Bevel 16">
            <a:extLst>
              <a:ext uri="{FF2B5EF4-FFF2-40B4-BE49-F238E27FC236}">
                <a16:creationId xmlns:a16="http://schemas.microsoft.com/office/drawing/2014/main" id="{4D11AAE3-1BB3-CE9E-C7BF-411E6A88FCA2}"/>
              </a:ext>
            </a:extLst>
          </p:cNvPr>
          <p:cNvSpPr/>
          <p:nvPr/>
        </p:nvSpPr>
        <p:spPr bwMode="auto">
          <a:xfrm>
            <a:off x="5966623" y="5136728"/>
            <a:ext cx="2152093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微软雅黑"/>
              </a:rPr>
              <a:t>内容区域内容区域</a:t>
            </a:r>
          </a:p>
        </p:txBody>
      </p:sp>
      <p:sp>
        <p:nvSpPr>
          <p:cNvPr id="94" name="Bevel 16">
            <a:extLst>
              <a:ext uri="{FF2B5EF4-FFF2-40B4-BE49-F238E27FC236}">
                <a16:creationId xmlns:a16="http://schemas.microsoft.com/office/drawing/2014/main" id="{4665E7D5-C25E-1905-8D06-BD085B246776}"/>
              </a:ext>
            </a:extLst>
          </p:cNvPr>
          <p:cNvSpPr/>
          <p:nvPr/>
        </p:nvSpPr>
        <p:spPr bwMode="auto">
          <a:xfrm>
            <a:off x="8272769" y="4794066"/>
            <a:ext cx="2149372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微软雅黑"/>
              </a:rPr>
              <a:t>内容区域</a:t>
            </a:r>
          </a:p>
        </p:txBody>
      </p:sp>
      <p:sp>
        <p:nvSpPr>
          <p:cNvPr id="95" name="Bevel 16">
            <a:extLst>
              <a:ext uri="{FF2B5EF4-FFF2-40B4-BE49-F238E27FC236}">
                <a16:creationId xmlns:a16="http://schemas.microsoft.com/office/drawing/2014/main" id="{EE55B700-4FA6-223E-0314-A0D8A793BC78}"/>
              </a:ext>
            </a:extLst>
          </p:cNvPr>
          <p:cNvSpPr/>
          <p:nvPr/>
        </p:nvSpPr>
        <p:spPr bwMode="auto">
          <a:xfrm>
            <a:off x="8272769" y="5136728"/>
            <a:ext cx="2149372" cy="252000"/>
          </a:xfrm>
          <a:prstGeom prst="rect">
            <a:avLst/>
          </a:prstGeom>
          <a:solidFill>
            <a:srgbClr val="FFF1EF">
              <a:alpha val="56000"/>
            </a:srgbClr>
          </a:solidFill>
          <a:ln w="3175" cap="flat" cmpd="sng" algn="ctr">
            <a:solidFill>
              <a:srgbClr val="C00000">
                <a:alpha val="45000"/>
              </a:srgbClr>
            </a:solidFill>
            <a:prstDash val="solid"/>
            <a:miter lim="800000"/>
          </a:ln>
          <a:effectLst/>
        </p:spPr>
        <p:txBody>
          <a:bodyPr vert="horz" wrap="none" lIns="0" tIns="0" rIns="0" bIns="0" rtlCol="0" anchor="ctr">
            <a:noAutofit/>
          </a:bodyPr>
          <a:lstStyle/>
          <a:p>
            <a:pPr algn="ctr" defTabSz="929019"/>
            <a:r>
              <a:rPr lang="zh-CN" altLang="en-US" sz="1000" kern="0" dirty="0">
                <a:solidFill>
                  <a:srgbClr val="C00000"/>
                </a:solidFill>
                <a:latin typeface="微软雅黑"/>
              </a:rPr>
              <a:t>内容区域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332C2A81-9B9C-4CC4-0180-AD38FCF3E97D}"/>
              </a:ext>
            </a:extLst>
          </p:cNvPr>
          <p:cNvSpPr/>
          <p:nvPr/>
        </p:nvSpPr>
        <p:spPr>
          <a:xfrm>
            <a:off x="6683636" y="1851815"/>
            <a:ext cx="178569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743F0B50-9348-A42C-F060-29DA065C5930}"/>
              </a:ext>
            </a:extLst>
          </p:cNvPr>
          <p:cNvSpPr/>
          <p:nvPr/>
        </p:nvSpPr>
        <p:spPr>
          <a:xfrm>
            <a:off x="3147813" y="4994823"/>
            <a:ext cx="178569" cy="1800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F94189E2-FC9A-8F00-B368-1BA6DE096F88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99" name="矩形 98">
              <a:hlinkClick r:id="rId2" action="ppaction://hlinksldjump"/>
              <a:extLst>
                <a:ext uri="{FF2B5EF4-FFF2-40B4-BE49-F238E27FC236}">
                  <a16:creationId xmlns:a16="http://schemas.microsoft.com/office/drawing/2014/main" id="{4BA544EF-A765-C212-9501-A333BBB573EE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00" name="直接连接符 99">
              <a:hlinkClick r:id="rId2" action="ppaction://hlinksldjump"/>
              <a:extLst>
                <a:ext uri="{FF2B5EF4-FFF2-40B4-BE49-F238E27FC236}">
                  <a16:creationId xmlns:a16="http://schemas.microsoft.com/office/drawing/2014/main" id="{F49E47CB-0765-39FA-A4D6-D789FC3CF2C9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51972ACA-BE63-F02D-292D-21CB7DF3E17C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02" name="矩形 101">
              <a:hlinkClick r:id="rId2" action="ppaction://hlinksldjump"/>
              <a:extLst>
                <a:ext uri="{FF2B5EF4-FFF2-40B4-BE49-F238E27FC236}">
                  <a16:creationId xmlns:a16="http://schemas.microsoft.com/office/drawing/2014/main" id="{C20EFCDC-0E5C-F9B2-C169-9D73F42CE9D6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03" name="直接连接符 102">
              <a:hlinkClick r:id="rId2" action="ppaction://hlinksldjump"/>
              <a:extLst>
                <a:ext uri="{FF2B5EF4-FFF2-40B4-BE49-F238E27FC236}">
                  <a16:creationId xmlns:a16="http://schemas.microsoft.com/office/drawing/2014/main" id="{133A1BB0-20CD-EF18-169D-04BF8B0F8AAB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9334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5319437-8CD5-6231-C82C-E21B89FD98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03"/>
          <a:stretch/>
        </p:blipFill>
        <p:spPr bwMode="auto">
          <a:xfrm>
            <a:off x="6311604" y="1215977"/>
            <a:ext cx="4320000" cy="212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401D99F9-7F72-DE78-46C4-40B756F4CB93}"/>
              </a:ext>
            </a:extLst>
          </p:cNvPr>
          <p:cNvSpPr/>
          <p:nvPr/>
        </p:nvSpPr>
        <p:spPr>
          <a:xfrm>
            <a:off x="6311604" y="1215977"/>
            <a:ext cx="4320000" cy="2124373"/>
          </a:xfrm>
          <a:prstGeom prst="roundRect">
            <a:avLst>
              <a:gd name="adj" fmla="val 0"/>
            </a:avLst>
          </a:prstGeom>
          <a:gradFill>
            <a:gsLst>
              <a:gs pos="12000">
                <a:srgbClr val="FFFFFF">
                  <a:alpha val="0"/>
                </a:srgbClr>
              </a:gs>
              <a:gs pos="80000">
                <a:srgbClr val="FFFFFF"/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FC3ED82-CF7A-F9FD-8C10-64ACD8938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0912" y="1633164"/>
            <a:ext cx="4320000" cy="216905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2A962261-5D6E-64E9-6E05-C03C7C5E75B6}"/>
              </a:ext>
            </a:extLst>
          </p:cNvPr>
          <p:cNvSpPr/>
          <p:nvPr/>
        </p:nvSpPr>
        <p:spPr>
          <a:xfrm>
            <a:off x="1330912" y="1633162"/>
            <a:ext cx="4320000" cy="2226780"/>
          </a:xfrm>
          <a:prstGeom prst="roundRect">
            <a:avLst>
              <a:gd name="adj" fmla="val 0"/>
            </a:avLst>
          </a:prstGeom>
          <a:gradFill>
            <a:gsLst>
              <a:gs pos="32000">
                <a:srgbClr val="FFFFFF">
                  <a:alpha val="0"/>
                </a:srgbClr>
              </a:gs>
              <a:gs pos="80000">
                <a:srgbClr val="FFFFFF"/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0EE0BE35-0942-E168-92CC-6438768D410F}"/>
              </a:ext>
            </a:extLst>
          </p:cNvPr>
          <p:cNvSpPr/>
          <p:nvPr/>
        </p:nvSpPr>
        <p:spPr>
          <a:xfrm>
            <a:off x="517524" y="4147163"/>
            <a:ext cx="11054357" cy="324000"/>
          </a:xfrm>
          <a:prstGeom prst="homePlate">
            <a:avLst>
              <a:gd name="adj" fmla="val 67392"/>
            </a:avLst>
          </a:prstGeom>
          <a:gradFill flip="none" rotWithShape="1">
            <a:gsLst>
              <a:gs pos="400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sz="1600" b="1" kern="0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F9FDB6-D464-B564-C8B5-7B1B5C43F1E7}"/>
              </a:ext>
            </a:extLst>
          </p:cNvPr>
          <p:cNvSpPr txBox="1"/>
          <p:nvPr/>
        </p:nvSpPr>
        <p:spPr>
          <a:xfrm>
            <a:off x="518381" y="262300"/>
            <a:ext cx="11160000" cy="3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noAutofit/>
          </a:bodyPr>
          <a:lstStyle>
            <a:lvl1pPr indent="0" defTabSz="1215564">
              <a:lnSpc>
                <a:spcPct val="90000"/>
              </a:lnSpc>
              <a:spcBef>
                <a:spcPct val="0"/>
              </a:spcBef>
              <a:buFontTx/>
              <a:buNone/>
              <a:defRPr sz="2798" b="1" baseline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593662" indent="0" algn="ctr" defTabSz="913760">
              <a:lnSpc>
                <a:spcPct val="90000"/>
              </a:lnSpc>
              <a:spcBef>
                <a:spcPts val="500"/>
              </a:spcBef>
              <a:buFontTx/>
              <a:buNone/>
              <a:defRPr sz="2597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87323" indent="0" algn="ctr" defTabSz="913760">
              <a:lnSpc>
                <a:spcPct val="90000"/>
              </a:lnSpc>
              <a:spcBef>
                <a:spcPts val="500"/>
              </a:spcBef>
              <a:buFontTx/>
              <a:buNone/>
              <a:defRPr sz="2337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80986" indent="0" algn="ctr" defTabSz="913760">
              <a:lnSpc>
                <a:spcPct val="90000"/>
              </a:lnSpc>
              <a:spcBef>
                <a:spcPts val="500"/>
              </a:spcBef>
              <a:buFontTx/>
              <a:buNone/>
              <a:defRPr sz="2078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74648" indent="0" algn="ctr" defTabSz="913760">
              <a:lnSpc>
                <a:spcPct val="90000"/>
              </a:lnSpc>
              <a:spcBef>
                <a:spcPts val="500"/>
              </a:spcBef>
              <a:buFontTx/>
              <a:buNone/>
              <a:defRPr sz="2078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968309" indent="0" algn="ctr" defTabSz="91376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6pPr>
            <a:lvl7pPr marL="3561971" indent="0" algn="ctr" defTabSz="91376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7pPr>
            <a:lvl8pPr marL="4155634" indent="0" algn="ctr" defTabSz="91376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8pPr>
            <a:lvl9pPr marL="4749295" indent="0" algn="ctr" defTabSz="91376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78"/>
            </a:lvl9pPr>
          </a:lstStyle>
          <a:p>
            <a:pPr>
              <a:lnSpc>
                <a:spcPct val="100000"/>
              </a:lnSpc>
            </a:pPr>
            <a:r>
              <a:rPr lang="zh-CN" altLang="en-US" sz="2400" dirty="0">
                <a:latin typeface="微软雅黑"/>
                <a:ea typeface="微软雅黑"/>
              </a:rPr>
              <a:t>页面参考 </a:t>
            </a:r>
            <a:r>
              <a:rPr lang="en-US" altLang="zh-CN" sz="2000" dirty="0">
                <a:latin typeface="微软雅黑"/>
                <a:ea typeface="微软雅黑"/>
              </a:rPr>
              <a:t>– </a:t>
            </a:r>
            <a:r>
              <a:rPr lang="zh-CN" altLang="en-US" sz="2000" dirty="0">
                <a:latin typeface="微软雅黑"/>
                <a:ea typeface="微软雅黑"/>
              </a:rPr>
              <a:t>时间轴流程图</a:t>
            </a:r>
            <a:endParaRPr lang="zh-CN" altLang="en-US" sz="2400" dirty="0">
              <a:latin typeface="微软雅黑"/>
              <a:ea typeface="微软雅黑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383CB45F-2D5E-6126-C55F-3D83A643D76B}"/>
              </a:ext>
            </a:extLst>
          </p:cNvPr>
          <p:cNvSpPr/>
          <p:nvPr/>
        </p:nvSpPr>
        <p:spPr>
          <a:xfrm>
            <a:off x="1213116" y="2796320"/>
            <a:ext cx="10058400" cy="1219671"/>
          </a:xfrm>
          <a:custGeom>
            <a:avLst/>
            <a:gdLst>
              <a:gd name="connsiteX0" fmla="*/ 0 w 8761615"/>
              <a:gd name="connsiteY0" fmla="*/ 1695797 h 1695797"/>
              <a:gd name="connsiteX1" fmla="*/ 1895302 w 8761615"/>
              <a:gd name="connsiteY1" fmla="*/ 1645920 h 1695797"/>
              <a:gd name="connsiteX2" fmla="*/ 3956858 w 8761615"/>
              <a:gd name="connsiteY2" fmla="*/ 1479666 h 1695797"/>
              <a:gd name="connsiteX3" fmla="*/ 5424055 w 8761615"/>
              <a:gd name="connsiteY3" fmla="*/ 1213658 h 1695797"/>
              <a:gd name="connsiteX4" fmla="*/ 6978535 w 8761615"/>
              <a:gd name="connsiteY4" fmla="*/ 839586 h 1695797"/>
              <a:gd name="connsiteX5" fmla="*/ 8761615 w 8761615"/>
              <a:gd name="connsiteY5" fmla="*/ 0 h 1695797"/>
              <a:gd name="connsiteX6" fmla="*/ 8761615 w 8761615"/>
              <a:gd name="connsiteY6" fmla="*/ 0 h 1695797"/>
              <a:gd name="connsiteX7" fmla="*/ 8761615 w 8761615"/>
              <a:gd name="connsiteY7" fmla="*/ 4157 h 1695797"/>
              <a:gd name="connsiteX8" fmla="*/ 8761615 w 8761615"/>
              <a:gd name="connsiteY8" fmla="*/ 4157 h 1695797"/>
              <a:gd name="connsiteX0" fmla="*/ 0 w 8761615"/>
              <a:gd name="connsiteY0" fmla="*/ 1695797 h 1695797"/>
              <a:gd name="connsiteX1" fmla="*/ 1895302 w 8761615"/>
              <a:gd name="connsiteY1" fmla="*/ 1645920 h 1695797"/>
              <a:gd name="connsiteX2" fmla="*/ 3956858 w 8761615"/>
              <a:gd name="connsiteY2" fmla="*/ 1479666 h 1695797"/>
              <a:gd name="connsiteX3" fmla="*/ 5424055 w 8761615"/>
              <a:gd name="connsiteY3" fmla="*/ 1213658 h 1695797"/>
              <a:gd name="connsiteX4" fmla="*/ 6978535 w 8761615"/>
              <a:gd name="connsiteY4" fmla="*/ 839586 h 1695797"/>
              <a:gd name="connsiteX5" fmla="*/ 8761615 w 8761615"/>
              <a:gd name="connsiteY5" fmla="*/ 0 h 1695797"/>
              <a:gd name="connsiteX6" fmla="*/ 8761615 w 8761615"/>
              <a:gd name="connsiteY6" fmla="*/ 0 h 1695797"/>
              <a:gd name="connsiteX7" fmla="*/ 8761615 w 8761615"/>
              <a:gd name="connsiteY7" fmla="*/ 4157 h 1695797"/>
              <a:gd name="connsiteX8" fmla="*/ 8761615 w 8761615"/>
              <a:gd name="connsiteY8" fmla="*/ 4157 h 1695797"/>
              <a:gd name="connsiteX0" fmla="*/ 0 w 8761615"/>
              <a:gd name="connsiteY0" fmla="*/ 1695797 h 1695797"/>
              <a:gd name="connsiteX1" fmla="*/ 1895302 w 8761615"/>
              <a:gd name="connsiteY1" fmla="*/ 1645920 h 1695797"/>
              <a:gd name="connsiteX2" fmla="*/ 3956858 w 8761615"/>
              <a:gd name="connsiteY2" fmla="*/ 1479666 h 1695797"/>
              <a:gd name="connsiteX3" fmla="*/ 5438805 w 8761615"/>
              <a:gd name="connsiteY3" fmla="*/ 1243086 h 1695797"/>
              <a:gd name="connsiteX4" fmla="*/ 6978535 w 8761615"/>
              <a:gd name="connsiteY4" fmla="*/ 839586 h 1695797"/>
              <a:gd name="connsiteX5" fmla="*/ 8761615 w 8761615"/>
              <a:gd name="connsiteY5" fmla="*/ 0 h 1695797"/>
              <a:gd name="connsiteX6" fmla="*/ 8761615 w 8761615"/>
              <a:gd name="connsiteY6" fmla="*/ 0 h 1695797"/>
              <a:gd name="connsiteX7" fmla="*/ 8761615 w 8761615"/>
              <a:gd name="connsiteY7" fmla="*/ 4157 h 1695797"/>
              <a:gd name="connsiteX8" fmla="*/ 8761615 w 8761615"/>
              <a:gd name="connsiteY8" fmla="*/ 4157 h 169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61615" h="1695797">
                <a:moveTo>
                  <a:pt x="0" y="1695797"/>
                </a:moveTo>
                <a:cubicBezTo>
                  <a:pt x="617913" y="1688869"/>
                  <a:pt x="1235826" y="1681942"/>
                  <a:pt x="1895302" y="1645920"/>
                </a:cubicBezTo>
                <a:cubicBezTo>
                  <a:pt x="2554778" y="1609898"/>
                  <a:pt x="3366274" y="1546805"/>
                  <a:pt x="3956858" y="1479666"/>
                </a:cubicBezTo>
                <a:cubicBezTo>
                  <a:pt x="4547442" y="1412527"/>
                  <a:pt x="4935192" y="1349766"/>
                  <a:pt x="5438805" y="1243086"/>
                </a:cubicBezTo>
                <a:cubicBezTo>
                  <a:pt x="5942418" y="1136406"/>
                  <a:pt x="6424733" y="1046767"/>
                  <a:pt x="6978535" y="839586"/>
                </a:cubicBezTo>
                <a:cubicBezTo>
                  <a:pt x="7532337" y="632405"/>
                  <a:pt x="8761615" y="0"/>
                  <a:pt x="8761615" y="0"/>
                </a:cubicBezTo>
                <a:lnTo>
                  <a:pt x="8761615" y="0"/>
                </a:lnTo>
                <a:lnTo>
                  <a:pt x="8761615" y="4157"/>
                </a:lnTo>
                <a:lnTo>
                  <a:pt x="8761615" y="4157"/>
                </a:lnTo>
              </a:path>
            </a:pathLst>
          </a:custGeom>
          <a:noFill/>
          <a:ln w="63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59496EA-8192-991B-E844-13852BF0EF3D}"/>
              </a:ext>
            </a:extLst>
          </p:cNvPr>
          <p:cNvCxnSpPr>
            <a:cxnSpLocks/>
          </p:cNvCxnSpPr>
          <p:nvPr/>
        </p:nvCxnSpPr>
        <p:spPr>
          <a:xfrm flipV="1">
            <a:off x="4640751" y="3622117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6879795-7237-3703-4EC3-3B22C8BA0A66}"/>
              </a:ext>
            </a:extLst>
          </p:cNvPr>
          <p:cNvCxnSpPr>
            <a:cxnSpLocks/>
          </p:cNvCxnSpPr>
          <p:nvPr/>
        </p:nvCxnSpPr>
        <p:spPr>
          <a:xfrm flipV="1">
            <a:off x="7314031" y="3227524"/>
            <a:ext cx="0" cy="91100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7BB888B-8E8C-F6E8-D304-FB89621F9CA6}"/>
              </a:ext>
            </a:extLst>
          </p:cNvPr>
          <p:cNvCxnSpPr>
            <a:cxnSpLocks/>
          </p:cNvCxnSpPr>
          <p:nvPr/>
        </p:nvCxnSpPr>
        <p:spPr>
          <a:xfrm flipV="1">
            <a:off x="9680649" y="2851692"/>
            <a:ext cx="0" cy="1286834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ECAA52F-C424-53DE-6FF6-FB86A6A33587}"/>
              </a:ext>
            </a:extLst>
          </p:cNvPr>
          <p:cNvCxnSpPr>
            <a:cxnSpLocks/>
          </p:cNvCxnSpPr>
          <p:nvPr/>
        </p:nvCxnSpPr>
        <p:spPr>
          <a:xfrm flipV="1">
            <a:off x="2278367" y="3622117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AC26C93-B870-6120-5C5B-6BE6627B7BA4}"/>
              </a:ext>
            </a:extLst>
          </p:cNvPr>
          <p:cNvSpPr txBox="1"/>
          <p:nvPr/>
        </p:nvSpPr>
        <p:spPr>
          <a:xfrm>
            <a:off x="9213569" y="5011493"/>
            <a:ext cx="1042160" cy="10770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EA93445-482D-8E73-1B39-44850C0DECA7}"/>
              </a:ext>
            </a:extLst>
          </p:cNvPr>
          <p:cNvSpPr/>
          <p:nvPr/>
        </p:nvSpPr>
        <p:spPr>
          <a:xfrm>
            <a:off x="4586751" y="3867209"/>
            <a:ext cx="108000" cy="1080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1D1D1A"/>
            </a:solidFill>
            <a:prstDash val="solid"/>
            <a:miter lim="800000"/>
          </a:ln>
          <a:effectLst>
            <a:outerShdw blurRad="50800" dist="38100" dir="5400000" algn="t" rotWithShape="0">
              <a:srgbClr val="1D1D1A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1B82353-BA7B-C05E-560D-87EF8A38F158}"/>
              </a:ext>
            </a:extLst>
          </p:cNvPr>
          <p:cNvSpPr/>
          <p:nvPr/>
        </p:nvSpPr>
        <p:spPr>
          <a:xfrm>
            <a:off x="9626649" y="3214043"/>
            <a:ext cx="108000" cy="1080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38100" dir="5400000" algn="t" rotWithShape="0">
              <a:srgbClr val="C7000B">
                <a:lumMod val="75000"/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DF49E95-E8C3-36DE-8B67-049034ACC6A4}"/>
              </a:ext>
            </a:extLst>
          </p:cNvPr>
          <p:cNvSpPr/>
          <p:nvPr/>
        </p:nvSpPr>
        <p:spPr>
          <a:xfrm>
            <a:off x="7260031" y="3656807"/>
            <a:ext cx="108000" cy="1080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1D1D1A"/>
            </a:solidFill>
            <a:prstDash val="solid"/>
            <a:miter lim="800000"/>
          </a:ln>
          <a:effectLst>
            <a:outerShdw blurRad="50800" dist="38100" dir="5400000" algn="t" rotWithShape="0">
              <a:srgbClr val="1D1D1A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24E7F2-173C-3267-3CCA-97416868708A}"/>
              </a:ext>
            </a:extLst>
          </p:cNvPr>
          <p:cNvSpPr/>
          <p:nvPr/>
        </p:nvSpPr>
        <p:spPr>
          <a:xfrm>
            <a:off x="2224367" y="3941032"/>
            <a:ext cx="108000" cy="1080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1D1D1A"/>
            </a:solidFill>
            <a:prstDash val="solid"/>
            <a:miter lim="800000"/>
          </a:ln>
          <a:effectLst>
            <a:outerShdw blurRad="50800" dist="38100" dir="5400000" algn="t" rotWithShape="0">
              <a:srgbClr val="1D1D1A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圆角矩形 48">
            <a:extLst>
              <a:ext uri="{FF2B5EF4-FFF2-40B4-BE49-F238E27FC236}">
                <a16:creationId xmlns:a16="http://schemas.microsoft.com/office/drawing/2014/main" id="{85E5CDC7-F695-8383-205A-159652BB3314}"/>
              </a:ext>
            </a:extLst>
          </p:cNvPr>
          <p:cNvSpPr/>
          <p:nvPr/>
        </p:nvSpPr>
        <p:spPr>
          <a:xfrm>
            <a:off x="6918031" y="4210172"/>
            <a:ext cx="792000" cy="216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rgbClr val="C00000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2023</a:t>
            </a:r>
            <a:endParaRPr lang="zh-CN" altLang="en-US" sz="1200" b="1" kern="0" dirty="0">
              <a:solidFill>
                <a:srgbClr val="1D1D1A"/>
              </a:solidFill>
              <a:latin typeface="微软雅黑"/>
              <a:cs typeface="+mn-ea"/>
              <a:sym typeface="+mn-lt"/>
            </a:endParaRPr>
          </a:p>
        </p:txBody>
      </p:sp>
      <p:sp>
        <p:nvSpPr>
          <p:cNvPr id="21" name="圆角矩形 48">
            <a:extLst>
              <a:ext uri="{FF2B5EF4-FFF2-40B4-BE49-F238E27FC236}">
                <a16:creationId xmlns:a16="http://schemas.microsoft.com/office/drawing/2014/main" id="{37BF68DD-E2E9-FBD3-E0B5-14FAABDF8843}"/>
              </a:ext>
            </a:extLst>
          </p:cNvPr>
          <p:cNvSpPr/>
          <p:nvPr/>
        </p:nvSpPr>
        <p:spPr>
          <a:xfrm>
            <a:off x="1882367" y="4210172"/>
            <a:ext cx="792000" cy="216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rgbClr val="C00000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2021</a:t>
            </a:r>
            <a:endParaRPr lang="zh-CN" altLang="en-US" sz="1200" b="1" kern="0" dirty="0">
              <a:solidFill>
                <a:srgbClr val="1D1D1A"/>
              </a:solidFill>
              <a:latin typeface="微软雅黑"/>
              <a:cs typeface="+mn-ea"/>
              <a:sym typeface="+mn-lt"/>
            </a:endParaRPr>
          </a:p>
        </p:txBody>
      </p:sp>
      <p:sp>
        <p:nvSpPr>
          <p:cNvPr id="22" name="圆角矩形 48">
            <a:extLst>
              <a:ext uri="{FF2B5EF4-FFF2-40B4-BE49-F238E27FC236}">
                <a16:creationId xmlns:a16="http://schemas.microsoft.com/office/drawing/2014/main" id="{BA6B407B-CF90-85C7-F207-AB60A680D1A0}"/>
              </a:ext>
            </a:extLst>
          </p:cNvPr>
          <p:cNvSpPr/>
          <p:nvPr/>
        </p:nvSpPr>
        <p:spPr>
          <a:xfrm>
            <a:off x="4244751" y="4210172"/>
            <a:ext cx="792000" cy="216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rgbClr val="C00000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微软雅黑"/>
                <a:cs typeface="+mn-ea"/>
                <a:sym typeface="+mn-lt"/>
              </a:rPr>
              <a:t>2022</a:t>
            </a:r>
            <a:endParaRPr lang="zh-CN" altLang="en-US" sz="1200" b="1" kern="0" dirty="0">
              <a:solidFill>
                <a:srgbClr val="1D1D1A"/>
              </a:solidFill>
              <a:latin typeface="微软雅黑"/>
              <a:cs typeface="+mn-ea"/>
              <a:sym typeface="+mn-lt"/>
            </a:endParaRPr>
          </a:p>
        </p:txBody>
      </p:sp>
      <p:sp>
        <p:nvSpPr>
          <p:cNvPr id="23" name="圆角矩形 48">
            <a:extLst>
              <a:ext uri="{FF2B5EF4-FFF2-40B4-BE49-F238E27FC236}">
                <a16:creationId xmlns:a16="http://schemas.microsoft.com/office/drawing/2014/main" id="{A9CFEF06-6264-0ACB-6B7F-085BB6311ACF}"/>
              </a:ext>
            </a:extLst>
          </p:cNvPr>
          <p:cNvSpPr/>
          <p:nvPr/>
        </p:nvSpPr>
        <p:spPr>
          <a:xfrm>
            <a:off x="9280416" y="4210172"/>
            <a:ext cx="792000" cy="2160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127000" dist="63500" dir="5400000" algn="t" rotWithShape="0">
              <a:srgbClr val="C00000">
                <a:alpha val="10000"/>
              </a:srgbClr>
            </a:outerShdw>
          </a:effectLst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12">
              <a:defRPr/>
            </a:pPr>
            <a:r>
              <a:rPr lang="en-US" altLang="zh-CN" sz="1200" b="1" kern="0" dirty="0">
                <a:solidFill>
                  <a:srgbClr val="FFFFFF"/>
                </a:solidFill>
                <a:latin typeface="微软雅黑"/>
                <a:cs typeface="+mn-ea"/>
                <a:sym typeface="+mn-lt"/>
              </a:rPr>
              <a:t>2024</a:t>
            </a:r>
            <a:endParaRPr lang="zh-CN" altLang="en-US" sz="1200" b="1" kern="0" dirty="0">
              <a:solidFill>
                <a:srgbClr val="FFFFFF"/>
              </a:solidFill>
              <a:latin typeface="微软雅黑"/>
              <a:cs typeface="+mn-ea"/>
              <a:sym typeface="+mn-lt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0761FBC-AB5F-851C-81BF-7F39C99195ED}"/>
              </a:ext>
            </a:extLst>
          </p:cNvPr>
          <p:cNvCxnSpPr>
            <a:cxnSpLocks/>
          </p:cNvCxnSpPr>
          <p:nvPr/>
        </p:nvCxnSpPr>
        <p:spPr>
          <a:xfrm>
            <a:off x="2278367" y="4487392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E86B46F-9F5D-8521-2719-F983892FDAB5}"/>
              </a:ext>
            </a:extLst>
          </p:cNvPr>
          <p:cNvCxnSpPr>
            <a:cxnSpLocks/>
          </p:cNvCxnSpPr>
          <p:nvPr/>
        </p:nvCxnSpPr>
        <p:spPr>
          <a:xfrm>
            <a:off x="4640751" y="4487392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650F367-028F-4CB4-6FF5-410B8D94344F}"/>
              </a:ext>
            </a:extLst>
          </p:cNvPr>
          <p:cNvCxnSpPr>
            <a:cxnSpLocks/>
          </p:cNvCxnSpPr>
          <p:nvPr/>
        </p:nvCxnSpPr>
        <p:spPr>
          <a:xfrm>
            <a:off x="7314031" y="4487392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474AC8E-D2A3-0AE8-040D-3751059C32D9}"/>
              </a:ext>
            </a:extLst>
          </p:cNvPr>
          <p:cNvCxnSpPr>
            <a:cxnSpLocks/>
          </p:cNvCxnSpPr>
          <p:nvPr/>
        </p:nvCxnSpPr>
        <p:spPr>
          <a:xfrm>
            <a:off x="9684310" y="4487392"/>
            <a:ext cx="0" cy="516409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1"/>
            </a:gradFill>
            <a:prstDash val="dash"/>
            <a:miter lim="800000"/>
          </a:ln>
          <a:effectLst/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05438C3F-07B5-83F4-F423-BF16EBB099B6}"/>
              </a:ext>
            </a:extLst>
          </p:cNvPr>
          <p:cNvSpPr txBox="1"/>
          <p:nvPr/>
        </p:nvSpPr>
        <p:spPr>
          <a:xfrm>
            <a:off x="3707807" y="4681129"/>
            <a:ext cx="491589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78"/>
            <a:r>
              <a:rPr kumimoji="1" lang="zh-CN" altLang="en-US" sz="1050" b="1" dirty="0">
                <a:solidFill>
                  <a:srgbClr val="C00000"/>
                </a:solidFill>
                <a:latin typeface="微软雅黑"/>
              </a:rPr>
              <a:t>这里是大标题样式，这里是大标题样式，这里是大标题样式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7D9FB2B-8972-4849-1DEF-3889A51DE160}"/>
              </a:ext>
            </a:extLst>
          </p:cNvPr>
          <p:cNvGrpSpPr/>
          <p:nvPr/>
        </p:nvGrpSpPr>
        <p:grpSpPr>
          <a:xfrm>
            <a:off x="1330912" y="1419829"/>
            <a:ext cx="4320000" cy="147282"/>
            <a:chOff x="1023007" y="4831042"/>
            <a:chExt cx="2138172" cy="134130"/>
          </a:xfrm>
        </p:grpSpPr>
        <p:sp>
          <p:nvSpPr>
            <p:cNvPr id="31" name="形状">
              <a:extLst>
                <a:ext uri="{FF2B5EF4-FFF2-40B4-BE49-F238E27FC236}">
                  <a16:creationId xmlns:a16="http://schemas.microsoft.com/office/drawing/2014/main" id="{56237D07-B0B8-8937-FBA6-B66D444B96D8}"/>
                </a:ext>
              </a:extLst>
            </p:cNvPr>
            <p:cNvSpPr/>
            <p:nvPr/>
          </p:nvSpPr>
          <p:spPr>
            <a:xfrm>
              <a:off x="1023007" y="4831042"/>
              <a:ext cx="2138172" cy="129366"/>
            </a:xfrm>
            <a:prstGeom prst="trapezoid">
              <a:avLst>
                <a:gd name="adj" fmla="val 271377"/>
              </a:avLst>
            </a:prstGeom>
            <a:gradFill flip="none" rotWithShape="1">
              <a:gsLst>
                <a:gs pos="1000">
                  <a:srgbClr val="FFFFFF">
                    <a:alpha val="0"/>
                    <a:lumMod val="90000"/>
                  </a:srgbClr>
                </a:gs>
                <a:gs pos="100000">
                  <a:srgbClr val="FFFFFF">
                    <a:lumMod val="90000"/>
                    <a:alpha val="70000"/>
                  </a:srgbClr>
                </a:gs>
              </a:gsLst>
              <a:lin ang="5400000" scaled="0"/>
              <a:tileRect/>
            </a:gradFill>
            <a:ln w="3175" cap="flat">
              <a:noFill/>
              <a:miter lim="400000"/>
            </a:ln>
            <a:effectLst/>
          </p:spPr>
          <p:txBody>
            <a:bodyPr wrap="square" lIns="25399" tIns="25399" rIns="25399" bIns="25399" numCol="1" anchor="ctr">
              <a:noAutofit/>
            </a:bodyPr>
            <a:lstStyle/>
            <a:p>
              <a:pPr algn="just" defTabSz="1219212" hangingPunct="0">
                <a:defRPr sz="1400">
                  <a:solidFill>
                    <a:srgbClr val="5E5E5E"/>
                  </a:solidFill>
                </a:defRPr>
              </a:pPr>
              <a:endParaRPr sz="1100" kern="0">
                <a:solidFill>
                  <a:srgbClr val="221815"/>
                </a:solidFill>
                <a:latin typeface="微软雅黑"/>
                <a:cs typeface="Huawei Sans"/>
                <a:sym typeface="Arial" panose="020B0604020202020204" pitchFamily="34" charset="0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FC59AC2-82D4-8D94-9976-D3C02E62868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07" y="4965172"/>
              <a:ext cx="2138172" cy="0"/>
            </a:xfrm>
            <a:prstGeom prst="line">
              <a:avLst/>
            </a:prstGeom>
            <a:noFill/>
            <a:ln w="12700" cap="flat">
              <a:solidFill>
                <a:srgbClr val="C7000B"/>
              </a:solidFill>
              <a:prstDash val="solid"/>
              <a:miter lim="800000"/>
            </a:ln>
            <a:effectLst/>
            <a:sp3d/>
          </p:spPr>
        </p:cxnSp>
      </p:grpSp>
      <p:sp>
        <p:nvSpPr>
          <p:cNvPr id="33" name="Text Box 236">
            <a:extLst>
              <a:ext uri="{FF2B5EF4-FFF2-40B4-BE49-F238E27FC236}">
                <a16:creationId xmlns:a16="http://schemas.microsoft.com/office/drawing/2014/main" id="{3A477B7F-D4E1-1DD2-1DD9-80D1334C1CE5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680912" y="1244503"/>
            <a:ext cx="1620000" cy="257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noAutofit/>
          </a:bodyPr>
          <a:lstStyle/>
          <a:p>
            <a:pPr marL="120602" indent="-120602" algn="ctr" defTabSz="914034" fontAlgn="base">
              <a:spcBef>
                <a:spcPct val="50000"/>
              </a:spcBef>
              <a:spcAft>
                <a:spcPct val="0"/>
              </a:spcAft>
              <a:buClr>
                <a:srgbClr val="CC9900"/>
              </a:buClr>
            </a:pPr>
            <a:r>
              <a:rPr lang="zh-CN" altLang="en-US" sz="1200" b="1" dirty="0">
                <a:solidFill>
                  <a:srgbClr val="C00000"/>
                </a:solidFill>
                <a:latin typeface="微软雅黑"/>
                <a:cs typeface="Arial Unicode MS" pitchFamily="34" charset="-122"/>
                <a:sym typeface="Lucida Grande"/>
              </a:rPr>
              <a:t>这里是标题</a:t>
            </a:r>
            <a:endParaRPr lang="en-US" altLang="zh-CN" sz="1200" b="1" dirty="0">
              <a:solidFill>
                <a:srgbClr val="C00000"/>
              </a:solidFill>
              <a:latin typeface="微软雅黑"/>
              <a:cs typeface="Arial Unicode MS" pitchFamily="34" charset="-122"/>
              <a:sym typeface="Lucida Grande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0CC442C-50A2-576F-747E-2E92E03A0788}"/>
              </a:ext>
            </a:extLst>
          </p:cNvPr>
          <p:cNvGrpSpPr/>
          <p:nvPr/>
        </p:nvGrpSpPr>
        <p:grpSpPr>
          <a:xfrm>
            <a:off x="6311604" y="980115"/>
            <a:ext cx="4320000" cy="170614"/>
            <a:chOff x="1023007" y="4831043"/>
            <a:chExt cx="2138172" cy="134129"/>
          </a:xfrm>
        </p:grpSpPr>
        <p:sp>
          <p:nvSpPr>
            <p:cNvPr id="38" name="形状">
              <a:extLst>
                <a:ext uri="{FF2B5EF4-FFF2-40B4-BE49-F238E27FC236}">
                  <a16:creationId xmlns:a16="http://schemas.microsoft.com/office/drawing/2014/main" id="{8D3E218E-390F-4EF7-8071-08D3BDA41B93}"/>
                </a:ext>
              </a:extLst>
            </p:cNvPr>
            <p:cNvSpPr/>
            <p:nvPr/>
          </p:nvSpPr>
          <p:spPr>
            <a:xfrm>
              <a:off x="1023007" y="4831043"/>
              <a:ext cx="2138172" cy="129366"/>
            </a:xfrm>
            <a:prstGeom prst="trapezoid">
              <a:avLst>
                <a:gd name="adj" fmla="val 271377"/>
              </a:avLst>
            </a:prstGeom>
            <a:gradFill flip="none" rotWithShape="1">
              <a:gsLst>
                <a:gs pos="1000">
                  <a:srgbClr val="FFFFFF">
                    <a:alpha val="0"/>
                    <a:lumMod val="90000"/>
                  </a:srgbClr>
                </a:gs>
                <a:gs pos="100000">
                  <a:srgbClr val="FFFFFF">
                    <a:lumMod val="90000"/>
                    <a:alpha val="70000"/>
                  </a:srgbClr>
                </a:gs>
              </a:gsLst>
              <a:lin ang="5400000" scaled="0"/>
              <a:tileRect/>
            </a:gradFill>
            <a:ln w="3175" cap="flat">
              <a:noFill/>
              <a:miter lim="400000"/>
            </a:ln>
            <a:effectLst/>
          </p:spPr>
          <p:txBody>
            <a:bodyPr wrap="square" lIns="25399" tIns="25399" rIns="25399" bIns="25399" numCol="1" anchor="ctr">
              <a:noAutofit/>
            </a:bodyPr>
            <a:lstStyle/>
            <a:p>
              <a:pPr algn="just" defTabSz="1219212" hangingPunct="0">
                <a:defRPr sz="1400">
                  <a:solidFill>
                    <a:srgbClr val="5E5E5E"/>
                  </a:solidFill>
                </a:defRPr>
              </a:pPr>
              <a:endParaRPr sz="1100" kern="0">
                <a:solidFill>
                  <a:srgbClr val="221815"/>
                </a:solidFill>
                <a:latin typeface="微软雅黑"/>
                <a:cs typeface="Huawei Sans"/>
                <a:sym typeface="Arial" panose="020B0604020202020204" pitchFamily="34" charset="0"/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65945BC9-CC56-0F26-6007-4F6902DEE6BA}"/>
                </a:ext>
              </a:extLst>
            </p:cNvPr>
            <p:cNvCxnSpPr>
              <a:cxnSpLocks/>
            </p:cNvCxnSpPr>
            <p:nvPr/>
          </p:nvCxnSpPr>
          <p:spPr>
            <a:xfrm>
              <a:off x="1023007" y="4965172"/>
              <a:ext cx="2138172" cy="0"/>
            </a:xfrm>
            <a:prstGeom prst="line">
              <a:avLst/>
            </a:prstGeom>
            <a:noFill/>
            <a:ln w="12700" cap="flat">
              <a:solidFill>
                <a:srgbClr val="C7000B"/>
              </a:solidFill>
              <a:prstDash val="solid"/>
              <a:miter lim="800000"/>
            </a:ln>
            <a:effectLst/>
            <a:sp3d/>
          </p:spPr>
        </p:cxnSp>
      </p:grpSp>
      <p:sp>
        <p:nvSpPr>
          <p:cNvPr id="40" name="Text Box 236">
            <a:extLst>
              <a:ext uri="{FF2B5EF4-FFF2-40B4-BE49-F238E27FC236}">
                <a16:creationId xmlns:a16="http://schemas.microsoft.com/office/drawing/2014/main" id="{A1419238-3C58-9C44-2231-03D862E39DE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661604" y="874094"/>
            <a:ext cx="1620000" cy="198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45693" rIns="0" bIns="45693" anchor="ctr">
            <a:noAutofit/>
          </a:bodyPr>
          <a:lstStyle/>
          <a:p>
            <a:pPr marL="120602" indent="-120602" algn="ctr" defTabSz="914034" fontAlgn="base">
              <a:spcBef>
                <a:spcPct val="50000"/>
              </a:spcBef>
              <a:spcAft>
                <a:spcPct val="0"/>
              </a:spcAft>
              <a:buClr>
                <a:srgbClr val="CC9900"/>
              </a:buClr>
            </a:pPr>
            <a:r>
              <a:rPr lang="zh-CN" altLang="en-US" sz="1200" b="1" dirty="0">
                <a:solidFill>
                  <a:srgbClr val="C00000"/>
                </a:solidFill>
                <a:latin typeface="微软雅黑"/>
                <a:cs typeface="Arial Unicode MS" pitchFamily="34" charset="-122"/>
                <a:sym typeface="Lucida Grande"/>
              </a:rPr>
              <a:t>这里是标题</a:t>
            </a:r>
            <a:endParaRPr lang="en-US" altLang="zh-CN" sz="1200" b="1" dirty="0">
              <a:solidFill>
                <a:srgbClr val="C00000"/>
              </a:solidFill>
              <a:latin typeface="微软雅黑"/>
              <a:cs typeface="Arial Unicode MS" pitchFamily="34" charset="-122"/>
              <a:sym typeface="Lucida Grande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97CA543-DE1A-3B66-F968-D200741BE318}"/>
              </a:ext>
            </a:extLst>
          </p:cNvPr>
          <p:cNvSpPr/>
          <p:nvPr/>
        </p:nvSpPr>
        <p:spPr>
          <a:xfrm>
            <a:off x="1538197" y="3241101"/>
            <a:ext cx="1662889" cy="50353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 defTabSz="64602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5B3F071-2995-29C3-AE56-C482C558E55F}"/>
              </a:ext>
            </a:extLst>
          </p:cNvPr>
          <p:cNvSpPr/>
          <p:nvPr/>
        </p:nvSpPr>
        <p:spPr>
          <a:xfrm>
            <a:off x="3764999" y="3052995"/>
            <a:ext cx="1662889" cy="50353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 defTabSz="64602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2893F69-E3EE-B00C-9725-605672C76753}"/>
              </a:ext>
            </a:extLst>
          </p:cNvPr>
          <p:cNvSpPr/>
          <p:nvPr/>
        </p:nvSpPr>
        <p:spPr>
          <a:xfrm>
            <a:off x="6504928" y="2765027"/>
            <a:ext cx="1662889" cy="50353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 defTabSz="64602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10026C8-D312-0110-69CE-90F29963B7EB}"/>
              </a:ext>
            </a:extLst>
          </p:cNvPr>
          <p:cNvSpPr/>
          <p:nvPr/>
        </p:nvSpPr>
        <p:spPr>
          <a:xfrm>
            <a:off x="8724289" y="2400849"/>
            <a:ext cx="1662889" cy="503536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171450" indent="-171450" defTabSz="646020" eaLnBrk="0" hangingPunct="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solidFill>
                  <a:srgbClr val="1D1D1A"/>
                </a:solidFill>
                <a:latin typeface="微软雅黑"/>
              </a:rPr>
              <a:t>这里为内容区域样式这里为内容区域样式，这里为内容区域样式这里为内容区域样式</a:t>
            </a:r>
            <a:endParaRPr lang="en-US" altLang="zh-CN" sz="900" kern="0" dirty="0">
              <a:solidFill>
                <a:prstClr val="black"/>
              </a:solidFill>
              <a:latin typeface="微软雅黑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5B64CD3-230A-8864-202B-CF621FF610BB}"/>
              </a:ext>
            </a:extLst>
          </p:cNvPr>
          <p:cNvSpPr txBox="1"/>
          <p:nvPr/>
        </p:nvSpPr>
        <p:spPr>
          <a:xfrm>
            <a:off x="6792951" y="5011493"/>
            <a:ext cx="1042160" cy="10770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  <a:sym typeface="+mn-lt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00469C3-DAF7-7746-FBF4-FFD773E22800}"/>
              </a:ext>
            </a:extLst>
          </p:cNvPr>
          <p:cNvSpPr txBox="1"/>
          <p:nvPr/>
        </p:nvSpPr>
        <p:spPr>
          <a:xfrm>
            <a:off x="4119671" y="5011493"/>
            <a:ext cx="1042160" cy="10770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  <a:sym typeface="+mn-lt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6FBF9EF-DA1D-CC6A-3FFA-4DFB4C1A47FB}"/>
              </a:ext>
            </a:extLst>
          </p:cNvPr>
          <p:cNvSpPr txBox="1"/>
          <p:nvPr/>
        </p:nvSpPr>
        <p:spPr>
          <a:xfrm>
            <a:off x="1757287" y="5011493"/>
            <a:ext cx="1042160" cy="1077084"/>
          </a:xfrm>
          <a:prstGeom prst="rect">
            <a:avLst/>
          </a:prstGeom>
          <a:noFill/>
          <a:ln w="6350">
            <a:noFill/>
            <a:prstDash val="solid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</a:endParaRPr>
          </a:p>
          <a:p>
            <a:pPr marL="171450" indent="-171450" algn="just" defTabSz="914112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solidFill>
                  <a:srgbClr val="1D1D1A"/>
                </a:solidFill>
                <a:latin typeface="微软雅黑"/>
              </a:rPr>
              <a:t>内容区域样式</a:t>
            </a:r>
            <a:endParaRPr lang="en-US" altLang="zh-CN" sz="1000" dirty="0">
              <a:solidFill>
                <a:srgbClr val="1D1D1A"/>
              </a:solidFill>
              <a:latin typeface="微软雅黑"/>
              <a:sym typeface="+mn-lt"/>
            </a:endParaRPr>
          </a:p>
        </p:txBody>
      </p:sp>
      <p:grpSp>
        <p:nvGrpSpPr>
          <p:cNvPr id="71" name="渐变组合底座">
            <a:extLst>
              <a:ext uri="{FF2B5EF4-FFF2-40B4-BE49-F238E27FC236}">
                <a16:creationId xmlns:a16="http://schemas.microsoft.com/office/drawing/2014/main" id="{3A9A01A5-6A63-A00B-6C79-0D25E301FEED}"/>
              </a:ext>
            </a:extLst>
          </p:cNvPr>
          <p:cNvGrpSpPr/>
          <p:nvPr/>
        </p:nvGrpSpPr>
        <p:grpSpPr>
          <a:xfrm>
            <a:off x="3972000" y="7045492"/>
            <a:ext cx="4248000" cy="572718"/>
            <a:chOff x="7087935" y="909609"/>
            <a:chExt cx="4248000" cy="572718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09FC0BC0-68B3-04FA-5E2C-7B78702A47F4}"/>
                </a:ext>
              </a:extLst>
            </p:cNvPr>
            <p:cNvSpPr/>
            <p:nvPr/>
          </p:nvSpPr>
          <p:spPr>
            <a:xfrm>
              <a:off x="7087935" y="1050327"/>
              <a:ext cx="4248000" cy="432000"/>
            </a:xfrm>
            <a:prstGeom prst="rect">
              <a:avLst/>
            </a:prstGeom>
            <a:gradFill flip="none" rotWithShape="1">
              <a:gsLst>
                <a:gs pos="0">
                  <a:srgbClr val="666666">
                    <a:lumMod val="20000"/>
                    <a:lumOff val="80000"/>
                    <a:alpha val="34000"/>
                  </a:srgbClr>
                </a:gs>
                <a:gs pos="95000">
                  <a:srgbClr val="666666">
                    <a:lumMod val="20000"/>
                    <a:lumOff val="80000"/>
                    <a:alpha val="0"/>
                  </a:srgbClr>
                </a:gs>
              </a:gsLst>
              <a:lin ang="5400000" scaled="1"/>
              <a:tileRect/>
            </a:gradFill>
            <a:ln w="6350" cap="flat" cmpd="sng" algn="ctr">
              <a:gradFill>
                <a:gsLst>
                  <a:gs pos="0">
                    <a:srgbClr val="666666">
                      <a:lumMod val="40000"/>
                      <a:lumOff val="60000"/>
                    </a:srgbClr>
                  </a:gs>
                  <a:gs pos="95000">
                    <a:srgbClr val="666666">
                      <a:lumMod val="40000"/>
                      <a:lumOff val="60000"/>
                      <a:alpha val="0"/>
                    </a:srgbClr>
                  </a:gs>
                </a:gsLst>
                <a:lin ang="5400000" scaled="1"/>
              </a:gradFill>
              <a:prstDash val="solid"/>
              <a:headEnd type="none" w="med" len="med"/>
              <a:tailEnd type="none" w="med" len="med"/>
            </a:ln>
            <a:effectLst/>
          </p:spPr>
          <p:txBody>
            <a:bodyPr wrap="square" lIns="13496" tIns="72000" rIns="13496" bIns="13496" anchor="t" anchorCtr="1">
              <a:noAutofit/>
            </a:bodyPr>
            <a:lstStyle/>
            <a:p>
              <a:pPr indent="-21104" algn="ctr" defTabSz="143192">
                <a:lnSpc>
                  <a:spcPct val="90000"/>
                </a:lnSpc>
                <a:spcBef>
                  <a:spcPct val="20000"/>
                </a:spcBef>
                <a:buClr>
                  <a:srgbClr val="CC9900"/>
                </a:buClr>
                <a:buSzPct val="100000"/>
                <a:defRPr/>
              </a:pPr>
              <a:endParaRPr lang="zh-CN" altLang="en-US" sz="900" kern="0" dirty="0">
                <a:solidFill>
                  <a:srgbClr val="1D1D1A"/>
                </a:solidFill>
                <a:latin typeface="微软雅黑"/>
                <a:cs typeface="+mn-ea"/>
                <a:sym typeface="+mn-lt"/>
              </a:endParaRPr>
            </a:p>
          </p:txBody>
        </p:sp>
        <p:sp>
          <p:nvSpPr>
            <p:cNvPr id="73" name="梯形 72">
              <a:extLst>
                <a:ext uri="{FF2B5EF4-FFF2-40B4-BE49-F238E27FC236}">
                  <a16:creationId xmlns:a16="http://schemas.microsoft.com/office/drawing/2014/main" id="{2182A2F7-4CB7-516E-72C0-95BC022E3E30}"/>
                </a:ext>
              </a:extLst>
            </p:cNvPr>
            <p:cNvSpPr/>
            <p:nvPr/>
          </p:nvSpPr>
          <p:spPr>
            <a:xfrm>
              <a:off x="7087935" y="909609"/>
              <a:ext cx="4248000" cy="140717"/>
            </a:xfrm>
            <a:prstGeom prst="trapezoid">
              <a:avLst>
                <a:gd name="adj" fmla="val 200412"/>
              </a:avLst>
            </a:prstGeom>
            <a:gradFill flip="none" rotWithShape="1">
              <a:gsLst>
                <a:gs pos="0">
                  <a:srgbClr val="FFFFFF">
                    <a:lumMod val="95000"/>
                    <a:alpha val="60000"/>
                  </a:srgbClr>
                </a:gs>
                <a:gs pos="96250">
                  <a:srgbClr val="FFFFFF">
                    <a:lumMod val="95000"/>
                    <a:alpha val="0"/>
                  </a:srgbClr>
                </a:gs>
              </a:gsLst>
              <a:lin ang="16200000" scaled="1"/>
              <a:tileRect/>
            </a:gradFill>
            <a:ln w="6350" cap="flat" cmpd="sng" algn="ctr">
              <a:gradFill>
                <a:gsLst>
                  <a:gs pos="4000">
                    <a:srgbClr val="666666">
                      <a:lumMod val="40000"/>
                      <a:lumOff val="60000"/>
                      <a:alpha val="0"/>
                    </a:srgbClr>
                  </a:gs>
                  <a:gs pos="100000">
                    <a:srgbClr val="666666">
                      <a:lumMod val="40000"/>
                      <a:lumOff val="60000"/>
                    </a:srgbClr>
                  </a:gs>
                </a:gsLst>
                <a:lin ang="5400000" scaled="1"/>
              </a:gradFill>
              <a:prstDash val="solid"/>
            </a:ln>
            <a:effectLst/>
          </p:spPr>
          <p:txBody>
            <a:bodyPr rtlCol="0" anchor="ctr"/>
            <a:lstStyle/>
            <a:p>
              <a:pPr algn="ctr" defTabSz="359471">
                <a:defRPr/>
              </a:pPr>
              <a:endParaRPr lang="zh-CN" altLang="en-US" sz="900" kern="0">
                <a:solidFill>
                  <a:srgbClr val="1D1D1A"/>
                </a:solidFill>
                <a:latin typeface="微软雅黑"/>
                <a:cs typeface="+mn-ea"/>
                <a:sym typeface="+mn-lt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A00BD88-8DB9-721E-27AC-FE30000986BC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75" name="矩形 74">
              <a:hlinkClick r:id="rId5" action="ppaction://hlinksldjump"/>
              <a:extLst>
                <a:ext uri="{FF2B5EF4-FFF2-40B4-BE49-F238E27FC236}">
                  <a16:creationId xmlns:a16="http://schemas.microsoft.com/office/drawing/2014/main" id="{400EBE87-FA75-C8DF-DACD-6AF9F2D92527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cxnSp>
          <p:nvCxnSpPr>
            <p:cNvPr id="76" name="直接连接符 75">
              <a:hlinkClick r:id="rId5" action="ppaction://hlinksldjump"/>
              <a:extLst>
                <a:ext uri="{FF2B5EF4-FFF2-40B4-BE49-F238E27FC236}">
                  <a16:creationId xmlns:a16="http://schemas.microsoft.com/office/drawing/2014/main" id="{AAFE0B8E-D471-97C6-7A9B-82F1ED00D2F5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921725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714C063A-D7B0-27BB-D717-06A4054E2DE0}"/>
              </a:ext>
            </a:extLst>
          </p:cNvPr>
          <p:cNvSpPr/>
          <p:nvPr/>
        </p:nvSpPr>
        <p:spPr>
          <a:xfrm>
            <a:off x="1388763" y="992390"/>
            <a:ext cx="10150475" cy="369332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99000">
                <a:srgbClr val="C00000">
                  <a:alpha val="5000"/>
                </a:srgbClr>
              </a:gs>
            </a:gsLst>
            <a:lin ang="5400000" scaled="1"/>
          </a:gradFill>
          <a:ln w="12700" cap="flat" cmpd="sng" algn="ctr">
            <a:gradFill>
              <a:gsLst>
                <a:gs pos="12000">
                  <a:srgbClr val="DDDDDD">
                    <a:alpha val="0"/>
                  </a:srgbClr>
                </a:gs>
                <a:gs pos="99000">
                  <a:srgbClr val="C00000"/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975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22" name="Picture 57">
            <a:extLst>
              <a:ext uri="{FF2B5EF4-FFF2-40B4-BE49-F238E27FC236}">
                <a16:creationId xmlns:a16="http://schemas.microsoft.com/office/drawing/2014/main" id="{2ABF0F4B-1B42-1A43-CA10-B3B0224AF16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 rot="10800000" flipV="1">
            <a:off x="4640518" y="1311005"/>
            <a:ext cx="3646964" cy="573891"/>
          </a:xfrm>
          <a:prstGeom prst="rect">
            <a:avLst/>
          </a:prstGeom>
          <a:noFill/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8A109522-5D49-1FB1-6F66-A5C8F23D31F4}"/>
              </a:ext>
            </a:extLst>
          </p:cNvPr>
          <p:cNvSpPr/>
          <p:nvPr/>
        </p:nvSpPr>
        <p:spPr>
          <a:xfrm>
            <a:off x="1244000" y="4026545"/>
            <a:ext cx="10440000" cy="2136878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DE09632-BF84-FC94-CFBC-085515A9B959}"/>
              </a:ext>
            </a:extLst>
          </p:cNvPr>
          <p:cNvSpPr/>
          <p:nvPr/>
        </p:nvSpPr>
        <p:spPr>
          <a:xfrm>
            <a:off x="6527600" y="4189282"/>
            <a:ext cx="5004000" cy="1800000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AB299A5-51C8-C815-D4AA-CDCCF2B59BF8}"/>
              </a:ext>
            </a:extLst>
          </p:cNvPr>
          <p:cNvSpPr/>
          <p:nvPr/>
        </p:nvSpPr>
        <p:spPr>
          <a:xfrm>
            <a:off x="1387429" y="4189283"/>
            <a:ext cx="5004000" cy="1800000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BD2434-49AE-E664-54B8-526A5C0687A4}"/>
              </a:ext>
            </a:extLst>
          </p:cNvPr>
          <p:cNvSpPr/>
          <p:nvPr/>
        </p:nvSpPr>
        <p:spPr>
          <a:xfrm>
            <a:off x="4236513" y="896197"/>
            <a:ext cx="44549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765022">
              <a:buClr>
                <a:srgbClr val="B2B2B2"/>
              </a:buClr>
              <a:buSzPct val="60000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reflection blurRad="50800" stA="30000" endPos="45000" dist="76200" dir="5400000" sy="-100000" algn="bl" rotWithShape="0"/>
                </a:effectLst>
                <a:latin typeface="微软雅黑"/>
              </a:rPr>
              <a:t>这里是大标题</a:t>
            </a:r>
            <a:endParaRPr lang="en-US" altLang="zh-CN" b="1" dirty="0">
              <a:solidFill>
                <a:srgbClr val="C00000"/>
              </a:solidFill>
              <a:effectLst>
                <a:reflection blurRad="50800" stA="30000" endPos="45000" dist="76200" dir="5400000" sy="-100000" algn="bl" rotWithShape="0"/>
              </a:effectLst>
              <a:latin typeface="微软雅黑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3635089-C68E-4EFD-C2BB-EED802BC77AE}"/>
              </a:ext>
            </a:extLst>
          </p:cNvPr>
          <p:cNvCxnSpPr>
            <a:cxnSpLocks/>
          </p:cNvCxnSpPr>
          <p:nvPr/>
        </p:nvCxnSpPr>
        <p:spPr>
          <a:xfrm>
            <a:off x="826031" y="1797117"/>
            <a:ext cx="0" cy="2081615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headEnd type="triangle" w="sm" len="sm"/>
            <a:tailEnd type="triangle" w="sm" len="sm"/>
          </a:ln>
          <a:effectLst/>
        </p:spPr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5EECA2D-D2EA-35B9-83AB-09CA07A6CDE6}"/>
              </a:ext>
            </a:extLst>
          </p:cNvPr>
          <p:cNvCxnSpPr>
            <a:cxnSpLocks/>
          </p:cNvCxnSpPr>
          <p:nvPr/>
        </p:nvCxnSpPr>
        <p:spPr>
          <a:xfrm>
            <a:off x="826031" y="4038600"/>
            <a:ext cx="0" cy="2077549"/>
          </a:xfrm>
          <a:prstGeom prst="straightConnector1">
            <a:avLst/>
          </a:prstGeom>
          <a:noFill/>
          <a:ln w="6350" cap="flat" cmpd="sng" algn="ctr">
            <a:solidFill>
              <a:srgbClr val="C00000"/>
            </a:solidFill>
            <a:prstDash val="solid"/>
            <a:miter lim="800000"/>
            <a:headEnd type="triangle" w="sm" len="sm"/>
            <a:tailEnd type="triangle" w="sm" len="sm"/>
          </a:ln>
          <a:effectLst/>
        </p:spPr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951B3D70-E2E2-A191-AEDB-FAAE709BD87A}"/>
              </a:ext>
            </a:extLst>
          </p:cNvPr>
          <p:cNvSpPr/>
          <p:nvPr/>
        </p:nvSpPr>
        <p:spPr>
          <a:xfrm>
            <a:off x="492224" y="2292169"/>
            <a:ext cx="667613" cy="829305"/>
          </a:xfrm>
          <a:prstGeom prst="rect">
            <a:avLst/>
          </a:prstGeom>
          <a:solidFill>
            <a:sysClr val="window" lastClr="FFFFFF"/>
          </a:solidFill>
        </p:spPr>
        <p:txBody>
          <a:bodyPr wrap="none" anchor="ctr">
            <a:noAutofit/>
          </a:bodyPr>
          <a:lstStyle/>
          <a:p>
            <a:pPr algn="ctr" defTabSz="914217">
              <a:lnSpc>
                <a:spcPct val="130000"/>
              </a:lnSpc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/>
              </a:rPr>
              <a:t>项目</a:t>
            </a:r>
            <a:endParaRPr lang="en-US" altLang="zh-CN" sz="12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4217">
              <a:lnSpc>
                <a:spcPct val="130000"/>
              </a:lnSpc>
              <a:defRPr/>
            </a:pPr>
            <a:r>
              <a:rPr lang="en-US" altLang="zh-CN" b="1" kern="0" dirty="0">
                <a:solidFill>
                  <a:srgbClr val="C00000"/>
                </a:solidFill>
                <a:latin typeface="微软雅黑"/>
              </a:rPr>
              <a:t>00</a:t>
            </a:r>
            <a:r>
              <a:rPr lang="zh-CN" altLang="en-US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b="1" kern="0" dirty="0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AC4B2AB-60DB-EFDD-733A-101DAB7F6481}"/>
              </a:ext>
            </a:extLst>
          </p:cNvPr>
          <p:cNvSpPr/>
          <p:nvPr/>
        </p:nvSpPr>
        <p:spPr>
          <a:xfrm>
            <a:off x="492224" y="4706456"/>
            <a:ext cx="667613" cy="789182"/>
          </a:xfrm>
          <a:prstGeom prst="rect">
            <a:avLst/>
          </a:prstGeom>
          <a:solidFill>
            <a:sysClr val="window" lastClr="FFFFFF"/>
          </a:solidFill>
        </p:spPr>
        <p:txBody>
          <a:bodyPr wrap="none" anchor="ctr">
            <a:noAutofit/>
          </a:bodyPr>
          <a:lstStyle/>
          <a:p>
            <a:pPr algn="ctr" defTabSz="914217">
              <a:lnSpc>
                <a:spcPct val="130000"/>
              </a:lnSpc>
              <a:defRPr/>
            </a:pPr>
            <a:r>
              <a:rPr lang="zh-CN" altLang="en-US" sz="1200" b="1" kern="0" dirty="0">
                <a:solidFill>
                  <a:srgbClr val="1D1D1A"/>
                </a:solidFill>
                <a:latin typeface="微软雅黑"/>
              </a:rPr>
              <a:t>项目</a:t>
            </a:r>
            <a:endParaRPr lang="en-US" altLang="zh-CN" sz="12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4217">
              <a:lnSpc>
                <a:spcPct val="130000"/>
              </a:lnSpc>
              <a:defRPr/>
            </a:pPr>
            <a:r>
              <a:rPr lang="en-US" altLang="zh-CN" b="1" kern="0" dirty="0">
                <a:solidFill>
                  <a:srgbClr val="C00000"/>
                </a:solidFill>
                <a:latin typeface="微软雅黑"/>
              </a:rPr>
              <a:t>00</a:t>
            </a:r>
            <a:r>
              <a:rPr lang="zh-CN" altLang="en-US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b="1" kern="0" dirty="0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EF01E0A-5C47-7925-E2A9-8BB5183541CA}"/>
              </a:ext>
            </a:extLst>
          </p:cNvPr>
          <p:cNvSpPr/>
          <p:nvPr/>
        </p:nvSpPr>
        <p:spPr>
          <a:xfrm>
            <a:off x="6671600" y="4742314"/>
            <a:ext cx="2293398" cy="699256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这里是内容区域样式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A96C2D2-226D-9C11-CAD0-77132E74950F}"/>
              </a:ext>
            </a:extLst>
          </p:cNvPr>
          <p:cNvSpPr/>
          <p:nvPr/>
        </p:nvSpPr>
        <p:spPr>
          <a:xfrm>
            <a:off x="9094202" y="4737348"/>
            <a:ext cx="229339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这里是内容区域样式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66A34AE-F96D-1A35-FF4E-86F472E64A54}"/>
              </a:ext>
            </a:extLst>
          </p:cNvPr>
          <p:cNvSpPr/>
          <p:nvPr/>
        </p:nvSpPr>
        <p:spPr>
          <a:xfrm>
            <a:off x="9094140" y="5138616"/>
            <a:ext cx="2293398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这里是内容区域样式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9" name="矩形 66">
            <a:extLst>
              <a:ext uri="{FF2B5EF4-FFF2-40B4-BE49-F238E27FC236}">
                <a16:creationId xmlns:a16="http://schemas.microsoft.com/office/drawing/2014/main" id="{EA201039-4BDB-D9F2-B9B9-9CF581C2D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5510" y="4293035"/>
            <a:ext cx="2407838" cy="30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1731" tIns="10865" rIns="21731" bIns="10865" anchor="ctr" anchorCtr="0">
            <a:noAutofit/>
          </a:bodyPr>
          <a:lstStyle/>
          <a:p>
            <a:pPr algn="ctr" defTabSz="913015">
              <a:spcAft>
                <a:spcPts val="300"/>
              </a:spcAft>
            </a:pPr>
            <a:r>
              <a:rPr kumimoji="1" lang="zh-CN" altLang="en-US" sz="1000" b="1" dirty="0">
                <a:solidFill>
                  <a:srgbClr val="C00000"/>
                </a:solidFill>
                <a:latin typeface="微软雅黑"/>
              </a:rPr>
              <a:t>这里是大标题样式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60" name="矩形 66">
            <a:extLst>
              <a:ext uri="{FF2B5EF4-FFF2-40B4-BE49-F238E27FC236}">
                <a16:creationId xmlns:a16="http://schemas.microsoft.com/office/drawing/2014/main" id="{0CCCDB2B-3C51-B79F-B84D-CF3CDA4E2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459" y="4293035"/>
            <a:ext cx="3270282" cy="30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21731" tIns="10865" rIns="21731" bIns="10865" anchor="ctr" anchorCtr="0">
            <a:noAutofit/>
          </a:bodyPr>
          <a:lstStyle/>
          <a:p>
            <a:pPr algn="ctr" defTabSz="913015">
              <a:spcAft>
                <a:spcPts val="300"/>
              </a:spcAft>
            </a:pPr>
            <a:r>
              <a:rPr kumimoji="1" lang="zh-CN" altLang="en-US" sz="1000" b="1" dirty="0">
                <a:solidFill>
                  <a:srgbClr val="C00000"/>
                </a:solidFill>
                <a:latin typeface="微软雅黑"/>
              </a:rPr>
              <a:t>这里是大标题样式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03876885-4950-32F6-02B2-F30D555E5E3F}"/>
              </a:ext>
            </a:extLst>
          </p:cNvPr>
          <p:cNvGrpSpPr/>
          <p:nvPr/>
        </p:nvGrpSpPr>
        <p:grpSpPr>
          <a:xfrm>
            <a:off x="1531429" y="4737224"/>
            <a:ext cx="4716000" cy="704346"/>
            <a:chOff x="1496564" y="4737224"/>
            <a:chExt cx="4728305" cy="704346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70040D88-A487-8EA1-C79C-F1E89DD7C4CA}"/>
                </a:ext>
              </a:extLst>
            </p:cNvPr>
            <p:cNvSpPr/>
            <p:nvPr/>
          </p:nvSpPr>
          <p:spPr>
            <a:xfrm>
              <a:off x="1496564" y="4737224"/>
              <a:ext cx="2293398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这里是内容区域样式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612912A-6D34-56BF-D447-9BD11F1E47BF}"/>
                </a:ext>
              </a:extLst>
            </p:cNvPr>
            <p:cNvSpPr/>
            <p:nvPr/>
          </p:nvSpPr>
          <p:spPr>
            <a:xfrm>
              <a:off x="3931471" y="4737224"/>
              <a:ext cx="2293398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这里是内容区域样式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AE9D1B4E-607A-1052-AE0D-54227A2C15F1}"/>
                </a:ext>
              </a:extLst>
            </p:cNvPr>
            <p:cNvSpPr/>
            <p:nvPr/>
          </p:nvSpPr>
          <p:spPr>
            <a:xfrm>
              <a:off x="3931471" y="5153570"/>
              <a:ext cx="2293398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这里是内容区域样式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3703BD9-D265-CC66-2CBA-AAA99FB880C8}"/>
                </a:ext>
              </a:extLst>
            </p:cNvPr>
            <p:cNvSpPr/>
            <p:nvPr/>
          </p:nvSpPr>
          <p:spPr>
            <a:xfrm>
              <a:off x="1496564" y="5153570"/>
              <a:ext cx="2293398" cy="288000"/>
            </a:xfrm>
            <a:prstGeom prst="rect">
              <a:avLst/>
            </a:prstGeom>
            <a:solidFill>
              <a:srgbClr val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这里是内容区域样式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87" name="矩形 86">
            <a:extLst>
              <a:ext uri="{FF2B5EF4-FFF2-40B4-BE49-F238E27FC236}">
                <a16:creationId xmlns:a16="http://schemas.microsoft.com/office/drawing/2014/main" id="{BA05DC03-FF56-1F41-2D27-5E8C54A23D0E}"/>
              </a:ext>
            </a:extLst>
          </p:cNvPr>
          <p:cNvSpPr/>
          <p:nvPr/>
        </p:nvSpPr>
        <p:spPr>
          <a:xfrm>
            <a:off x="1244000" y="1797117"/>
            <a:ext cx="10440000" cy="2078972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322B7C1-74F6-82B4-ABC4-27A5404F1446}"/>
              </a:ext>
            </a:extLst>
          </p:cNvPr>
          <p:cNvSpPr/>
          <p:nvPr/>
        </p:nvSpPr>
        <p:spPr>
          <a:xfrm>
            <a:off x="10379600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2C87FE6-E283-EF5C-0AE0-14FAC3725483}"/>
              </a:ext>
            </a:extLst>
          </p:cNvPr>
          <p:cNvSpPr/>
          <p:nvPr/>
        </p:nvSpPr>
        <p:spPr>
          <a:xfrm>
            <a:off x="10487600" y="2826044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Core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业务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214A2936-7FB2-169F-7F40-5FF8E80D672E}"/>
              </a:ext>
            </a:extLst>
          </p:cNvPr>
          <p:cNvSpPr/>
          <p:nvPr/>
        </p:nvSpPr>
        <p:spPr>
          <a:xfrm>
            <a:off x="10487600" y="3283077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流量业务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21F2F1A-44A8-C3F3-A2E0-2C384A013E78}"/>
              </a:ext>
            </a:extLst>
          </p:cNvPr>
          <p:cNvSpPr/>
          <p:nvPr/>
        </p:nvSpPr>
        <p:spPr>
          <a:xfrm>
            <a:off x="9094558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E9951E6-B665-CE11-D2AE-3B2014E942ED}"/>
              </a:ext>
            </a:extLst>
          </p:cNvPr>
          <p:cNvSpPr/>
          <p:nvPr/>
        </p:nvSpPr>
        <p:spPr>
          <a:xfrm>
            <a:off x="9202558" y="2826044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0261124-D336-9C63-7334-4B1758E01FC6}"/>
              </a:ext>
            </a:extLst>
          </p:cNvPr>
          <p:cNvSpPr/>
          <p:nvPr/>
        </p:nvSpPr>
        <p:spPr>
          <a:xfrm>
            <a:off x="9202558" y="3283077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A260F06-1ADA-80B5-5A07-01F0988CE646}"/>
              </a:ext>
            </a:extLst>
          </p:cNvPr>
          <p:cNvSpPr/>
          <p:nvPr/>
        </p:nvSpPr>
        <p:spPr>
          <a:xfrm>
            <a:off x="3954386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FB70517-E508-4A9D-7BE6-5BFC6D461194}"/>
              </a:ext>
            </a:extLst>
          </p:cNvPr>
          <p:cNvSpPr/>
          <p:nvPr/>
        </p:nvSpPr>
        <p:spPr>
          <a:xfrm>
            <a:off x="4062386" y="2826044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034906A-BEF2-76CC-622D-A9FA784267F7}"/>
              </a:ext>
            </a:extLst>
          </p:cNvPr>
          <p:cNvSpPr/>
          <p:nvPr/>
        </p:nvSpPr>
        <p:spPr>
          <a:xfrm>
            <a:off x="2669343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9217139-BEC7-7934-DD8D-21958830BA2E}"/>
              </a:ext>
            </a:extLst>
          </p:cNvPr>
          <p:cNvSpPr/>
          <p:nvPr/>
        </p:nvSpPr>
        <p:spPr>
          <a:xfrm>
            <a:off x="2777343" y="2826044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5232C1E-D3E2-B5E6-9D81-06A16A0BE096}"/>
              </a:ext>
            </a:extLst>
          </p:cNvPr>
          <p:cNvSpPr/>
          <p:nvPr/>
        </p:nvSpPr>
        <p:spPr>
          <a:xfrm>
            <a:off x="2777343" y="3283077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47A21B8-F5D9-47FC-518E-260B7F04E498}"/>
              </a:ext>
            </a:extLst>
          </p:cNvPr>
          <p:cNvSpPr/>
          <p:nvPr/>
        </p:nvSpPr>
        <p:spPr>
          <a:xfrm>
            <a:off x="1384300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100" name="矩形 66">
            <a:extLst>
              <a:ext uri="{FF2B5EF4-FFF2-40B4-BE49-F238E27FC236}">
                <a16:creationId xmlns:a16="http://schemas.microsoft.com/office/drawing/2014/main" id="{B48AFCD7-1EED-A75D-CC05-71D08FE91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984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</a:rPr>
              <a:t>项目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/>
              </a:rPr>
              <a:t>1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（</a:t>
            </a:r>
            <a:r>
              <a:rPr lang="en-US" altLang="zh-CN" sz="800" b="1" kern="0" dirty="0">
                <a:solidFill>
                  <a:srgbClr val="1D1D1A"/>
                </a:solidFill>
                <a:latin typeface="微软雅黑"/>
              </a:rPr>
              <a:t>XX</a:t>
            </a: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个）</a:t>
            </a:r>
            <a:endParaRPr lang="en-US" altLang="zh-CN" sz="8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微软雅黑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E45049F-7B4B-2AAF-631A-F9E6F09E24E6}"/>
              </a:ext>
            </a:extLst>
          </p:cNvPr>
          <p:cNvSpPr/>
          <p:nvPr/>
        </p:nvSpPr>
        <p:spPr>
          <a:xfrm>
            <a:off x="1492300" y="2826044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03EE143F-CC21-4C13-5506-8881901A407C}"/>
              </a:ext>
            </a:extLst>
          </p:cNvPr>
          <p:cNvSpPr/>
          <p:nvPr/>
        </p:nvSpPr>
        <p:spPr>
          <a:xfrm>
            <a:off x="1492300" y="3283077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2139127-DD12-0431-D1B6-8ABCA7332456}"/>
              </a:ext>
            </a:extLst>
          </p:cNvPr>
          <p:cNvSpPr/>
          <p:nvPr/>
        </p:nvSpPr>
        <p:spPr>
          <a:xfrm>
            <a:off x="5239429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47CF1660-D2CB-8F99-397C-3C5720AB4F14}"/>
              </a:ext>
            </a:extLst>
          </p:cNvPr>
          <p:cNvSpPr/>
          <p:nvPr/>
        </p:nvSpPr>
        <p:spPr>
          <a:xfrm>
            <a:off x="5347429" y="2826044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C439FCD-7ACF-6698-B3A1-3B05617F2694}"/>
              </a:ext>
            </a:extLst>
          </p:cNvPr>
          <p:cNvSpPr/>
          <p:nvPr/>
        </p:nvSpPr>
        <p:spPr>
          <a:xfrm>
            <a:off x="5347429" y="3283077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0F75FB8-2849-9175-4AAF-EF978B7BCF68}"/>
              </a:ext>
            </a:extLst>
          </p:cNvPr>
          <p:cNvSpPr/>
          <p:nvPr/>
        </p:nvSpPr>
        <p:spPr>
          <a:xfrm>
            <a:off x="6524472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25C9CAD5-EDF7-A882-91B0-6108C4CB3C9D}"/>
              </a:ext>
            </a:extLst>
          </p:cNvPr>
          <p:cNvSpPr/>
          <p:nvPr/>
        </p:nvSpPr>
        <p:spPr>
          <a:xfrm>
            <a:off x="6632472" y="2826044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D5891890-0FC5-E54E-12B5-61E276341672}"/>
              </a:ext>
            </a:extLst>
          </p:cNvPr>
          <p:cNvSpPr/>
          <p:nvPr/>
        </p:nvSpPr>
        <p:spPr>
          <a:xfrm>
            <a:off x="6632472" y="3283077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E15972A-7636-AD5C-F373-5AEA3829C617}"/>
              </a:ext>
            </a:extLst>
          </p:cNvPr>
          <p:cNvSpPr/>
          <p:nvPr/>
        </p:nvSpPr>
        <p:spPr>
          <a:xfrm>
            <a:off x="7809515" y="1888067"/>
            <a:ext cx="1152000" cy="1869644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13FC1756-8056-8444-9830-55C60D3C356A}"/>
              </a:ext>
            </a:extLst>
          </p:cNvPr>
          <p:cNvSpPr/>
          <p:nvPr/>
        </p:nvSpPr>
        <p:spPr>
          <a:xfrm>
            <a:off x="7917515" y="2826044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809E050B-185F-9EA3-30F8-3F27826ECF40}"/>
              </a:ext>
            </a:extLst>
          </p:cNvPr>
          <p:cNvSpPr/>
          <p:nvPr/>
        </p:nvSpPr>
        <p:spPr>
          <a:xfrm>
            <a:off x="7917515" y="3283077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50359D0D-5AFD-C24A-B84F-A913CCBD69DF}"/>
              </a:ext>
            </a:extLst>
          </p:cNvPr>
          <p:cNvSpPr/>
          <p:nvPr/>
        </p:nvSpPr>
        <p:spPr>
          <a:xfrm>
            <a:off x="4062386" y="3283077"/>
            <a:ext cx="936000" cy="342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内容样式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47CB7C5E-BF99-B11F-3BCC-B8FF510E8472}"/>
              </a:ext>
            </a:extLst>
          </p:cNvPr>
          <p:cNvSpPr/>
          <p:nvPr/>
        </p:nvSpPr>
        <p:spPr>
          <a:xfrm>
            <a:off x="6671600" y="5569916"/>
            <a:ext cx="47160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这里是内容区域样式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DF3DFBA8-E5D7-11D1-AECC-625DFB0671D4}"/>
              </a:ext>
            </a:extLst>
          </p:cNvPr>
          <p:cNvSpPr/>
          <p:nvPr/>
        </p:nvSpPr>
        <p:spPr>
          <a:xfrm>
            <a:off x="1531429" y="5569916"/>
            <a:ext cx="4716000" cy="288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19" tIns="45709" rIns="91419" bIns="4570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这里是内容区域样式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D73ABB90-EB89-1947-0325-6438B5C05C8D}"/>
              </a:ext>
            </a:extLst>
          </p:cNvPr>
          <p:cNvCxnSpPr>
            <a:cxnSpLocks/>
          </p:cNvCxnSpPr>
          <p:nvPr/>
        </p:nvCxnSpPr>
        <p:spPr>
          <a:xfrm>
            <a:off x="492224" y="6172200"/>
            <a:ext cx="701614" cy="0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36D7567F-96A4-AF7F-9768-AC1011156456}"/>
              </a:ext>
            </a:extLst>
          </p:cNvPr>
          <p:cNvCxnSpPr>
            <a:cxnSpLocks/>
          </p:cNvCxnSpPr>
          <p:nvPr/>
        </p:nvCxnSpPr>
        <p:spPr>
          <a:xfrm>
            <a:off x="492224" y="1797117"/>
            <a:ext cx="701614" cy="0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573A65ED-0417-F291-2CC6-1D649CAD696D}"/>
              </a:ext>
            </a:extLst>
          </p:cNvPr>
          <p:cNvCxnSpPr>
            <a:cxnSpLocks/>
          </p:cNvCxnSpPr>
          <p:nvPr/>
        </p:nvCxnSpPr>
        <p:spPr>
          <a:xfrm>
            <a:off x="492224" y="3992460"/>
            <a:ext cx="701614" cy="0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CCDB21AD-6122-910D-BE19-14E7E0ACB14B}"/>
              </a:ext>
            </a:extLst>
          </p:cNvPr>
          <p:cNvCxnSpPr>
            <a:cxnSpLocks/>
          </p:cNvCxnSpPr>
          <p:nvPr/>
        </p:nvCxnSpPr>
        <p:spPr>
          <a:xfrm>
            <a:off x="492224" y="3876089"/>
            <a:ext cx="701614" cy="0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sp>
        <p:nvSpPr>
          <p:cNvPr id="119" name="标题 2">
            <a:extLst>
              <a:ext uri="{FF2B5EF4-FFF2-40B4-BE49-F238E27FC236}">
                <a16:creationId xmlns:a16="http://schemas.microsoft.com/office/drawing/2014/main" id="{3872FCC4-70C6-BC47-115E-D46A1673138B}"/>
              </a:ext>
            </a:extLst>
          </p:cNvPr>
          <p:cNvSpPr txBox="1">
            <a:spLocks/>
          </p:cNvSpPr>
          <p:nvPr/>
        </p:nvSpPr>
        <p:spPr>
          <a:xfrm>
            <a:off x="516202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页面参考 </a:t>
            </a:r>
            <a:r>
              <a:rPr lang="en-US" altLang="zh-CN" sz="2000">
                <a:latin typeface="+mn-ea"/>
                <a:ea typeface="+mn-ea"/>
              </a:rPr>
              <a:t>– </a:t>
            </a:r>
            <a:r>
              <a:rPr lang="zh-CN" altLang="en-US" sz="2000">
                <a:latin typeface="+mn-ea"/>
                <a:ea typeface="+mn-ea"/>
              </a:rPr>
              <a:t>层型架构</a:t>
            </a:r>
            <a:r>
              <a:rPr lang="en-US" altLang="zh-CN" sz="2000">
                <a:latin typeface="+mn-ea"/>
                <a:ea typeface="+mn-ea"/>
              </a:rPr>
              <a:t>1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120" name="矩形 66">
            <a:extLst>
              <a:ext uri="{FF2B5EF4-FFF2-40B4-BE49-F238E27FC236}">
                <a16:creationId xmlns:a16="http://schemas.microsoft.com/office/drawing/2014/main" id="{A54A2AD1-5B2B-F661-88C1-EE74E9FAD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027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</a:rPr>
              <a:t>项目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/>
              </a:rPr>
              <a:t>2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（</a:t>
            </a:r>
            <a:r>
              <a:rPr lang="en-US" altLang="zh-CN" sz="800" b="1" kern="0" dirty="0">
                <a:solidFill>
                  <a:srgbClr val="1D1D1A"/>
                </a:solidFill>
                <a:latin typeface="微软雅黑"/>
              </a:rPr>
              <a:t>XX</a:t>
            </a: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个）</a:t>
            </a:r>
            <a:endParaRPr lang="en-US" altLang="zh-CN" sz="8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微软雅黑"/>
            </a:endParaRPr>
          </a:p>
        </p:txBody>
      </p:sp>
      <p:sp>
        <p:nvSpPr>
          <p:cNvPr id="121" name="矩形 66">
            <a:extLst>
              <a:ext uri="{FF2B5EF4-FFF2-40B4-BE49-F238E27FC236}">
                <a16:creationId xmlns:a16="http://schemas.microsoft.com/office/drawing/2014/main" id="{B32EBEA5-87D0-E2BD-D4A5-903826B5F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2070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</a:rPr>
              <a:t>项目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/>
              </a:rPr>
              <a:t>3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（</a:t>
            </a:r>
            <a:r>
              <a:rPr lang="en-US" altLang="zh-CN" sz="800" b="1" kern="0" dirty="0">
                <a:solidFill>
                  <a:srgbClr val="1D1D1A"/>
                </a:solidFill>
                <a:latin typeface="微软雅黑"/>
              </a:rPr>
              <a:t>XX</a:t>
            </a: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个）</a:t>
            </a:r>
            <a:endParaRPr lang="en-US" altLang="zh-CN" sz="8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微软雅黑"/>
            </a:endParaRPr>
          </a:p>
        </p:txBody>
      </p:sp>
      <p:sp>
        <p:nvSpPr>
          <p:cNvPr id="122" name="矩形 66">
            <a:extLst>
              <a:ext uri="{FF2B5EF4-FFF2-40B4-BE49-F238E27FC236}">
                <a16:creationId xmlns:a16="http://schemas.microsoft.com/office/drawing/2014/main" id="{08F3882F-53CE-30FE-C6FA-3B3A9F202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113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</a:rPr>
              <a:t>项目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/>
              </a:rPr>
              <a:t>4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（</a:t>
            </a:r>
            <a:r>
              <a:rPr lang="en-US" altLang="zh-CN" sz="800" b="1" kern="0" dirty="0">
                <a:solidFill>
                  <a:srgbClr val="1D1D1A"/>
                </a:solidFill>
                <a:latin typeface="微软雅黑"/>
              </a:rPr>
              <a:t>XX</a:t>
            </a: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个）</a:t>
            </a:r>
            <a:endParaRPr lang="en-US" altLang="zh-CN" sz="8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微软雅黑"/>
            </a:endParaRPr>
          </a:p>
        </p:txBody>
      </p:sp>
      <p:sp>
        <p:nvSpPr>
          <p:cNvPr id="123" name="矩形 66">
            <a:extLst>
              <a:ext uri="{FF2B5EF4-FFF2-40B4-BE49-F238E27FC236}">
                <a16:creationId xmlns:a16="http://schemas.microsoft.com/office/drawing/2014/main" id="{EE20DCD9-2F79-28E5-C4E0-C60AAE83E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156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</a:rPr>
              <a:t>项目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/>
              </a:rPr>
              <a:t>5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（</a:t>
            </a:r>
            <a:r>
              <a:rPr lang="en-US" altLang="zh-CN" sz="800" b="1" kern="0" dirty="0">
                <a:solidFill>
                  <a:srgbClr val="1D1D1A"/>
                </a:solidFill>
                <a:latin typeface="微软雅黑"/>
              </a:rPr>
              <a:t>XX</a:t>
            </a: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个）</a:t>
            </a:r>
            <a:endParaRPr lang="en-US" altLang="zh-CN" sz="8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微软雅黑"/>
            </a:endParaRPr>
          </a:p>
        </p:txBody>
      </p:sp>
      <p:sp>
        <p:nvSpPr>
          <p:cNvPr id="124" name="矩形 66">
            <a:extLst>
              <a:ext uri="{FF2B5EF4-FFF2-40B4-BE49-F238E27FC236}">
                <a16:creationId xmlns:a16="http://schemas.microsoft.com/office/drawing/2014/main" id="{AEE03D64-D251-72B5-BBD9-B01A3CF91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199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</a:rPr>
              <a:t>项目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/>
              </a:rPr>
              <a:t>6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（</a:t>
            </a:r>
            <a:r>
              <a:rPr lang="en-US" altLang="zh-CN" sz="800" b="1" kern="0" dirty="0">
                <a:solidFill>
                  <a:srgbClr val="1D1D1A"/>
                </a:solidFill>
                <a:latin typeface="微软雅黑"/>
              </a:rPr>
              <a:t>XX</a:t>
            </a: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个）</a:t>
            </a:r>
            <a:endParaRPr lang="en-US" altLang="zh-CN" sz="8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微软雅黑"/>
            </a:endParaRPr>
          </a:p>
        </p:txBody>
      </p:sp>
      <p:sp>
        <p:nvSpPr>
          <p:cNvPr id="125" name="矩形 66">
            <a:extLst>
              <a:ext uri="{FF2B5EF4-FFF2-40B4-BE49-F238E27FC236}">
                <a16:creationId xmlns:a16="http://schemas.microsoft.com/office/drawing/2014/main" id="{0A7C4F18-6EEE-74FB-C7D8-F47BC383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2242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</a:rPr>
              <a:t>项目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/>
              </a:rPr>
              <a:t>7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（</a:t>
            </a:r>
            <a:r>
              <a:rPr lang="en-US" altLang="zh-CN" sz="800" b="1" kern="0" dirty="0">
                <a:solidFill>
                  <a:srgbClr val="1D1D1A"/>
                </a:solidFill>
                <a:latin typeface="微软雅黑"/>
              </a:rPr>
              <a:t>XX</a:t>
            </a: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个）</a:t>
            </a:r>
            <a:endParaRPr lang="en-US" altLang="zh-CN" sz="8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微软雅黑"/>
            </a:endParaRPr>
          </a:p>
        </p:txBody>
      </p:sp>
      <p:sp>
        <p:nvSpPr>
          <p:cNvPr id="126" name="矩形 66">
            <a:extLst>
              <a:ext uri="{FF2B5EF4-FFF2-40B4-BE49-F238E27FC236}">
                <a16:creationId xmlns:a16="http://schemas.microsoft.com/office/drawing/2014/main" id="{5E489BCA-0409-A259-5A7A-6CE5A820D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7284" y="1997183"/>
            <a:ext cx="896632" cy="79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t">
            <a:noAutofit/>
          </a:bodyPr>
          <a:lstStyle/>
          <a:p>
            <a:pPr algn="ctr" defTabSz="913015">
              <a:lnSpc>
                <a:spcPct val="130000"/>
              </a:lnSpc>
            </a:pPr>
            <a:r>
              <a:rPr lang="zh-CN" altLang="en-US" sz="1000" b="1" kern="0" dirty="0">
                <a:solidFill>
                  <a:srgbClr val="1D1D1A"/>
                </a:solidFill>
                <a:latin typeface="微软雅黑"/>
              </a:rPr>
              <a:t>项目</a:t>
            </a:r>
            <a:r>
              <a:rPr lang="en-US" altLang="zh-CN" sz="1000" b="1" kern="0" dirty="0">
                <a:solidFill>
                  <a:srgbClr val="1D1D1A"/>
                </a:solidFill>
                <a:latin typeface="微软雅黑"/>
              </a:rPr>
              <a:t>8</a:t>
            </a:r>
          </a:p>
          <a:p>
            <a:pPr algn="ctr" defTabSz="913015">
              <a:lnSpc>
                <a:spcPct val="130000"/>
              </a:lnSpc>
            </a:pP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（</a:t>
            </a:r>
            <a:r>
              <a:rPr lang="en-US" altLang="zh-CN" sz="800" b="1" kern="0" dirty="0">
                <a:solidFill>
                  <a:srgbClr val="1D1D1A"/>
                </a:solidFill>
                <a:latin typeface="微软雅黑"/>
              </a:rPr>
              <a:t>XX</a:t>
            </a:r>
            <a:r>
              <a:rPr lang="zh-CN" altLang="en-US" sz="800" b="1" kern="0" dirty="0">
                <a:solidFill>
                  <a:srgbClr val="1D1D1A"/>
                </a:solidFill>
                <a:latin typeface="微软雅黑"/>
              </a:rPr>
              <a:t>个）</a:t>
            </a:r>
            <a:endParaRPr lang="en-US" altLang="zh-CN" sz="800" b="1" kern="0" dirty="0">
              <a:solidFill>
                <a:srgbClr val="1D1D1A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  <a:spcBef>
                <a:spcPts val="600"/>
              </a:spcBef>
            </a:pP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 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收入 </a:t>
            </a:r>
            <a:r>
              <a:rPr lang="en-US" altLang="zh-CN" sz="1000" b="1" kern="0" dirty="0">
                <a:solidFill>
                  <a:srgbClr val="C00000"/>
                </a:solidFill>
                <a:latin typeface="微软雅黑"/>
              </a:rPr>
              <a:t>0.0</a:t>
            </a:r>
            <a:r>
              <a:rPr lang="zh-CN" altLang="en-US" sz="1000" b="1" kern="0" dirty="0">
                <a:solidFill>
                  <a:srgbClr val="C00000"/>
                </a:solidFill>
                <a:latin typeface="微软雅黑"/>
              </a:rPr>
              <a:t>亿</a:t>
            </a:r>
            <a:endParaRPr lang="en-US" altLang="zh-CN" sz="1000" b="1" kern="0" dirty="0">
              <a:solidFill>
                <a:srgbClr val="C00000"/>
              </a:solidFill>
              <a:latin typeface="微软雅黑"/>
            </a:endParaRPr>
          </a:p>
          <a:p>
            <a:pPr algn="ctr" defTabSz="913015">
              <a:lnSpc>
                <a:spcPct val="130000"/>
              </a:lnSpc>
            </a:pPr>
            <a:endParaRPr lang="en-US" altLang="zh-CN" sz="800" b="1" kern="0" dirty="0">
              <a:solidFill>
                <a:srgbClr val="0070C0"/>
              </a:solidFill>
              <a:latin typeface="微软雅黑"/>
            </a:endParaRP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887C7BA4-23FC-2283-D2D1-AD8502C5FD37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128" name="矩形 127">
              <a:hlinkClick r:id="rId4" action="ppaction://hlinksldjump"/>
              <a:extLst>
                <a:ext uri="{FF2B5EF4-FFF2-40B4-BE49-F238E27FC236}">
                  <a16:creationId xmlns:a16="http://schemas.microsoft.com/office/drawing/2014/main" id="{47AA1E1C-E813-2D8B-8E17-3B400F5274AC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29" name="直接连接符 128">
              <a:hlinkClick r:id="rId4" action="ppaction://hlinksldjump"/>
              <a:extLst>
                <a:ext uri="{FF2B5EF4-FFF2-40B4-BE49-F238E27FC236}">
                  <a16:creationId xmlns:a16="http://schemas.microsoft.com/office/drawing/2014/main" id="{0807176B-5B64-63DB-897F-079B683726BD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797817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矩形 3464">
            <a:extLst>
              <a:ext uri="{FF2B5EF4-FFF2-40B4-BE49-F238E27FC236}">
                <a16:creationId xmlns:a16="http://schemas.microsoft.com/office/drawing/2014/main" id="{81027507-267E-10E3-E1BF-91370C286F0B}"/>
              </a:ext>
            </a:extLst>
          </p:cNvPr>
          <p:cNvSpPr/>
          <p:nvPr/>
        </p:nvSpPr>
        <p:spPr>
          <a:xfrm>
            <a:off x="515559" y="3291910"/>
            <a:ext cx="662538" cy="2880000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3466" name="圆角矩形 2576">
            <a:extLst>
              <a:ext uri="{FF2B5EF4-FFF2-40B4-BE49-F238E27FC236}">
                <a16:creationId xmlns:a16="http://schemas.microsoft.com/office/drawing/2014/main" id="{6F23F51F-1EFA-8995-6517-33221F7930FD}"/>
              </a:ext>
            </a:extLst>
          </p:cNvPr>
          <p:cNvSpPr/>
          <p:nvPr/>
        </p:nvSpPr>
        <p:spPr>
          <a:xfrm>
            <a:off x="3325814" y="5101456"/>
            <a:ext cx="8353424" cy="1070453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3467" name="圆角矩形 2569">
            <a:extLst>
              <a:ext uri="{FF2B5EF4-FFF2-40B4-BE49-F238E27FC236}">
                <a16:creationId xmlns:a16="http://schemas.microsoft.com/office/drawing/2014/main" id="{602135CD-6972-26AC-03BB-9FF65A9A172C}"/>
              </a:ext>
            </a:extLst>
          </p:cNvPr>
          <p:cNvSpPr/>
          <p:nvPr/>
        </p:nvSpPr>
        <p:spPr>
          <a:xfrm>
            <a:off x="1697122" y="903080"/>
            <a:ext cx="1152000" cy="1980000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3468" name="矩形 3467">
            <a:extLst>
              <a:ext uri="{FF2B5EF4-FFF2-40B4-BE49-F238E27FC236}">
                <a16:creationId xmlns:a16="http://schemas.microsoft.com/office/drawing/2014/main" id="{608C67B3-72DD-E226-532D-0AABFB9B17A7}"/>
              </a:ext>
            </a:extLst>
          </p:cNvPr>
          <p:cNvSpPr/>
          <p:nvPr/>
        </p:nvSpPr>
        <p:spPr>
          <a:xfrm>
            <a:off x="1841122" y="1346597"/>
            <a:ext cx="360000" cy="1841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3469" name="矩形 3468">
            <a:extLst>
              <a:ext uri="{FF2B5EF4-FFF2-40B4-BE49-F238E27FC236}">
                <a16:creationId xmlns:a16="http://schemas.microsoft.com/office/drawing/2014/main" id="{9599BC9F-0477-18BA-54FC-21BA308ADBAC}"/>
              </a:ext>
            </a:extLst>
          </p:cNvPr>
          <p:cNvSpPr/>
          <p:nvPr/>
        </p:nvSpPr>
        <p:spPr>
          <a:xfrm>
            <a:off x="2345122" y="1352947"/>
            <a:ext cx="360000" cy="1841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3470" name="矩形 3469">
            <a:extLst>
              <a:ext uri="{FF2B5EF4-FFF2-40B4-BE49-F238E27FC236}">
                <a16:creationId xmlns:a16="http://schemas.microsoft.com/office/drawing/2014/main" id="{1D871DC6-CBC1-CAEE-B2A1-525B9AF004BD}"/>
              </a:ext>
            </a:extLst>
          </p:cNvPr>
          <p:cNvSpPr/>
          <p:nvPr/>
        </p:nvSpPr>
        <p:spPr>
          <a:xfrm>
            <a:off x="1841122" y="1730294"/>
            <a:ext cx="360000" cy="1841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3471" name="矩形 3470">
            <a:extLst>
              <a:ext uri="{FF2B5EF4-FFF2-40B4-BE49-F238E27FC236}">
                <a16:creationId xmlns:a16="http://schemas.microsoft.com/office/drawing/2014/main" id="{8F02A827-51E2-0422-2159-B2254B42DD66}"/>
              </a:ext>
            </a:extLst>
          </p:cNvPr>
          <p:cNvSpPr/>
          <p:nvPr/>
        </p:nvSpPr>
        <p:spPr>
          <a:xfrm>
            <a:off x="2345122" y="1734527"/>
            <a:ext cx="360000" cy="1841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3472" name="矩形 3471">
            <a:extLst>
              <a:ext uri="{FF2B5EF4-FFF2-40B4-BE49-F238E27FC236}">
                <a16:creationId xmlns:a16="http://schemas.microsoft.com/office/drawing/2014/main" id="{307107D9-13EA-BDB8-AA43-E2C045D5F601}"/>
              </a:ext>
            </a:extLst>
          </p:cNvPr>
          <p:cNvSpPr/>
          <p:nvPr/>
        </p:nvSpPr>
        <p:spPr>
          <a:xfrm>
            <a:off x="1841122" y="2113991"/>
            <a:ext cx="360000" cy="1841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3473" name="矩形 3472">
            <a:extLst>
              <a:ext uri="{FF2B5EF4-FFF2-40B4-BE49-F238E27FC236}">
                <a16:creationId xmlns:a16="http://schemas.microsoft.com/office/drawing/2014/main" id="{4AD0A9B0-86E7-0914-7329-FC90BF71A4A9}"/>
              </a:ext>
            </a:extLst>
          </p:cNvPr>
          <p:cNvSpPr/>
          <p:nvPr/>
        </p:nvSpPr>
        <p:spPr>
          <a:xfrm>
            <a:off x="2345122" y="2116107"/>
            <a:ext cx="360000" cy="1841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….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3474" name="矩形 3473">
            <a:extLst>
              <a:ext uri="{FF2B5EF4-FFF2-40B4-BE49-F238E27FC236}">
                <a16:creationId xmlns:a16="http://schemas.microsoft.com/office/drawing/2014/main" id="{D23521AF-7CDD-9CC4-963B-1EF6AAC1F82E}"/>
              </a:ext>
            </a:extLst>
          </p:cNvPr>
          <p:cNvSpPr/>
          <p:nvPr/>
        </p:nvSpPr>
        <p:spPr>
          <a:xfrm>
            <a:off x="1841122" y="2497687"/>
            <a:ext cx="864000" cy="1841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内容样式</a:t>
            </a:r>
          </a:p>
        </p:txBody>
      </p:sp>
      <p:sp>
        <p:nvSpPr>
          <p:cNvPr id="3475" name="文本框 3474">
            <a:extLst>
              <a:ext uri="{FF2B5EF4-FFF2-40B4-BE49-F238E27FC236}">
                <a16:creationId xmlns:a16="http://schemas.microsoft.com/office/drawing/2014/main" id="{1D157C02-D256-2A7C-3FFB-DCEF27A09DE2}"/>
              </a:ext>
            </a:extLst>
          </p:cNvPr>
          <p:cNvSpPr txBox="1"/>
          <p:nvPr/>
        </p:nvSpPr>
        <p:spPr>
          <a:xfrm>
            <a:off x="2015410" y="984046"/>
            <a:ext cx="515424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lang="zh-CN" altLang="en-US" sz="1050" b="1" kern="0" dirty="0">
                <a:solidFill>
                  <a:srgbClr val="C00000"/>
                </a:solidFill>
                <a:latin typeface="微软雅黑"/>
              </a:rPr>
              <a:t>大标题</a:t>
            </a:r>
          </a:p>
        </p:txBody>
      </p:sp>
      <p:sp>
        <p:nvSpPr>
          <p:cNvPr id="3476" name="文本框 3475">
            <a:extLst>
              <a:ext uri="{FF2B5EF4-FFF2-40B4-BE49-F238E27FC236}">
                <a16:creationId xmlns:a16="http://schemas.microsoft.com/office/drawing/2014/main" id="{9A679DA4-50CE-AB23-87E2-156FEC341481}"/>
              </a:ext>
            </a:extLst>
          </p:cNvPr>
          <p:cNvSpPr txBox="1"/>
          <p:nvPr/>
        </p:nvSpPr>
        <p:spPr>
          <a:xfrm>
            <a:off x="6791328" y="5200282"/>
            <a:ext cx="142239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lang="zh-CN" altLang="en-US" sz="1050" b="1" kern="0" dirty="0">
                <a:solidFill>
                  <a:srgbClr val="C00000"/>
                </a:solidFill>
                <a:latin typeface="微软雅黑"/>
              </a:rPr>
              <a:t>这里是大标题样式</a:t>
            </a:r>
          </a:p>
        </p:txBody>
      </p:sp>
      <p:grpSp>
        <p:nvGrpSpPr>
          <p:cNvPr id="3477" name="组合 3476">
            <a:extLst>
              <a:ext uri="{FF2B5EF4-FFF2-40B4-BE49-F238E27FC236}">
                <a16:creationId xmlns:a16="http://schemas.microsoft.com/office/drawing/2014/main" id="{5CC2BA74-455A-C91E-8389-9644D961866E}"/>
              </a:ext>
            </a:extLst>
          </p:cNvPr>
          <p:cNvGrpSpPr/>
          <p:nvPr/>
        </p:nvGrpSpPr>
        <p:grpSpPr>
          <a:xfrm>
            <a:off x="3794714" y="5418237"/>
            <a:ext cx="1264056" cy="636102"/>
            <a:chOff x="3459572" y="5421412"/>
            <a:chExt cx="1064157" cy="636102"/>
          </a:xfrm>
        </p:grpSpPr>
        <p:grpSp>
          <p:nvGrpSpPr>
            <p:cNvPr id="3478" name="视频分配器">
              <a:extLst>
                <a:ext uri="{FF2B5EF4-FFF2-40B4-BE49-F238E27FC236}">
                  <a16:creationId xmlns:a16="http://schemas.microsoft.com/office/drawing/2014/main" id="{65F2BCB0-1CE6-031B-257D-953FF3478493}"/>
                </a:ext>
              </a:extLst>
            </p:cNvPr>
            <p:cNvGrpSpPr/>
            <p:nvPr/>
          </p:nvGrpSpPr>
          <p:grpSpPr>
            <a:xfrm>
              <a:off x="3459572" y="5421412"/>
              <a:ext cx="1064157" cy="268252"/>
              <a:chOff x="4017556" y="5085739"/>
              <a:chExt cx="981420" cy="268252"/>
            </a:xfrm>
          </p:grpSpPr>
          <p:sp>
            <p:nvSpPr>
              <p:cNvPr id="3808" name="任意多边形 2579">
                <a:extLst>
                  <a:ext uri="{FF2B5EF4-FFF2-40B4-BE49-F238E27FC236}">
                    <a16:creationId xmlns:a16="http://schemas.microsoft.com/office/drawing/2014/main" id="{6DB0064A-6BFF-9B83-E980-489A38E75CC6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3809" name="任意多边形 2580">
                <a:extLst>
                  <a:ext uri="{FF2B5EF4-FFF2-40B4-BE49-F238E27FC236}">
                    <a16:creationId xmlns:a16="http://schemas.microsoft.com/office/drawing/2014/main" id="{12898C02-939F-D177-DE82-3468F92569B8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3810" name="组合 3809">
                <a:extLst>
                  <a:ext uri="{FF2B5EF4-FFF2-40B4-BE49-F238E27FC236}">
                    <a16:creationId xmlns:a16="http://schemas.microsoft.com/office/drawing/2014/main" id="{870B5144-9904-BBAB-1D99-40C0A814DAC1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4212" name="任意多边形 3035">
                  <a:extLst>
                    <a:ext uri="{FF2B5EF4-FFF2-40B4-BE49-F238E27FC236}">
                      <a16:creationId xmlns:a16="http://schemas.microsoft.com/office/drawing/2014/main" id="{127087CC-BF96-6306-2E96-B6FFC599020C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213" name="任意多边形 3036">
                  <a:extLst>
                    <a:ext uri="{FF2B5EF4-FFF2-40B4-BE49-F238E27FC236}">
                      <a16:creationId xmlns:a16="http://schemas.microsoft.com/office/drawing/2014/main" id="{350FBA1B-A780-D293-5894-CF54A9343806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214" name="任意多边形 3037">
                  <a:extLst>
                    <a:ext uri="{FF2B5EF4-FFF2-40B4-BE49-F238E27FC236}">
                      <a16:creationId xmlns:a16="http://schemas.microsoft.com/office/drawing/2014/main" id="{59A0AE68-CBB8-6653-D0AC-03220EA82E63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3811" name="组合 3810">
                <a:extLst>
                  <a:ext uri="{FF2B5EF4-FFF2-40B4-BE49-F238E27FC236}">
                    <a16:creationId xmlns:a16="http://schemas.microsoft.com/office/drawing/2014/main" id="{681DDADE-7B72-8297-4D79-48BE1159A04D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4209" name="任意多边形 3032">
                  <a:extLst>
                    <a:ext uri="{FF2B5EF4-FFF2-40B4-BE49-F238E27FC236}">
                      <a16:creationId xmlns:a16="http://schemas.microsoft.com/office/drawing/2014/main" id="{D17942DD-73EC-2B3D-84EA-4AD05C176080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210" name="任意多边形 3033">
                  <a:extLst>
                    <a:ext uri="{FF2B5EF4-FFF2-40B4-BE49-F238E27FC236}">
                      <a16:creationId xmlns:a16="http://schemas.microsoft.com/office/drawing/2014/main" id="{C75B767B-D276-C8A0-08FA-7ACB7CB389A6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211" name="任意多边形 3034">
                  <a:extLst>
                    <a:ext uri="{FF2B5EF4-FFF2-40B4-BE49-F238E27FC236}">
                      <a16:creationId xmlns:a16="http://schemas.microsoft.com/office/drawing/2014/main" id="{101E393E-A0ED-D95F-7EEE-DC2BBF66B475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3812" name="组合 3811">
                <a:extLst>
                  <a:ext uri="{FF2B5EF4-FFF2-40B4-BE49-F238E27FC236}">
                    <a16:creationId xmlns:a16="http://schemas.microsoft.com/office/drawing/2014/main" id="{4CD55A9D-CE5D-1E48-7229-D57D792FCAC9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4206" name="任意多边形 3029">
                  <a:extLst>
                    <a:ext uri="{FF2B5EF4-FFF2-40B4-BE49-F238E27FC236}">
                      <a16:creationId xmlns:a16="http://schemas.microsoft.com/office/drawing/2014/main" id="{A23E4EB4-AFB4-9DA3-1A76-A2FDA4F192C9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207" name="任意多边形 3030">
                  <a:extLst>
                    <a:ext uri="{FF2B5EF4-FFF2-40B4-BE49-F238E27FC236}">
                      <a16:creationId xmlns:a16="http://schemas.microsoft.com/office/drawing/2014/main" id="{FCDEA67E-AB3F-6B62-4DD8-653932DB0633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208" name="任意多边形 3031">
                  <a:extLst>
                    <a:ext uri="{FF2B5EF4-FFF2-40B4-BE49-F238E27FC236}">
                      <a16:creationId xmlns:a16="http://schemas.microsoft.com/office/drawing/2014/main" id="{097EAF3A-9187-5CD0-2EA6-6F8236EF71E3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3813" name="任意多边形 2584">
                <a:extLst>
                  <a:ext uri="{FF2B5EF4-FFF2-40B4-BE49-F238E27FC236}">
                    <a16:creationId xmlns:a16="http://schemas.microsoft.com/office/drawing/2014/main" id="{19870BC5-7D8E-5A57-A975-1D4814B69AD3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3814" name="任意多边形 2585">
                <a:extLst>
                  <a:ext uri="{FF2B5EF4-FFF2-40B4-BE49-F238E27FC236}">
                    <a16:creationId xmlns:a16="http://schemas.microsoft.com/office/drawing/2014/main" id="{4295B0DB-CC6F-A48F-4D30-29D193DA32C3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3815" name="任意多边形 2586">
                <a:extLst>
                  <a:ext uri="{FF2B5EF4-FFF2-40B4-BE49-F238E27FC236}">
                    <a16:creationId xmlns:a16="http://schemas.microsoft.com/office/drawing/2014/main" id="{084FB35A-F7A6-A2D3-80B0-2E5C663DFDE9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3816" name="任意多边形 2587">
                <a:extLst>
                  <a:ext uri="{FF2B5EF4-FFF2-40B4-BE49-F238E27FC236}">
                    <a16:creationId xmlns:a16="http://schemas.microsoft.com/office/drawing/2014/main" id="{B9EA8C08-770F-5AAA-FADC-ED58F6E8E9CE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3817" name="任意多边形 2593">
                <a:extLst>
                  <a:ext uri="{FF2B5EF4-FFF2-40B4-BE49-F238E27FC236}">
                    <a16:creationId xmlns:a16="http://schemas.microsoft.com/office/drawing/2014/main" id="{390DA178-633C-89C6-1F80-5FAE4F91E70B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3818" name="组合 3817">
                <a:extLst>
                  <a:ext uri="{FF2B5EF4-FFF2-40B4-BE49-F238E27FC236}">
                    <a16:creationId xmlns:a16="http://schemas.microsoft.com/office/drawing/2014/main" id="{C1B5D762-E6E3-C765-297D-15B508F92CB8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4110" name="组合 4109">
                  <a:extLst>
                    <a:ext uri="{FF2B5EF4-FFF2-40B4-BE49-F238E27FC236}">
                      <a16:creationId xmlns:a16="http://schemas.microsoft.com/office/drawing/2014/main" id="{3D12E9FE-F922-1E82-8DBE-F28644143278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4191" name="任意多边形 3014">
                    <a:extLst>
                      <a:ext uri="{FF2B5EF4-FFF2-40B4-BE49-F238E27FC236}">
                        <a16:creationId xmlns:a16="http://schemas.microsoft.com/office/drawing/2014/main" id="{05669937-2570-A7C9-08EC-09CB99A76F09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192" name="任意多边形 3015">
                    <a:extLst>
                      <a:ext uri="{FF2B5EF4-FFF2-40B4-BE49-F238E27FC236}">
                        <a16:creationId xmlns:a16="http://schemas.microsoft.com/office/drawing/2014/main" id="{3C67EFFA-9AF0-B177-72E7-73D6BE86ED9B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193" name="组合 4192">
                    <a:extLst>
                      <a:ext uri="{FF2B5EF4-FFF2-40B4-BE49-F238E27FC236}">
                        <a16:creationId xmlns:a16="http://schemas.microsoft.com/office/drawing/2014/main" id="{C1DEFA3D-E50E-602B-CAD6-E51C81966B90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4194" name="组合 4193">
                      <a:extLst>
                        <a:ext uri="{FF2B5EF4-FFF2-40B4-BE49-F238E27FC236}">
                          <a16:creationId xmlns:a16="http://schemas.microsoft.com/office/drawing/2014/main" id="{393FC0CC-7FDE-9C14-7B14-11B1EF0841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4203" name="任意多边形 3026">
                        <a:extLst>
                          <a:ext uri="{FF2B5EF4-FFF2-40B4-BE49-F238E27FC236}">
                            <a16:creationId xmlns:a16="http://schemas.microsoft.com/office/drawing/2014/main" id="{8E75CD73-9BBE-17BA-EAF5-4542E0EC00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04" name="任意多边形 3027">
                        <a:extLst>
                          <a:ext uri="{FF2B5EF4-FFF2-40B4-BE49-F238E27FC236}">
                            <a16:creationId xmlns:a16="http://schemas.microsoft.com/office/drawing/2014/main" id="{9C9E9D9E-80AC-D73A-959A-69369E372B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05" name="任意多边形 3028">
                        <a:extLst>
                          <a:ext uri="{FF2B5EF4-FFF2-40B4-BE49-F238E27FC236}">
                            <a16:creationId xmlns:a16="http://schemas.microsoft.com/office/drawing/2014/main" id="{ACDDEDC8-922D-21FD-A9DC-3AAE416296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95" name="组合 4194">
                      <a:extLst>
                        <a:ext uri="{FF2B5EF4-FFF2-40B4-BE49-F238E27FC236}">
                          <a16:creationId xmlns:a16="http://schemas.microsoft.com/office/drawing/2014/main" id="{A1B1A2EC-F641-44CE-A2F0-61369FD20E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4200" name="任意多边形 3023">
                        <a:extLst>
                          <a:ext uri="{FF2B5EF4-FFF2-40B4-BE49-F238E27FC236}">
                            <a16:creationId xmlns:a16="http://schemas.microsoft.com/office/drawing/2014/main" id="{E8758C0F-919F-7188-E108-72B0E4C0A1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01" name="任意多边形 3024">
                        <a:extLst>
                          <a:ext uri="{FF2B5EF4-FFF2-40B4-BE49-F238E27FC236}">
                            <a16:creationId xmlns:a16="http://schemas.microsoft.com/office/drawing/2014/main" id="{FFA0CC7D-C608-5182-F3DE-44B8FE714B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02" name="任意多边形 3025">
                        <a:extLst>
                          <a:ext uri="{FF2B5EF4-FFF2-40B4-BE49-F238E27FC236}">
                            <a16:creationId xmlns:a16="http://schemas.microsoft.com/office/drawing/2014/main" id="{60167631-6737-28C9-EAAD-08AB270954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96" name="组合 4195">
                      <a:extLst>
                        <a:ext uri="{FF2B5EF4-FFF2-40B4-BE49-F238E27FC236}">
                          <a16:creationId xmlns:a16="http://schemas.microsoft.com/office/drawing/2014/main" id="{3499B084-9508-FA4E-13D8-08FF4549B6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4197" name="任意多边形 3020">
                        <a:extLst>
                          <a:ext uri="{FF2B5EF4-FFF2-40B4-BE49-F238E27FC236}">
                            <a16:creationId xmlns:a16="http://schemas.microsoft.com/office/drawing/2014/main" id="{6A374D87-AF13-6B62-404D-60C49F752E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98" name="任意多边形 3021">
                        <a:extLst>
                          <a:ext uri="{FF2B5EF4-FFF2-40B4-BE49-F238E27FC236}">
                            <a16:creationId xmlns:a16="http://schemas.microsoft.com/office/drawing/2014/main" id="{CF4F6E9B-CA92-BB24-299D-D0071D2258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99" name="任意多边形 3022">
                        <a:extLst>
                          <a:ext uri="{FF2B5EF4-FFF2-40B4-BE49-F238E27FC236}">
                            <a16:creationId xmlns:a16="http://schemas.microsoft.com/office/drawing/2014/main" id="{44D4FACE-A85B-692B-3CA8-97D8CDBB7B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111" name="组合 4110">
                  <a:extLst>
                    <a:ext uri="{FF2B5EF4-FFF2-40B4-BE49-F238E27FC236}">
                      <a16:creationId xmlns:a16="http://schemas.microsoft.com/office/drawing/2014/main" id="{3464BAFD-D32D-9E51-188C-E56A510E0363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4176" name="任意多边形 2999">
                    <a:extLst>
                      <a:ext uri="{FF2B5EF4-FFF2-40B4-BE49-F238E27FC236}">
                        <a16:creationId xmlns:a16="http://schemas.microsoft.com/office/drawing/2014/main" id="{9858C548-727D-912B-C4BA-E2198C0F07D3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177" name="任意多边形 3000">
                    <a:extLst>
                      <a:ext uri="{FF2B5EF4-FFF2-40B4-BE49-F238E27FC236}">
                        <a16:creationId xmlns:a16="http://schemas.microsoft.com/office/drawing/2014/main" id="{5F581E91-2B15-CCAA-B2AD-A9391F536FFE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178" name="组合 4177">
                    <a:extLst>
                      <a:ext uri="{FF2B5EF4-FFF2-40B4-BE49-F238E27FC236}">
                        <a16:creationId xmlns:a16="http://schemas.microsoft.com/office/drawing/2014/main" id="{50DA3250-1652-3E50-8368-F6762747688D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4179" name="组合 4178">
                      <a:extLst>
                        <a:ext uri="{FF2B5EF4-FFF2-40B4-BE49-F238E27FC236}">
                          <a16:creationId xmlns:a16="http://schemas.microsoft.com/office/drawing/2014/main" id="{61CFA630-13AB-F439-2C81-A2EAA0F148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4188" name="任意多边形 3011">
                        <a:extLst>
                          <a:ext uri="{FF2B5EF4-FFF2-40B4-BE49-F238E27FC236}">
                            <a16:creationId xmlns:a16="http://schemas.microsoft.com/office/drawing/2014/main" id="{6D941357-A510-0E70-1BE0-3031673151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89" name="任意多边形 3012">
                        <a:extLst>
                          <a:ext uri="{FF2B5EF4-FFF2-40B4-BE49-F238E27FC236}">
                            <a16:creationId xmlns:a16="http://schemas.microsoft.com/office/drawing/2014/main" id="{5F799B19-9E9E-7EE9-3C32-FFA13E7388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90" name="任意多边形 3013">
                        <a:extLst>
                          <a:ext uri="{FF2B5EF4-FFF2-40B4-BE49-F238E27FC236}">
                            <a16:creationId xmlns:a16="http://schemas.microsoft.com/office/drawing/2014/main" id="{71E52A74-E947-AB97-E93B-E3DD2B71D3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80" name="组合 4179">
                      <a:extLst>
                        <a:ext uri="{FF2B5EF4-FFF2-40B4-BE49-F238E27FC236}">
                          <a16:creationId xmlns:a16="http://schemas.microsoft.com/office/drawing/2014/main" id="{A4C1B688-FB79-38CD-FB0D-E0C7C9B9ED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4185" name="任意多边形 3008">
                        <a:extLst>
                          <a:ext uri="{FF2B5EF4-FFF2-40B4-BE49-F238E27FC236}">
                            <a16:creationId xmlns:a16="http://schemas.microsoft.com/office/drawing/2014/main" id="{12202704-C38F-2D48-C21A-A5C8643DB9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86" name="任意多边形 3009">
                        <a:extLst>
                          <a:ext uri="{FF2B5EF4-FFF2-40B4-BE49-F238E27FC236}">
                            <a16:creationId xmlns:a16="http://schemas.microsoft.com/office/drawing/2014/main" id="{21BA6DA4-317F-155E-1576-6455ACE6F1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87" name="任意多边形 3010">
                        <a:extLst>
                          <a:ext uri="{FF2B5EF4-FFF2-40B4-BE49-F238E27FC236}">
                            <a16:creationId xmlns:a16="http://schemas.microsoft.com/office/drawing/2014/main" id="{861638A5-065A-2CF8-FA3E-81C1BEA6A6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81" name="组合 4180">
                      <a:extLst>
                        <a:ext uri="{FF2B5EF4-FFF2-40B4-BE49-F238E27FC236}">
                          <a16:creationId xmlns:a16="http://schemas.microsoft.com/office/drawing/2014/main" id="{519A6C28-0B64-D9A5-659A-0DA3390E8E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4182" name="任意多边形 3005">
                        <a:extLst>
                          <a:ext uri="{FF2B5EF4-FFF2-40B4-BE49-F238E27FC236}">
                            <a16:creationId xmlns:a16="http://schemas.microsoft.com/office/drawing/2014/main" id="{B767B23B-453B-E75A-72C2-E5AE37E671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83" name="任意多边形 3006">
                        <a:extLst>
                          <a:ext uri="{FF2B5EF4-FFF2-40B4-BE49-F238E27FC236}">
                            <a16:creationId xmlns:a16="http://schemas.microsoft.com/office/drawing/2014/main" id="{56C7D433-F54A-E229-92BE-B97AEFC368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84" name="任意多边形 3007">
                        <a:extLst>
                          <a:ext uri="{FF2B5EF4-FFF2-40B4-BE49-F238E27FC236}">
                            <a16:creationId xmlns:a16="http://schemas.microsoft.com/office/drawing/2014/main" id="{289E7C25-C269-2100-E746-EBD3957710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112" name="组合 4111">
                  <a:extLst>
                    <a:ext uri="{FF2B5EF4-FFF2-40B4-BE49-F238E27FC236}">
                      <a16:creationId xmlns:a16="http://schemas.microsoft.com/office/drawing/2014/main" id="{8A006B1C-C15F-5CC2-772F-AD03F52DF96D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4161" name="任意多边形 2984">
                    <a:extLst>
                      <a:ext uri="{FF2B5EF4-FFF2-40B4-BE49-F238E27FC236}">
                        <a16:creationId xmlns:a16="http://schemas.microsoft.com/office/drawing/2014/main" id="{DCF27CF8-E445-FEB7-EDFD-B3F0FC48A0D8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162" name="任意多边形 2985">
                    <a:extLst>
                      <a:ext uri="{FF2B5EF4-FFF2-40B4-BE49-F238E27FC236}">
                        <a16:creationId xmlns:a16="http://schemas.microsoft.com/office/drawing/2014/main" id="{DEC19E54-1978-7E26-D029-2577EAB7019E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163" name="组合 4162">
                    <a:extLst>
                      <a:ext uri="{FF2B5EF4-FFF2-40B4-BE49-F238E27FC236}">
                        <a16:creationId xmlns:a16="http://schemas.microsoft.com/office/drawing/2014/main" id="{7E8F4C95-4743-27CA-1876-0D57AC5C54BE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4164" name="组合 4163">
                      <a:extLst>
                        <a:ext uri="{FF2B5EF4-FFF2-40B4-BE49-F238E27FC236}">
                          <a16:creationId xmlns:a16="http://schemas.microsoft.com/office/drawing/2014/main" id="{952AD12B-CA70-9BB5-333A-6D66BCF50E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4173" name="任意多边形 2996">
                        <a:extLst>
                          <a:ext uri="{FF2B5EF4-FFF2-40B4-BE49-F238E27FC236}">
                            <a16:creationId xmlns:a16="http://schemas.microsoft.com/office/drawing/2014/main" id="{EF4B59BB-5C96-9516-E6B1-1214C8EB1E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74" name="任意多边形 2997">
                        <a:extLst>
                          <a:ext uri="{FF2B5EF4-FFF2-40B4-BE49-F238E27FC236}">
                            <a16:creationId xmlns:a16="http://schemas.microsoft.com/office/drawing/2014/main" id="{7D3C078A-124B-C372-3E49-B56D3A05E9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75" name="任意多边形 2998">
                        <a:extLst>
                          <a:ext uri="{FF2B5EF4-FFF2-40B4-BE49-F238E27FC236}">
                            <a16:creationId xmlns:a16="http://schemas.microsoft.com/office/drawing/2014/main" id="{EE3897E2-FEE4-0029-CA29-54A24520AB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65" name="组合 4164">
                      <a:extLst>
                        <a:ext uri="{FF2B5EF4-FFF2-40B4-BE49-F238E27FC236}">
                          <a16:creationId xmlns:a16="http://schemas.microsoft.com/office/drawing/2014/main" id="{E77FAB02-26B7-9829-CAC5-22085F2EF7E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4170" name="任意多边形 2993">
                        <a:extLst>
                          <a:ext uri="{FF2B5EF4-FFF2-40B4-BE49-F238E27FC236}">
                            <a16:creationId xmlns:a16="http://schemas.microsoft.com/office/drawing/2014/main" id="{C7912FD8-3A44-FCA0-CF40-9A328F5112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71" name="任意多边形 2994">
                        <a:extLst>
                          <a:ext uri="{FF2B5EF4-FFF2-40B4-BE49-F238E27FC236}">
                            <a16:creationId xmlns:a16="http://schemas.microsoft.com/office/drawing/2014/main" id="{F6142757-AF88-2FF2-A34B-8C7177062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72" name="任意多边形 2995">
                        <a:extLst>
                          <a:ext uri="{FF2B5EF4-FFF2-40B4-BE49-F238E27FC236}">
                            <a16:creationId xmlns:a16="http://schemas.microsoft.com/office/drawing/2014/main" id="{CEE9B543-092F-D7A7-E0A6-C4CC9FF642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66" name="组合 4165">
                      <a:extLst>
                        <a:ext uri="{FF2B5EF4-FFF2-40B4-BE49-F238E27FC236}">
                          <a16:creationId xmlns:a16="http://schemas.microsoft.com/office/drawing/2014/main" id="{8812CF2D-7211-E638-3C48-6ED8BAE50F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4167" name="任意多边形 2990">
                        <a:extLst>
                          <a:ext uri="{FF2B5EF4-FFF2-40B4-BE49-F238E27FC236}">
                            <a16:creationId xmlns:a16="http://schemas.microsoft.com/office/drawing/2014/main" id="{F08BE513-999E-A9F9-527A-00D25D3FEA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68" name="任意多边形 2991">
                        <a:extLst>
                          <a:ext uri="{FF2B5EF4-FFF2-40B4-BE49-F238E27FC236}">
                            <a16:creationId xmlns:a16="http://schemas.microsoft.com/office/drawing/2014/main" id="{6E337D5A-DF51-D641-E7C6-5370327F42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69" name="任意多边形 2992">
                        <a:extLst>
                          <a:ext uri="{FF2B5EF4-FFF2-40B4-BE49-F238E27FC236}">
                            <a16:creationId xmlns:a16="http://schemas.microsoft.com/office/drawing/2014/main" id="{1BF77CA6-C57A-37C5-E306-A0DF4791A1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113" name="组合 4112">
                  <a:extLst>
                    <a:ext uri="{FF2B5EF4-FFF2-40B4-BE49-F238E27FC236}">
                      <a16:creationId xmlns:a16="http://schemas.microsoft.com/office/drawing/2014/main" id="{D75A59F2-5680-C6A8-B490-EDABF706ED80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4146" name="任意多边形 2969">
                    <a:extLst>
                      <a:ext uri="{FF2B5EF4-FFF2-40B4-BE49-F238E27FC236}">
                        <a16:creationId xmlns:a16="http://schemas.microsoft.com/office/drawing/2014/main" id="{1F1D437C-280C-8210-267A-5272BB835A3C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147" name="任意多边形 2970">
                    <a:extLst>
                      <a:ext uri="{FF2B5EF4-FFF2-40B4-BE49-F238E27FC236}">
                        <a16:creationId xmlns:a16="http://schemas.microsoft.com/office/drawing/2014/main" id="{816988CB-A4C4-94C7-4372-6270F4D0D92A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148" name="组合 4147">
                    <a:extLst>
                      <a:ext uri="{FF2B5EF4-FFF2-40B4-BE49-F238E27FC236}">
                        <a16:creationId xmlns:a16="http://schemas.microsoft.com/office/drawing/2014/main" id="{29E7DBAD-927E-CB7E-1E61-6416CD6E0FA7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4149" name="组合 4148">
                      <a:extLst>
                        <a:ext uri="{FF2B5EF4-FFF2-40B4-BE49-F238E27FC236}">
                          <a16:creationId xmlns:a16="http://schemas.microsoft.com/office/drawing/2014/main" id="{61318BEA-F0C2-82D5-52C6-E04588D175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4158" name="任意多边形 2981">
                        <a:extLst>
                          <a:ext uri="{FF2B5EF4-FFF2-40B4-BE49-F238E27FC236}">
                            <a16:creationId xmlns:a16="http://schemas.microsoft.com/office/drawing/2014/main" id="{ECC78A2F-A22B-BEE0-5DB8-7C6810DCEA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59" name="任意多边形 2982">
                        <a:extLst>
                          <a:ext uri="{FF2B5EF4-FFF2-40B4-BE49-F238E27FC236}">
                            <a16:creationId xmlns:a16="http://schemas.microsoft.com/office/drawing/2014/main" id="{646C55F5-15EE-500C-6812-6F944D0728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60" name="任意多边形 2983">
                        <a:extLst>
                          <a:ext uri="{FF2B5EF4-FFF2-40B4-BE49-F238E27FC236}">
                            <a16:creationId xmlns:a16="http://schemas.microsoft.com/office/drawing/2014/main" id="{CE382B6F-1577-EE9C-1F55-990CDC0586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50" name="组合 4149">
                      <a:extLst>
                        <a:ext uri="{FF2B5EF4-FFF2-40B4-BE49-F238E27FC236}">
                          <a16:creationId xmlns:a16="http://schemas.microsoft.com/office/drawing/2014/main" id="{2FF4711B-C457-1F26-BF8A-C01A138AE2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4155" name="任意多边形 2978">
                        <a:extLst>
                          <a:ext uri="{FF2B5EF4-FFF2-40B4-BE49-F238E27FC236}">
                            <a16:creationId xmlns:a16="http://schemas.microsoft.com/office/drawing/2014/main" id="{A16644BE-9CA9-9F94-4404-DE63300F2D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56" name="任意多边形 2979">
                        <a:extLst>
                          <a:ext uri="{FF2B5EF4-FFF2-40B4-BE49-F238E27FC236}">
                            <a16:creationId xmlns:a16="http://schemas.microsoft.com/office/drawing/2014/main" id="{D38584B5-9F24-B017-4C75-A53C0783A5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57" name="任意多边形 2980">
                        <a:extLst>
                          <a:ext uri="{FF2B5EF4-FFF2-40B4-BE49-F238E27FC236}">
                            <a16:creationId xmlns:a16="http://schemas.microsoft.com/office/drawing/2014/main" id="{E1B597C9-4114-5AF4-23E3-8BAAD4D596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51" name="组合 4150">
                      <a:extLst>
                        <a:ext uri="{FF2B5EF4-FFF2-40B4-BE49-F238E27FC236}">
                          <a16:creationId xmlns:a16="http://schemas.microsoft.com/office/drawing/2014/main" id="{DAF82D89-AD2D-DAFB-B0BA-FCF5B72AAF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4152" name="任意多边形 2975">
                        <a:extLst>
                          <a:ext uri="{FF2B5EF4-FFF2-40B4-BE49-F238E27FC236}">
                            <a16:creationId xmlns:a16="http://schemas.microsoft.com/office/drawing/2014/main" id="{C599AD9E-9330-0C8C-EF2C-E53F889F88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53" name="任意多边形 2976">
                        <a:extLst>
                          <a:ext uri="{FF2B5EF4-FFF2-40B4-BE49-F238E27FC236}">
                            <a16:creationId xmlns:a16="http://schemas.microsoft.com/office/drawing/2014/main" id="{90F0A735-29A8-081C-E2F0-5397CF82A3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54" name="任意多边形 2977">
                        <a:extLst>
                          <a:ext uri="{FF2B5EF4-FFF2-40B4-BE49-F238E27FC236}">
                            <a16:creationId xmlns:a16="http://schemas.microsoft.com/office/drawing/2014/main" id="{15E409B7-E607-A9F1-2A9C-8CD7CEBDD7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114" name="组合 4113">
                  <a:extLst>
                    <a:ext uri="{FF2B5EF4-FFF2-40B4-BE49-F238E27FC236}">
                      <a16:creationId xmlns:a16="http://schemas.microsoft.com/office/drawing/2014/main" id="{0BD5F788-D77C-E097-D9D8-BFB388BE3EB0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4131" name="任意多边形 2954">
                    <a:extLst>
                      <a:ext uri="{FF2B5EF4-FFF2-40B4-BE49-F238E27FC236}">
                        <a16:creationId xmlns:a16="http://schemas.microsoft.com/office/drawing/2014/main" id="{138D89F9-C558-DD2E-544D-D6286A0DBFC9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132" name="任意多边形 2955">
                    <a:extLst>
                      <a:ext uri="{FF2B5EF4-FFF2-40B4-BE49-F238E27FC236}">
                        <a16:creationId xmlns:a16="http://schemas.microsoft.com/office/drawing/2014/main" id="{61F6088C-3A05-B933-DBDD-B42137B8AC55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133" name="组合 4132">
                    <a:extLst>
                      <a:ext uri="{FF2B5EF4-FFF2-40B4-BE49-F238E27FC236}">
                        <a16:creationId xmlns:a16="http://schemas.microsoft.com/office/drawing/2014/main" id="{BC44571C-B306-262A-A1A0-6625094022C4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4134" name="组合 4133">
                      <a:extLst>
                        <a:ext uri="{FF2B5EF4-FFF2-40B4-BE49-F238E27FC236}">
                          <a16:creationId xmlns:a16="http://schemas.microsoft.com/office/drawing/2014/main" id="{DD59B45A-B0B2-27A9-5E25-9CF933358B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4143" name="任意多边形 2966">
                        <a:extLst>
                          <a:ext uri="{FF2B5EF4-FFF2-40B4-BE49-F238E27FC236}">
                            <a16:creationId xmlns:a16="http://schemas.microsoft.com/office/drawing/2014/main" id="{1525136D-48B9-31CA-EEFC-28B6D61505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44" name="任意多边形 2967">
                        <a:extLst>
                          <a:ext uri="{FF2B5EF4-FFF2-40B4-BE49-F238E27FC236}">
                            <a16:creationId xmlns:a16="http://schemas.microsoft.com/office/drawing/2014/main" id="{7D0F08C9-3E56-93CC-0FB4-E7A3B3AB14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45" name="任意多边形 2968">
                        <a:extLst>
                          <a:ext uri="{FF2B5EF4-FFF2-40B4-BE49-F238E27FC236}">
                            <a16:creationId xmlns:a16="http://schemas.microsoft.com/office/drawing/2014/main" id="{17434445-FFE9-3A23-50A4-B12D9AF694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35" name="组合 4134">
                      <a:extLst>
                        <a:ext uri="{FF2B5EF4-FFF2-40B4-BE49-F238E27FC236}">
                          <a16:creationId xmlns:a16="http://schemas.microsoft.com/office/drawing/2014/main" id="{3C1611D7-7BC8-01A3-DEB9-719793476A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4140" name="任意多边形 2963">
                        <a:extLst>
                          <a:ext uri="{FF2B5EF4-FFF2-40B4-BE49-F238E27FC236}">
                            <a16:creationId xmlns:a16="http://schemas.microsoft.com/office/drawing/2014/main" id="{4D68C95B-0A03-DDE2-4BBF-E5D2ED8782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41" name="任意多边形 2964">
                        <a:extLst>
                          <a:ext uri="{FF2B5EF4-FFF2-40B4-BE49-F238E27FC236}">
                            <a16:creationId xmlns:a16="http://schemas.microsoft.com/office/drawing/2014/main" id="{A13ED355-ABBE-928A-B77E-9656F0726D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42" name="任意多边形 2965">
                        <a:extLst>
                          <a:ext uri="{FF2B5EF4-FFF2-40B4-BE49-F238E27FC236}">
                            <a16:creationId xmlns:a16="http://schemas.microsoft.com/office/drawing/2014/main" id="{69E237BC-5151-60F2-DA3A-D2C880329E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36" name="组合 4135">
                      <a:extLst>
                        <a:ext uri="{FF2B5EF4-FFF2-40B4-BE49-F238E27FC236}">
                          <a16:creationId xmlns:a16="http://schemas.microsoft.com/office/drawing/2014/main" id="{380F56A8-D611-5823-18B3-8D4BDB13DF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4137" name="任意多边形 2960">
                        <a:extLst>
                          <a:ext uri="{FF2B5EF4-FFF2-40B4-BE49-F238E27FC236}">
                            <a16:creationId xmlns:a16="http://schemas.microsoft.com/office/drawing/2014/main" id="{0EDA3350-B2EF-1F6D-2482-226270545C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38" name="任意多边形 2961">
                        <a:extLst>
                          <a:ext uri="{FF2B5EF4-FFF2-40B4-BE49-F238E27FC236}">
                            <a16:creationId xmlns:a16="http://schemas.microsoft.com/office/drawing/2014/main" id="{63FC25E0-DA56-44B3-9808-656F4EE291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39" name="任意多边形 2962">
                        <a:extLst>
                          <a:ext uri="{FF2B5EF4-FFF2-40B4-BE49-F238E27FC236}">
                            <a16:creationId xmlns:a16="http://schemas.microsoft.com/office/drawing/2014/main" id="{40F18DAB-6CFA-0DEC-3796-46EA2117F0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115" name="组合 4114">
                  <a:extLst>
                    <a:ext uri="{FF2B5EF4-FFF2-40B4-BE49-F238E27FC236}">
                      <a16:creationId xmlns:a16="http://schemas.microsoft.com/office/drawing/2014/main" id="{0712B8CB-819A-1157-5C68-A56ED3C715AE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4116" name="任意多边形 2939">
                    <a:extLst>
                      <a:ext uri="{FF2B5EF4-FFF2-40B4-BE49-F238E27FC236}">
                        <a16:creationId xmlns:a16="http://schemas.microsoft.com/office/drawing/2014/main" id="{13C83102-7960-6C1E-299D-8ABD8E9B8CAF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117" name="任意多边形 2940">
                    <a:extLst>
                      <a:ext uri="{FF2B5EF4-FFF2-40B4-BE49-F238E27FC236}">
                        <a16:creationId xmlns:a16="http://schemas.microsoft.com/office/drawing/2014/main" id="{ED7E9EA3-3987-16F1-6644-5F0594188E64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118" name="组合 4117">
                    <a:extLst>
                      <a:ext uri="{FF2B5EF4-FFF2-40B4-BE49-F238E27FC236}">
                        <a16:creationId xmlns:a16="http://schemas.microsoft.com/office/drawing/2014/main" id="{9DD4C38E-5775-34DC-6D35-7DD8C650A567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4119" name="组合 4118">
                      <a:extLst>
                        <a:ext uri="{FF2B5EF4-FFF2-40B4-BE49-F238E27FC236}">
                          <a16:creationId xmlns:a16="http://schemas.microsoft.com/office/drawing/2014/main" id="{A32DA226-C1D1-8D8D-0FB7-44FA54104B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4128" name="任意多边形 2951">
                        <a:extLst>
                          <a:ext uri="{FF2B5EF4-FFF2-40B4-BE49-F238E27FC236}">
                            <a16:creationId xmlns:a16="http://schemas.microsoft.com/office/drawing/2014/main" id="{199769E5-813A-5731-1596-1B6C07812C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29" name="任意多边形 2952">
                        <a:extLst>
                          <a:ext uri="{FF2B5EF4-FFF2-40B4-BE49-F238E27FC236}">
                            <a16:creationId xmlns:a16="http://schemas.microsoft.com/office/drawing/2014/main" id="{B4858468-7F31-A4CD-5BAA-62240B93A4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30" name="任意多边形 2953">
                        <a:extLst>
                          <a:ext uri="{FF2B5EF4-FFF2-40B4-BE49-F238E27FC236}">
                            <a16:creationId xmlns:a16="http://schemas.microsoft.com/office/drawing/2014/main" id="{50D1A2DC-3842-9C74-D138-26E44EBD4C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20" name="组合 4119">
                      <a:extLst>
                        <a:ext uri="{FF2B5EF4-FFF2-40B4-BE49-F238E27FC236}">
                          <a16:creationId xmlns:a16="http://schemas.microsoft.com/office/drawing/2014/main" id="{8D879A84-1AC9-453D-7083-9307D4AD8B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4125" name="任意多边形 2948">
                        <a:extLst>
                          <a:ext uri="{FF2B5EF4-FFF2-40B4-BE49-F238E27FC236}">
                            <a16:creationId xmlns:a16="http://schemas.microsoft.com/office/drawing/2014/main" id="{5AEC963D-A015-2AEE-5618-17A2BED102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26" name="任意多边形 2949">
                        <a:extLst>
                          <a:ext uri="{FF2B5EF4-FFF2-40B4-BE49-F238E27FC236}">
                            <a16:creationId xmlns:a16="http://schemas.microsoft.com/office/drawing/2014/main" id="{A1A0C109-408D-EF21-355C-B4092F90AD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27" name="任意多边形 2950">
                        <a:extLst>
                          <a:ext uri="{FF2B5EF4-FFF2-40B4-BE49-F238E27FC236}">
                            <a16:creationId xmlns:a16="http://schemas.microsoft.com/office/drawing/2014/main" id="{4CE578FA-EFCC-745B-4861-5F1ADA7707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21" name="组合 4120">
                      <a:extLst>
                        <a:ext uri="{FF2B5EF4-FFF2-40B4-BE49-F238E27FC236}">
                          <a16:creationId xmlns:a16="http://schemas.microsoft.com/office/drawing/2014/main" id="{607B2269-7F62-C121-F91C-79575B100D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4122" name="任意多边形 2945">
                        <a:extLst>
                          <a:ext uri="{FF2B5EF4-FFF2-40B4-BE49-F238E27FC236}">
                            <a16:creationId xmlns:a16="http://schemas.microsoft.com/office/drawing/2014/main" id="{7A95FCE5-64DC-4592-E404-BCE5BEFEEF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23" name="任意多边形 2946">
                        <a:extLst>
                          <a:ext uri="{FF2B5EF4-FFF2-40B4-BE49-F238E27FC236}">
                            <a16:creationId xmlns:a16="http://schemas.microsoft.com/office/drawing/2014/main" id="{59EB325D-3B53-D737-3296-15762B1056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24" name="任意多边形 2947">
                        <a:extLst>
                          <a:ext uri="{FF2B5EF4-FFF2-40B4-BE49-F238E27FC236}">
                            <a16:creationId xmlns:a16="http://schemas.microsoft.com/office/drawing/2014/main" id="{1448B3BF-6AFF-61C8-F5D2-7F39BD1D9C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3819" name="组合 3818">
                <a:extLst>
                  <a:ext uri="{FF2B5EF4-FFF2-40B4-BE49-F238E27FC236}">
                    <a16:creationId xmlns:a16="http://schemas.microsoft.com/office/drawing/2014/main" id="{095AFAD0-F8D7-738C-A7F6-99DFB0BC375A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4014" name="组合 4013">
                  <a:extLst>
                    <a:ext uri="{FF2B5EF4-FFF2-40B4-BE49-F238E27FC236}">
                      <a16:creationId xmlns:a16="http://schemas.microsoft.com/office/drawing/2014/main" id="{4ACC77E9-396A-5773-FA42-38429E859933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4095" name="任意多边形 2918">
                    <a:extLst>
                      <a:ext uri="{FF2B5EF4-FFF2-40B4-BE49-F238E27FC236}">
                        <a16:creationId xmlns:a16="http://schemas.microsoft.com/office/drawing/2014/main" id="{41E82C59-614A-5311-2ECA-28AB1C754D0D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096" name="任意多边形 2919">
                    <a:extLst>
                      <a:ext uri="{FF2B5EF4-FFF2-40B4-BE49-F238E27FC236}">
                        <a16:creationId xmlns:a16="http://schemas.microsoft.com/office/drawing/2014/main" id="{3249B631-CADB-9A48-E819-A9A090A1A5C3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097" name="组合 4096">
                    <a:extLst>
                      <a:ext uri="{FF2B5EF4-FFF2-40B4-BE49-F238E27FC236}">
                        <a16:creationId xmlns:a16="http://schemas.microsoft.com/office/drawing/2014/main" id="{D7A8280F-E4A1-6AAF-EF17-7D4362EDCC8E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4098" name="组合 4097">
                      <a:extLst>
                        <a:ext uri="{FF2B5EF4-FFF2-40B4-BE49-F238E27FC236}">
                          <a16:creationId xmlns:a16="http://schemas.microsoft.com/office/drawing/2014/main" id="{08F9A271-6799-8AB9-ADFD-870D0B8717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4107" name="任意多边形 2930">
                        <a:extLst>
                          <a:ext uri="{FF2B5EF4-FFF2-40B4-BE49-F238E27FC236}">
                            <a16:creationId xmlns:a16="http://schemas.microsoft.com/office/drawing/2014/main" id="{07E72F27-1433-463A-CFE9-47EC8FD2D9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08" name="任意多边形 2931">
                        <a:extLst>
                          <a:ext uri="{FF2B5EF4-FFF2-40B4-BE49-F238E27FC236}">
                            <a16:creationId xmlns:a16="http://schemas.microsoft.com/office/drawing/2014/main" id="{6655E958-441A-6208-81F3-5E528B078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09" name="任意多边形 2932">
                        <a:extLst>
                          <a:ext uri="{FF2B5EF4-FFF2-40B4-BE49-F238E27FC236}">
                            <a16:creationId xmlns:a16="http://schemas.microsoft.com/office/drawing/2014/main" id="{5B4F869E-8A1E-72EF-4D45-D7C5D52C52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99" name="组合 4098">
                      <a:extLst>
                        <a:ext uri="{FF2B5EF4-FFF2-40B4-BE49-F238E27FC236}">
                          <a16:creationId xmlns:a16="http://schemas.microsoft.com/office/drawing/2014/main" id="{56AB27AE-E970-6241-039B-B2EE25127C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4104" name="任意多边形 2927">
                        <a:extLst>
                          <a:ext uri="{FF2B5EF4-FFF2-40B4-BE49-F238E27FC236}">
                            <a16:creationId xmlns:a16="http://schemas.microsoft.com/office/drawing/2014/main" id="{AF7BD6FE-746B-AF5E-3724-BBA09845B2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05" name="任意多边形 2928">
                        <a:extLst>
                          <a:ext uri="{FF2B5EF4-FFF2-40B4-BE49-F238E27FC236}">
                            <a16:creationId xmlns:a16="http://schemas.microsoft.com/office/drawing/2014/main" id="{B8C451D7-DA01-662F-26B0-6F2AD81646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06" name="任意多边形 2929">
                        <a:extLst>
                          <a:ext uri="{FF2B5EF4-FFF2-40B4-BE49-F238E27FC236}">
                            <a16:creationId xmlns:a16="http://schemas.microsoft.com/office/drawing/2014/main" id="{A70ADEBB-2A59-4F1C-5868-A2A9149215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100" name="组合 4099">
                      <a:extLst>
                        <a:ext uri="{FF2B5EF4-FFF2-40B4-BE49-F238E27FC236}">
                          <a16:creationId xmlns:a16="http://schemas.microsoft.com/office/drawing/2014/main" id="{5A58B5CD-5148-2687-064E-8A98BA8034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4101" name="任意多边形 2924">
                        <a:extLst>
                          <a:ext uri="{FF2B5EF4-FFF2-40B4-BE49-F238E27FC236}">
                            <a16:creationId xmlns:a16="http://schemas.microsoft.com/office/drawing/2014/main" id="{2AB2AE13-C334-69B6-F3FF-3C63D6FB74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02" name="任意多边形 2925">
                        <a:extLst>
                          <a:ext uri="{FF2B5EF4-FFF2-40B4-BE49-F238E27FC236}">
                            <a16:creationId xmlns:a16="http://schemas.microsoft.com/office/drawing/2014/main" id="{F95525C0-9D3A-114B-EA49-A0A0BF24CA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103" name="任意多边形 2926">
                        <a:extLst>
                          <a:ext uri="{FF2B5EF4-FFF2-40B4-BE49-F238E27FC236}">
                            <a16:creationId xmlns:a16="http://schemas.microsoft.com/office/drawing/2014/main" id="{17126050-A4A5-1514-8633-503E2B2BDA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015" name="组合 4014">
                  <a:extLst>
                    <a:ext uri="{FF2B5EF4-FFF2-40B4-BE49-F238E27FC236}">
                      <a16:creationId xmlns:a16="http://schemas.microsoft.com/office/drawing/2014/main" id="{BC4E04FD-CEF4-C950-CEB3-6E397C64C7E5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4080" name="任意多边形 2903">
                    <a:extLst>
                      <a:ext uri="{FF2B5EF4-FFF2-40B4-BE49-F238E27FC236}">
                        <a16:creationId xmlns:a16="http://schemas.microsoft.com/office/drawing/2014/main" id="{68A9F15E-85DC-C830-B53E-12D6D8943181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081" name="任意多边形 2904">
                    <a:extLst>
                      <a:ext uri="{FF2B5EF4-FFF2-40B4-BE49-F238E27FC236}">
                        <a16:creationId xmlns:a16="http://schemas.microsoft.com/office/drawing/2014/main" id="{41D210D0-D157-E780-AD30-01048EB0D400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082" name="组合 4081">
                    <a:extLst>
                      <a:ext uri="{FF2B5EF4-FFF2-40B4-BE49-F238E27FC236}">
                        <a16:creationId xmlns:a16="http://schemas.microsoft.com/office/drawing/2014/main" id="{0B0347BC-C1AB-8A9B-07EC-A0867D2D84EA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4083" name="组合 4082">
                      <a:extLst>
                        <a:ext uri="{FF2B5EF4-FFF2-40B4-BE49-F238E27FC236}">
                          <a16:creationId xmlns:a16="http://schemas.microsoft.com/office/drawing/2014/main" id="{3F9AED82-3CA2-F9F2-4665-2CC7D8459B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4092" name="任意多边形 2915">
                        <a:extLst>
                          <a:ext uri="{FF2B5EF4-FFF2-40B4-BE49-F238E27FC236}">
                            <a16:creationId xmlns:a16="http://schemas.microsoft.com/office/drawing/2014/main" id="{E9C1C3CB-49E7-A1F2-9A34-E40510B756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93" name="任意多边形 2916">
                        <a:extLst>
                          <a:ext uri="{FF2B5EF4-FFF2-40B4-BE49-F238E27FC236}">
                            <a16:creationId xmlns:a16="http://schemas.microsoft.com/office/drawing/2014/main" id="{1DCA0171-1530-5849-D9C7-63FA240AA6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94" name="任意多边形 2917">
                        <a:extLst>
                          <a:ext uri="{FF2B5EF4-FFF2-40B4-BE49-F238E27FC236}">
                            <a16:creationId xmlns:a16="http://schemas.microsoft.com/office/drawing/2014/main" id="{C7943FFB-015C-B15D-E0E9-F542B57F66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84" name="组合 4083">
                      <a:extLst>
                        <a:ext uri="{FF2B5EF4-FFF2-40B4-BE49-F238E27FC236}">
                          <a16:creationId xmlns:a16="http://schemas.microsoft.com/office/drawing/2014/main" id="{4C09C3D2-51A7-A39D-0578-63B8FDB1B0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4089" name="任意多边形 2912">
                        <a:extLst>
                          <a:ext uri="{FF2B5EF4-FFF2-40B4-BE49-F238E27FC236}">
                            <a16:creationId xmlns:a16="http://schemas.microsoft.com/office/drawing/2014/main" id="{A8734709-6487-2F44-9323-61A1FD2878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90" name="任意多边形 2913">
                        <a:extLst>
                          <a:ext uri="{FF2B5EF4-FFF2-40B4-BE49-F238E27FC236}">
                            <a16:creationId xmlns:a16="http://schemas.microsoft.com/office/drawing/2014/main" id="{722155ED-E925-0B6F-D7C2-ED2FE433A3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91" name="任意多边形 2914">
                        <a:extLst>
                          <a:ext uri="{FF2B5EF4-FFF2-40B4-BE49-F238E27FC236}">
                            <a16:creationId xmlns:a16="http://schemas.microsoft.com/office/drawing/2014/main" id="{184EEE2B-4BC0-575C-0F37-B705F1470E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85" name="组合 4084">
                      <a:extLst>
                        <a:ext uri="{FF2B5EF4-FFF2-40B4-BE49-F238E27FC236}">
                          <a16:creationId xmlns:a16="http://schemas.microsoft.com/office/drawing/2014/main" id="{8DB8EA35-E9BA-ABC9-9929-2265D682E1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4086" name="任意多边形 2909">
                        <a:extLst>
                          <a:ext uri="{FF2B5EF4-FFF2-40B4-BE49-F238E27FC236}">
                            <a16:creationId xmlns:a16="http://schemas.microsoft.com/office/drawing/2014/main" id="{29ACF021-5D96-B678-BC98-1296CCCF20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87" name="任意多边形 2910">
                        <a:extLst>
                          <a:ext uri="{FF2B5EF4-FFF2-40B4-BE49-F238E27FC236}">
                            <a16:creationId xmlns:a16="http://schemas.microsoft.com/office/drawing/2014/main" id="{3D5A5420-9BEC-5D9B-56BC-9B2E5E2FB7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88" name="任意多边形 2911">
                        <a:extLst>
                          <a:ext uri="{FF2B5EF4-FFF2-40B4-BE49-F238E27FC236}">
                            <a16:creationId xmlns:a16="http://schemas.microsoft.com/office/drawing/2014/main" id="{25D268F4-416B-0D07-3B68-3BB9852B5D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016" name="组合 4015">
                  <a:extLst>
                    <a:ext uri="{FF2B5EF4-FFF2-40B4-BE49-F238E27FC236}">
                      <a16:creationId xmlns:a16="http://schemas.microsoft.com/office/drawing/2014/main" id="{624D9C6F-3065-0E96-CC4A-0CFA0E9E7CE1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4065" name="任意多边形 2888">
                    <a:extLst>
                      <a:ext uri="{FF2B5EF4-FFF2-40B4-BE49-F238E27FC236}">
                        <a16:creationId xmlns:a16="http://schemas.microsoft.com/office/drawing/2014/main" id="{36F01835-571D-0CA8-604F-8571E536CF6E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066" name="任意多边形 2889">
                    <a:extLst>
                      <a:ext uri="{FF2B5EF4-FFF2-40B4-BE49-F238E27FC236}">
                        <a16:creationId xmlns:a16="http://schemas.microsoft.com/office/drawing/2014/main" id="{B3B6287B-F2AE-E880-2158-F4A60C7F81F5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067" name="组合 4066">
                    <a:extLst>
                      <a:ext uri="{FF2B5EF4-FFF2-40B4-BE49-F238E27FC236}">
                        <a16:creationId xmlns:a16="http://schemas.microsoft.com/office/drawing/2014/main" id="{45AA5577-2CC8-2F57-2BC3-31D23F1CF3ED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4068" name="组合 4067">
                      <a:extLst>
                        <a:ext uri="{FF2B5EF4-FFF2-40B4-BE49-F238E27FC236}">
                          <a16:creationId xmlns:a16="http://schemas.microsoft.com/office/drawing/2014/main" id="{032E0699-840B-6762-7B24-8FDA56B9D4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4077" name="任意多边形 2900">
                        <a:extLst>
                          <a:ext uri="{FF2B5EF4-FFF2-40B4-BE49-F238E27FC236}">
                            <a16:creationId xmlns:a16="http://schemas.microsoft.com/office/drawing/2014/main" id="{55FA2A73-AA48-7F1A-3CBB-0CE342D256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78" name="任意多边形 2901">
                        <a:extLst>
                          <a:ext uri="{FF2B5EF4-FFF2-40B4-BE49-F238E27FC236}">
                            <a16:creationId xmlns:a16="http://schemas.microsoft.com/office/drawing/2014/main" id="{5BCAD7A4-BE1D-1CF5-09C7-F7009F69F5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79" name="任意多边形 2902">
                        <a:extLst>
                          <a:ext uri="{FF2B5EF4-FFF2-40B4-BE49-F238E27FC236}">
                            <a16:creationId xmlns:a16="http://schemas.microsoft.com/office/drawing/2014/main" id="{74867F94-2141-74EE-1C24-71019E28AD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69" name="组合 4068">
                      <a:extLst>
                        <a:ext uri="{FF2B5EF4-FFF2-40B4-BE49-F238E27FC236}">
                          <a16:creationId xmlns:a16="http://schemas.microsoft.com/office/drawing/2014/main" id="{9D7AF54E-022C-1CCB-4C37-4752287683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4074" name="任意多边形 2897">
                        <a:extLst>
                          <a:ext uri="{FF2B5EF4-FFF2-40B4-BE49-F238E27FC236}">
                            <a16:creationId xmlns:a16="http://schemas.microsoft.com/office/drawing/2014/main" id="{5B16F0B9-6C1C-89B5-9DC1-038FD4135C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75" name="任意多边形 2898">
                        <a:extLst>
                          <a:ext uri="{FF2B5EF4-FFF2-40B4-BE49-F238E27FC236}">
                            <a16:creationId xmlns:a16="http://schemas.microsoft.com/office/drawing/2014/main" id="{1D5B9691-E23D-86A0-3004-035C97742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76" name="任意多边形 2899">
                        <a:extLst>
                          <a:ext uri="{FF2B5EF4-FFF2-40B4-BE49-F238E27FC236}">
                            <a16:creationId xmlns:a16="http://schemas.microsoft.com/office/drawing/2014/main" id="{58640217-6EE7-DC12-FA55-656BDDCDB0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70" name="组合 4069">
                      <a:extLst>
                        <a:ext uri="{FF2B5EF4-FFF2-40B4-BE49-F238E27FC236}">
                          <a16:creationId xmlns:a16="http://schemas.microsoft.com/office/drawing/2014/main" id="{B530D376-9886-CD98-F66C-6640E2E955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4071" name="任意多边形 2894">
                        <a:extLst>
                          <a:ext uri="{FF2B5EF4-FFF2-40B4-BE49-F238E27FC236}">
                            <a16:creationId xmlns:a16="http://schemas.microsoft.com/office/drawing/2014/main" id="{88228A3B-8245-9AA6-C7E5-3AE492F0E0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72" name="任意多边形 2895">
                        <a:extLst>
                          <a:ext uri="{FF2B5EF4-FFF2-40B4-BE49-F238E27FC236}">
                            <a16:creationId xmlns:a16="http://schemas.microsoft.com/office/drawing/2014/main" id="{DC792F0B-5701-D605-3BC4-60AB5F0EAD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73" name="任意多边形 2896">
                        <a:extLst>
                          <a:ext uri="{FF2B5EF4-FFF2-40B4-BE49-F238E27FC236}">
                            <a16:creationId xmlns:a16="http://schemas.microsoft.com/office/drawing/2014/main" id="{939EAFAB-E189-2B37-6D45-DE4777B57E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017" name="组合 4016">
                  <a:extLst>
                    <a:ext uri="{FF2B5EF4-FFF2-40B4-BE49-F238E27FC236}">
                      <a16:creationId xmlns:a16="http://schemas.microsoft.com/office/drawing/2014/main" id="{A242C3A3-45DA-3219-E2FD-A4930610E078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4050" name="任意多边形 2873">
                    <a:extLst>
                      <a:ext uri="{FF2B5EF4-FFF2-40B4-BE49-F238E27FC236}">
                        <a16:creationId xmlns:a16="http://schemas.microsoft.com/office/drawing/2014/main" id="{88FCA513-3A9E-CC00-F75B-36AD80B0AE20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051" name="任意多边形 2874">
                    <a:extLst>
                      <a:ext uri="{FF2B5EF4-FFF2-40B4-BE49-F238E27FC236}">
                        <a16:creationId xmlns:a16="http://schemas.microsoft.com/office/drawing/2014/main" id="{D681D13D-0325-1A34-876B-CCF3D90DCC09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052" name="组合 4051">
                    <a:extLst>
                      <a:ext uri="{FF2B5EF4-FFF2-40B4-BE49-F238E27FC236}">
                        <a16:creationId xmlns:a16="http://schemas.microsoft.com/office/drawing/2014/main" id="{27B7ED68-70EE-5AB1-551D-75175DCA271D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4053" name="组合 4052">
                      <a:extLst>
                        <a:ext uri="{FF2B5EF4-FFF2-40B4-BE49-F238E27FC236}">
                          <a16:creationId xmlns:a16="http://schemas.microsoft.com/office/drawing/2014/main" id="{3AB91EA6-15BC-2171-61EC-A5D70B42F9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4062" name="任意多边形 2885">
                        <a:extLst>
                          <a:ext uri="{FF2B5EF4-FFF2-40B4-BE49-F238E27FC236}">
                            <a16:creationId xmlns:a16="http://schemas.microsoft.com/office/drawing/2014/main" id="{C114BD84-F3AE-F94A-357B-4A9B6E157A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63" name="任意多边形 2886">
                        <a:extLst>
                          <a:ext uri="{FF2B5EF4-FFF2-40B4-BE49-F238E27FC236}">
                            <a16:creationId xmlns:a16="http://schemas.microsoft.com/office/drawing/2014/main" id="{8559E7E2-4824-2559-C29E-CC82968C36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64" name="任意多边形 2887">
                        <a:extLst>
                          <a:ext uri="{FF2B5EF4-FFF2-40B4-BE49-F238E27FC236}">
                            <a16:creationId xmlns:a16="http://schemas.microsoft.com/office/drawing/2014/main" id="{B095B76F-5D86-479F-25A5-3AA9B0EA9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54" name="组合 4053">
                      <a:extLst>
                        <a:ext uri="{FF2B5EF4-FFF2-40B4-BE49-F238E27FC236}">
                          <a16:creationId xmlns:a16="http://schemas.microsoft.com/office/drawing/2014/main" id="{8132BA42-1B27-1405-6F01-8B1087B3A8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4059" name="任意多边形 2882">
                        <a:extLst>
                          <a:ext uri="{FF2B5EF4-FFF2-40B4-BE49-F238E27FC236}">
                            <a16:creationId xmlns:a16="http://schemas.microsoft.com/office/drawing/2014/main" id="{DA5941D7-F82C-3D0D-CF8F-498DFD2FD0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60" name="任意多边形 2883">
                        <a:extLst>
                          <a:ext uri="{FF2B5EF4-FFF2-40B4-BE49-F238E27FC236}">
                            <a16:creationId xmlns:a16="http://schemas.microsoft.com/office/drawing/2014/main" id="{4BAE65DE-5906-1C13-5526-36E7545968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61" name="任意多边形 2884">
                        <a:extLst>
                          <a:ext uri="{FF2B5EF4-FFF2-40B4-BE49-F238E27FC236}">
                            <a16:creationId xmlns:a16="http://schemas.microsoft.com/office/drawing/2014/main" id="{56402A19-FD43-A391-F4A1-088E6473C8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55" name="组合 4054">
                      <a:extLst>
                        <a:ext uri="{FF2B5EF4-FFF2-40B4-BE49-F238E27FC236}">
                          <a16:creationId xmlns:a16="http://schemas.microsoft.com/office/drawing/2014/main" id="{CEF444C1-C83B-4270-0AED-9C9E4CE229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4056" name="任意多边形 2879">
                        <a:extLst>
                          <a:ext uri="{FF2B5EF4-FFF2-40B4-BE49-F238E27FC236}">
                            <a16:creationId xmlns:a16="http://schemas.microsoft.com/office/drawing/2014/main" id="{DACC8F24-427C-0B8B-E993-E752EDDB50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57" name="任意多边形 2880">
                        <a:extLst>
                          <a:ext uri="{FF2B5EF4-FFF2-40B4-BE49-F238E27FC236}">
                            <a16:creationId xmlns:a16="http://schemas.microsoft.com/office/drawing/2014/main" id="{AA89FB72-57E4-2544-C43B-4C2B6E350B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58" name="任意多边形 2881">
                        <a:extLst>
                          <a:ext uri="{FF2B5EF4-FFF2-40B4-BE49-F238E27FC236}">
                            <a16:creationId xmlns:a16="http://schemas.microsoft.com/office/drawing/2014/main" id="{931E5EE0-1CF7-9667-378F-92AE7B7C23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018" name="组合 4017">
                  <a:extLst>
                    <a:ext uri="{FF2B5EF4-FFF2-40B4-BE49-F238E27FC236}">
                      <a16:creationId xmlns:a16="http://schemas.microsoft.com/office/drawing/2014/main" id="{9AECB8D6-1597-242A-0747-21EDE9AB0CA2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4035" name="任意多边形 2858">
                    <a:extLst>
                      <a:ext uri="{FF2B5EF4-FFF2-40B4-BE49-F238E27FC236}">
                        <a16:creationId xmlns:a16="http://schemas.microsoft.com/office/drawing/2014/main" id="{DEE07242-61FC-4D34-D2DE-8995018089AC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036" name="任意多边形 2859">
                    <a:extLst>
                      <a:ext uri="{FF2B5EF4-FFF2-40B4-BE49-F238E27FC236}">
                        <a16:creationId xmlns:a16="http://schemas.microsoft.com/office/drawing/2014/main" id="{1B393E9B-5ACD-B2C4-BAF9-5F77861A5141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037" name="组合 4036">
                    <a:extLst>
                      <a:ext uri="{FF2B5EF4-FFF2-40B4-BE49-F238E27FC236}">
                        <a16:creationId xmlns:a16="http://schemas.microsoft.com/office/drawing/2014/main" id="{752B37EF-32B0-4CC3-38D4-3AD04D32C432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4038" name="组合 4037">
                      <a:extLst>
                        <a:ext uri="{FF2B5EF4-FFF2-40B4-BE49-F238E27FC236}">
                          <a16:creationId xmlns:a16="http://schemas.microsoft.com/office/drawing/2014/main" id="{DA2DC9EA-7114-DA2C-F7DB-AF200C6355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4047" name="任意多边形 2870">
                        <a:extLst>
                          <a:ext uri="{FF2B5EF4-FFF2-40B4-BE49-F238E27FC236}">
                            <a16:creationId xmlns:a16="http://schemas.microsoft.com/office/drawing/2014/main" id="{016488F0-C0AF-E0FC-0778-E5932506A3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48" name="任意多边形 2871">
                        <a:extLst>
                          <a:ext uri="{FF2B5EF4-FFF2-40B4-BE49-F238E27FC236}">
                            <a16:creationId xmlns:a16="http://schemas.microsoft.com/office/drawing/2014/main" id="{528E6511-84FD-55CB-A903-E115085F60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49" name="任意多边形 2872">
                        <a:extLst>
                          <a:ext uri="{FF2B5EF4-FFF2-40B4-BE49-F238E27FC236}">
                            <a16:creationId xmlns:a16="http://schemas.microsoft.com/office/drawing/2014/main" id="{C8196690-673A-0378-D2E1-84800CD8BD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39" name="组合 4038">
                      <a:extLst>
                        <a:ext uri="{FF2B5EF4-FFF2-40B4-BE49-F238E27FC236}">
                          <a16:creationId xmlns:a16="http://schemas.microsoft.com/office/drawing/2014/main" id="{FF9332E6-DEBB-BA8F-67AF-53B3648D14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4044" name="任意多边形 2867">
                        <a:extLst>
                          <a:ext uri="{FF2B5EF4-FFF2-40B4-BE49-F238E27FC236}">
                            <a16:creationId xmlns:a16="http://schemas.microsoft.com/office/drawing/2014/main" id="{9DF440F3-6D30-E54E-8E2C-B1057CC170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45" name="任意多边形 2868">
                        <a:extLst>
                          <a:ext uri="{FF2B5EF4-FFF2-40B4-BE49-F238E27FC236}">
                            <a16:creationId xmlns:a16="http://schemas.microsoft.com/office/drawing/2014/main" id="{9EBE0FCF-6AC4-EB91-DEEA-0527BC0D9C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46" name="任意多边形 2869">
                        <a:extLst>
                          <a:ext uri="{FF2B5EF4-FFF2-40B4-BE49-F238E27FC236}">
                            <a16:creationId xmlns:a16="http://schemas.microsoft.com/office/drawing/2014/main" id="{B75BCCCA-5AF9-F019-AFD2-CC494C04D1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40" name="组合 4039">
                      <a:extLst>
                        <a:ext uri="{FF2B5EF4-FFF2-40B4-BE49-F238E27FC236}">
                          <a16:creationId xmlns:a16="http://schemas.microsoft.com/office/drawing/2014/main" id="{4B26A77A-1AE4-5E91-677C-FF9C9F479F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4041" name="任意多边形 2864">
                        <a:extLst>
                          <a:ext uri="{FF2B5EF4-FFF2-40B4-BE49-F238E27FC236}">
                            <a16:creationId xmlns:a16="http://schemas.microsoft.com/office/drawing/2014/main" id="{74582440-C0DC-8859-7BB9-F627A79D2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42" name="任意多边形 2865">
                        <a:extLst>
                          <a:ext uri="{FF2B5EF4-FFF2-40B4-BE49-F238E27FC236}">
                            <a16:creationId xmlns:a16="http://schemas.microsoft.com/office/drawing/2014/main" id="{6A7FF2FB-AAD9-8999-E531-2590529E3F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43" name="任意多边形 2866">
                        <a:extLst>
                          <a:ext uri="{FF2B5EF4-FFF2-40B4-BE49-F238E27FC236}">
                            <a16:creationId xmlns:a16="http://schemas.microsoft.com/office/drawing/2014/main" id="{6254F1DC-443D-8F5E-B373-7D6B9FFF40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019" name="组合 4018">
                  <a:extLst>
                    <a:ext uri="{FF2B5EF4-FFF2-40B4-BE49-F238E27FC236}">
                      <a16:creationId xmlns:a16="http://schemas.microsoft.com/office/drawing/2014/main" id="{6F3E6270-F6C4-51BF-22AA-4E465FF21E9B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4020" name="任意多边形 2843">
                    <a:extLst>
                      <a:ext uri="{FF2B5EF4-FFF2-40B4-BE49-F238E27FC236}">
                        <a16:creationId xmlns:a16="http://schemas.microsoft.com/office/drawing/2014/main" id="{474F077B-2740-F7B2-92C1-7E145EBEA10B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021" name="任意多边形 2844">
                    <a:extLst>
                      <a:ext uri="{FF2B5EF4-FFF2-40B4-BE49-F238E27FC236}">
                        <a16:creationId xmlns:a16="http://schemas.microsoft.com/office/drawing/2014/main" id="{FB2FE485-E416-C26F-1A9A-A6FB1FF8CABE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022" name="组合 4021">
                    <a:extLst>
                      <a:ext uri="{FF2B5EF4-FFF2-40B4-BE49-F238E27FC236}">
                        <a16:creationId xmlns:a16="http://schemas.microsoft.com/office/drawing/2014/main" id="{2353C361-12D6-3C78-90D9-C4A1B3288738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4023" name="组合 4022">
                      <a:extLst>
                        <a:ext uri="{FF2B5EF4-FFF2-40B4-BE49-F238E27FC236}">
                          <a16:creationId xmlns:a16="http://schemas.microsoft.com/office/drawing/2014/main" id="{717CCFD3-7BDE-9B25-ABE1-F5A78E5659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4032" name="任意多边形 2855">
                        <a:extLst>
                          <a:ext uri="{FF2B5EF4-FFF2-40B4-BE49-F238E27FC236}">
                            <a16:creationId xmlns:a16="http://schemas.microsoft.com/office/drawing/2014/main" id="{73D58518-B0C1-C4C2-262D-188EE7B143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33" name="任意多边形 2856">
                        <a:extLst>
                          <a:ext uri="{FF2B5EF4-FFF2-40B4-BE49-F238E27FC236}">
                            <a16:creationId xmlns:a16="http://schemas.microsoft.com/office/drawing/2014/main" id="{E449E546-CBC1-D18E-F4B0-F4A3AACAB2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34" name="任意多边形 2857">
                        <a:extLst>
                          <a:ext uri="{FF2B5EF4-FFF2-40B4-BE49-F238E27FC236}">
                            <a16:creationId xmlns:a16="http://schemas.microsoft.com/office/drawing/2014/main" id="{4D386B1A-7784-3F13-0AE6-4293C6CE40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24" name="组合 4023">
                      <a:extLst>
                        <a:ext uri="{FF2B5EF4-FFF2-40B4-BE49-F238E27FC236}">
                          <a16:creationId xmlns:a16="http://schemas.microsoft.com/office/drawing/2014/main" id="{1236665A-91F9-276D-A5C2-A653E99E9A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4029" name="任意多边形 2852">
                        <a:extLst>
                          <a:ext uri="{FF2B5EF4-FFF2-40B4-BE49-F238E27FC236}">
                            <a16:creationId xmlns:a16="http://schemas.microsoft.com/office/drawing/2014/main" id="{000BDC90-F76E-7F39-8422-0B5BD2238B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30" name="任意多边形 2853">
                        <a:extLst>
                          <a:ext uri="{FF2B5EF4-FFF2-40B4-BE49-F238E27FC236}">
                            <a16:creationId xmlns:a16="http://schemas.microsoft.com/office/drawing/2014/main" id="{EF1A84B3-9646-62D3-B942-B550BCFAFA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31" name="任意多边形 2854">
                        <a:extLst>
                          <a:ext uri="{FF2B5EF4-FFF2-40B4-BE49-F238E27FC236}">
                            <a16:creationId xmlns:a16="http://schemas.microsoft.com/office/drawing/2014/main" id="{D5EBBC49-B38A-9C8F-AFD3-525F3B30C4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25" name="组合 4024">
                      <a:extLst>
                        <a:ext uri="{FF2B5EF4-FFF2-40B4-BE49-F238E27FC236}">
                          <a16:creationId xmlns:a16="http://schemas.microsoft.com/office/drawing/2014/main" id="{47D24A55-7E6E-AE79-E9E2-A7184514DB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4026" name="任意多边形 2849">
                        <a:extLst>
                          <a:ext uri="{FF2B5EF4-FFF2-40B4-BE49-F238E27FC236}">
                            <a16:creationId xmlns:a16="http://schemas.microsoft.com/office/drawing/2014/main" id="{BC7C06BB-CA07-E3FD-961F-4F9E3FCD75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27" name="任意多边形 2850">
                        <a:extLst>
                          <a:ext uri="{FF2B5EF4-FFF2-40B4-BE49-F238E27FC236}">
                            <a16:creationId xmlns:a16="http://schemas.microsoft.com/office/drawing/2014/main" id="{A7E3F3CF-C43C-C907-F150-06592F0283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28" name="任意多边形 2851">
                        <a:extLst>
                          <a:ext uri="{FF2B5EF4-FFF2-40B4-BE49-F238E27FC236}">
                            <a16:creationId xmlns:a16="http://schemas.microsoft.com/office/drawing/2014/main" id="{DCE90DFE-C233-9F4C-6665-EB06D8D356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3820" name="组合 3819">
                <a:extLst>
                  <a:ext uri="{FF2B5EF4-FFF2-40B4-BE49-F238E27FC236}">
                    <a16:creationId xmlns:a16="http://schemas.microsoft.com/office/drawing/2014/main" id="{643E322B-D37C-821B-0CF3-B6638AB58D82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3918" name="组合 3917">
                  <a:extLst>
                    <a:ext uri="{FF2B5EF4-FFF2-40B4-BE49-F238E27FC236}">
                      <a16:creationId xmlns:a16="http://schemas.microsoft.com/office/drawing/2014/main" id="{8CA0D068-561C-915E-A2C3-A306A0F559B3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3999" name="任意多边形 2822">
                    <a:extLst>
                      <a:ext uri="{FF2B5EF4-FFF2-40B4-BE49-F238E27FC236}">
                        <a16:creationId xmlns:a16="http://schemas.microsoft.com/office/drawing/2014/main" id="{2C42EDAA-76A5-1434-6C64-E7F6FA82436E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000" name="任意多边形 2823">
                    <a:extLst>
                      <a:ext uri="{FF2B5EF4-FFF2-40B4-BE49-F238E27FC236}">
                        <a16:creationId xmlns:a16="http://schemas.microsoft.com/office/drawing/2014/main" id="{8D86A726-D422-C153-FC40-6D7306302885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001" name="组合 4000">
                    <a:extLst>
                      <a:ext uri="{FF2B5EF4-FFF2-40B4-BE49-F238E27FC236}">
                        <a16:creationId xmlns:a16="http://schemas.microsoft.com/office/drawing/2014/main" id="{F1C61B73-72FF-CCC5-CEC4-6D5A04FA5892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4002" name="组合 4001">
                      <a:extLst>
                        <a:ext uri="{FF2B5EF4-FFF2-40B4-BE49-F238E27FC236}">
                          <a16:creationId xmlns:a16="http://schemas.microsoft.com/office/drawing/2014/main" id="{0128275B-F6D1-86AC-C297-6C2C7CEDC3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4011" name="任意多边形 2834">
                        <a:extLst>
                          <a:ext uri="{FF2B5EF4-FFF2-40B4-BE49-F238E27FC236}">
                            <a16:creationId xmlns:a16="http://schemas.microsoft.com/office/drawing/2014/main" id="{4D86FEC3-5FAE-9E0F-BC4F-9B7E0C168A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12" name="任意多边形 2835">
                        <a:extLst>
                          <a:ext uri="{FF2B5EF4-FFF2-40B4-BE49-F238E27FC236}">
                            <a16:creationId xmlns:a16="http://schemas.microsoft.com/office/drawing/2014/main" id="{96306AF1-1EB7-A947-970B-1526B1381C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13" name="任意多边形 2836">
                        <a:extLst>
                          <a:ext uri="{FF2B5EF4-FFF2-40B4-BE49-F238E27FC236}">
                            <a16:creationId xmlns:a16="http://schemas.microsoft.com/office/drawing/2014/main" id="{B3F34E70-9C93-556A-7899-1B81D8B7E8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03" name="组合 4002">
                      <a:extLst>
                        <a:ext uri="{FF2B5EF4-FFF2-40B4-BE49-F238E27FC236}">
                          <a16:creationId xmlns:a16="http://schemas.microsoft.com/office/drawing/2014/main" id="{A3B330A1-09B1-BCC0-0FF0-AF78DEAB6A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4008" name="任意多边形 2831">
                        <a:extLst>
                          <a:ext uri="{FF2B5EF4-FFF2-40B4-BE49-F238E27FC236}">
                            <a16:creationId xmlns:a16="http://schemas.microsoft.com/office/drawing/2014/main" id="{10A5DF1D-06CF-9CA8-21D6-488EFC569C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09" name="任意多边形 2832">
                        <a:extLst>
                          <a:ext uri="{FF2B5EF4-FFF2-40B4-BE49-F238E27FC236}">
                            <a16:creationId xmlns:a16="http://schemas.microsoft.com/office/drawing/2014/main" id="{9FE59F94-2A63-AF51-B503-9FBAD36D25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10" name="任意多边形 2833">
                        <a:extLst>
                          <a:ext uri="{FF2B5EF4-FFF2-40B4-BE49-F238E27FC236}">
                            <a16:creationId xmlns:a16="http://schemas.microsoft.com/office/drawing/2014/main" id="{3715ABFE-2C6E-24FD-7F65-9ABF184AE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004" name="组合 4003">
                      <a:extLst>
                        <a:ext uri="{FF2B5EF4-FFF2-40B4-BE49-F238E27FC236}">
                          <a16:creationId xmlns:a16="http://schemas.microsoft.com/office/drawing/2014/main" id="{CABF5CFD-30AC-14A1-9BE4-05B1E226C31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4005" name="任意多边形 2828">
                        <a:extLst>
                          <a:ext uri="{FF2B5EF4-FFF2-40B4-BE49-F238E27FC236}">
                            <a16:creationId xmlns:a16="http://schemas.microsoft.com/office/drawing/2014/main" id="{D5025E6B-1F3C-5604-3C6F-5356778857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06" name="任意多边形 2829">
                        <a:extLst>
                          <a:ext uri="{FF2B5EF4-FFF2-40B4-BE49-F238E27FC236}">
                            <a16:creationId xmlns:a16="http://schemas.microsoft.com/office/drawing/2014/main" id="{86E7EB8F-5411-4C77-2DB7-5703371069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007" name="任意多边形 2830">
                        <a:extLst>
                          <a:ext uri="{FF2B5EF4-FFF2-40B4-BE49-F238E27FC236}">
                            <a16:creationId xmlns:a16="http://schemas.microsoft.com/office/drawing/2014/main" id="{CF56B751-CE8E-EFAA-A801-7B7AB1171E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919" name="组合 3918">
                  <a:extLst>
                    <a:ext uri="{FF2B5EF4-FFF2-40B4-BE49-F238E27FC236}">
                      <a16:creationId xmlns:a16="http://schemas.microsoft.com/office/drawing/2014/main" id="{4257AAB7-308F-85D0-4DA8-2B664ED15FD8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3984" name="任意多边形 2807">
                    <a:extLst>
                      <a:ext uri="{FF2B5EF4-FFF2-40B4-BE49-F238E27FC236}">
                        <a16:creationId xmlns:a16="http://schemas.microsoft.com/office/drawing/2014/main" id="{4A76161B-6BD3-F917-D555-67D46601226F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985" name="任意多边形 2808">
                    <a:extLst>
                      <a:ext uri="{FF2B5EF4-FFF2-40B4-BE49-F238E27FC236}">
                        <a16:creationId xmlns:a16="http://schemas.microsoft.com/office/drawing/2014/main" id="{1134D442-925A-C71F-F44E-50EF63A8121D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986" name="组合 3985">
                    <a:extLst>
                      <a:ext uri="{FF2B5EF4-FFF2-40B4-BE49-F238E27FC236}">
                        <a16:creationId xmlns:a16="http://schemas.microsoft.com/office/drawing/2014/main" id="{E9F1F639-3DA9-0C9C-414C-CAC2669A3282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3987" name="组合 3986">
                      <a:extLst>
                        <a:ext uri="{FF2B5EF4-FFF2-40B4-BE49-F238E27FC236}">
                          <a16:creationId xmlns:a16="http://schemas.microsoft.com/office/drawing/2014/main" id="{EB4918EF-D2A1-8C52-623A-B2D737F9C8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3996" name="任意多边形 2819">
                        <a:extLst>
                          <a:ext uri="{FF2B5EF4-FFF2-40B4-BE49-F238E27FC236}">
                            <a16:creationId xmlns:a16="http://schemas.microsoft.com/office/drawing/2014/main" id="{B8B82786-E8FE-A82B-B7DC-537E1BD6B1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97" name="任意多边形 2820">
                        <a:extLst>
                          <a:ext uri="{FF2B5EF4-FFF2-40B4-BE49-F238E27FC236}">
                            <a16:creationId xmlns:a16="http://schemas.microsoft.com/office/drawing/2014/main" id="{ED26C27E-27C5-4267-71BA-F7625516FA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98" name="任意多边形 2821">
                        <a:extLst>
                          <a:ext uri="{FF2B5EF4-FFF2-40B4-BE49-F238E27FC236}">
                            <a16:creationId xmlns:a16="http://schemas.microsoft.com/office/drawing/2014/main" id="{7566EE1D-E657-1A4A-B9AA-FAC68CEBEB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88" name="组合 3987">
                      <a:extLst>
                        <a:ext uri="{FF2B5EF4-FFF2-40B4-BE49-F238E27FC236}">
                          <a16:creationId xmlns:a16="http://schemas.microsoft.com/office/drawing/2014/main" id="{B520DA45-D7B9-0410-0DDC-BBDBA14B99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3993" name="任意多边形 2816">
                        <a:extLst>
                          <a:ext uri="{FF2B5EF4-FFF2-40B4-BE49-F238E27FC236}">
                            <a16:creationId xmlns:a16="http://schemas.microsoft.com/office/drawing/2014/main" id="{F6A4692E-340E-FA2E-A11C-20EC794CAE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94" name="任意多边形 2817">
                        <a:extLst>
                          <a:ext uri="{FF2B5EF4-FFF2-40B4-BE49-F238E27FC236}">
                            <a16:creationId xmlns:a16="http://schemas.microsoft.com/office/drawing/2014/main" id="{1EEB9A1D-E7B0-8CBD-76C4-FCF35B9111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95" name="任意多边形 2818">
                        <a:extLst>
                          <a:ext uri="{FF2B5EF4-FFF2-40B4-BE49-F238E27FC236}">
                            <a16:creationId xmlns:a16="http://schemas.microsoft.com/office/drawing/2014/main" id="{A2EBF778-2DBF-782F-C70A-3BC499DC85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89" name="组合 3988">
                      <a:extLst>
                        <a:ext uri="{FF2B5EF4-FFF2-40B4-BE49-F238E27FC236}">
                          <a16:creationId xmlns:a16="http://schemas.microsoft.com/office/drawing/2014/main" id="{7BEAC7B9-D669-29C6-2C97-4FDED64BA2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3990" name="任意多边形 2813">
                        <a:extLst>
                          <a:ext uri="{FF2B5EF4-FFF2-40B4-BE49-F238E27FC236}">
                            <a16:creationId xmlns:a16="http://schemas.microsoft.com/office/drawing/2014/main" id="{0E1C2380-FA5C-1A40-AF08-43738CA3D6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91" name="任意多边形 2814">
                        <a:extLst>
                          <a:ext uri="{FF2B5EF4-FFF2-40B4-BE49-F238E27FC236}">
                            <a16:creationId xmlns:a16="http://schemas.microsoft.com/office/drawing/2014/main" id="{8E63B6CE-4A66-0F08-BD2C-77C0B14A80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92" name="任意多边形 2815">
                        <a:extLst>
                          <a:ext uri="{FF2B5EF4-FFF2-40B4-BE49-F238E27FC236}">
                            <a16:creationId xmlns:a16="http://schemas.microsoft.com/office/drawing/2014/main" id="{B5CF6FD4-C0EB-E761-8FC6-4E61A67388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920" name="组合 3919">
                  <a:extLst>
                    <a:ext uri="{FF2B5EF4-FFF2-40B4-BE49-F238E27FC236}">
                      <a16:creationId xmlns:a16="http://schemas.microsoft.com/office/drawing/2014/main" id="{FF7EE0AA-E949-E7AB-C2A7-6912641D6340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3969" name="任意多边形 2779">
                    <a:extLst>
                      <a:ext uri="{FF2B5EF4-FFF2-40B4-BE49-F238E27FC236}">
                        <a16:creationId xmlns:a16="http://schemas.microsoft.com/office/drawing/2014/main" id="{FF3EC8DD-D8B4-A7FB-6292-7B51E5E45227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970" name="任意多边形 2784">
                    <a:extLst>
                      <a:ext uri="{FF2B5EF4-FFF2-40B4-BE49-F238E27FC236}">
                        <a16:creationId xmlns:a16="http://schemas.microsoft.com/office/drawing/2014/main" id="{3B496A85-E5D4-FC28-4282-0621A27EB227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971" name="组合 3970">
                    <a:extLst>
                      <a:ext uri="{FF2B5EF4-FFF2-40B4-BE49-F238E27FC236}">
                        <a16:creationId xmlns:a16="http://schemas.microsoft.com/office/drawing/2014/main" id="{85E26AAB-D064-DC64-CE0B-3EC51FBE85ED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3972" name="组合 3971">
                      <a:extLst>
                        <a:ext uri="{FF2B5EF4-FFF2-40B4-BE49-F238E27FC236}">
                          <a16:creationId xmlns:a16="http://schemas.microsoft.com/office/drawing/2014/main" id="{47216C2A-C029-F66C-BE69-63EFEEF422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3981" name="任意多边形 2804">
                        <a:extLst>
                          <a:ext uri="{FF2B5EF4-FFF2-40B4-BE49-F238E27FC236}">
                            <a16:creationId xmlns:a16="http://schemas.microsoft.com/office/drawing/2014/main" id="{D897C0D6-4C24-B8C9-27C8-044EB677D3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82" name="任意多边形 2805">
                        <a:extLst>
                          <a:ext uri="{FF2B5EF4-FFF2-40B4-BE49-F238E27FC236}">
                            <a16:creationId xmlns:a16="http://schemas.microsoft.com/office/drawing/2014/main" id="{A6006537-0BC7-93D0-4D06-0B155EA26E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83" name="任意多边形 2806">
                        <a:extLst>
                          <a:ext uri="{FF2B5EF4-FFF2-40B4-BE49-F238E27FC236}">
                            <a16:creationId xmlns:a16="http://schemas.microsoft.com/office/drawing/2014/main" id="{13219161-102D-4397-7064-8C74D97F49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73" name="组合 3972">
                      <a:extLst>
                        <a:ext uri="{FF2B5EF4-FFF2-40B4-BE49-F238E27FC236}">
                          <a16:creationId xmlns:a16="http://schemas.microsoft.com/office/drawing/2014/main" id="{5FD094E1-56FC-0FFA-D160-C60110CC8A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3978" name="任意多边形 2801">
                        <a:extLst>
                          <a:ext uri="{FF2B5EF4-FFF2-40B4-BE49-F238E27FC236}">
                            <a16:creationId xmlns:a16="http://schemas.microsoft.com/office/drawing/2014/main" id="{BCEEF505-E5DA-D040-8D19-B7CE05E8DE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79" name="任意多边形 2802">
                        <a:extLst>
                          <a:ext uri="{FF2B5EF4-FFF2-40B4-BE49-F238E27FC236}">
                            <a16:creationId xmlns:a16="http://schemas.microsoft.com/office/drawing/2014/main" id="{74F0AAF6-3B80-D387-27C2-3C6BA64DC1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80" name="任意多边形 2803">
                        <a:extLst>
                          <a:ext uri="{FF2B5EF4-FFF2-40B4-BE49-F238E27FC236}">
                            <a16:creationId xmlns:a16="http://schemas.microsoft.com/office/drawing/2014/main" id="{B9DCB767-82D6-3A59-A36C-FF1C05067D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74" name="组合 3973">
                      <a:extLst>
                        <a:ext uri="{FF2B5EF4-FFF2-40B4-BE49-F238E27FC236}">
                          <a16:creationId xmlns:a16="http://schemas.microsoft.com/office/drawing/2014/main" id="{8E3A6B39-C4EB-8BD2-56DA-681D6686581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3975" name="任意多边形 2796">
                        <a:extLst>
                          <a:ext uri="{FF2B5EF4-FFF2-40B4-BE49-F238E27FC236}">
                            <a16:creationId xmlns:a16="http://schemas.microsoft.com/office/drawing/2014/main" id="{AE98F0CF-7AAF-AFA9-5E68-7FB27AF6BF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76" name="任意多边形 2799">
                        <a:extLst>
                          <a:ext uri="{FF2B5EF4-FFF2-40B4-BE49-F238E27FC236}">
                            <a16:creationId xmlns:a16="http://schemas.microsoft.com/office/drawing/2014/main" id="{875B0DFE-D4E4-60A1-B13D-3D89DB4177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77" name="任意多边形 2800">
                        <a:extLst>
                          <a:ext uri="{FF2B5EF4-FFF2-40B4-BE49-F238E27FC236}">
                            <a16:creationId xmlns:a16="http://schemas.microsoft.com/office/drawing/2014/main" id="{B9631B31-C87A-7D32-6165-F832D51591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921" name="组合 3920">
                  <a:extLst>
                    <a:ext uri="{FF2B5EF4-FFF2-40B4-BE49-F238E27FC236}">
                      <a16:creationId xmlns:a16="http://schemas.microsoft.com/office/drawing/2014/main" id="{0EBEFF6B-24A2-F16E-E259-103F553119F1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3954" name="任意多边形 2739">
                    <a:extLst>
                      <a:ext uri="{FF2B5EF4-FFF2-40B4-BE49-F238E27FC236}">
                        <a16:creationId xmlns:a16="http://schemas.microsoft.com/office/drawing/2014/main" id="{C1702FED-C2F6-C129-7933-62084D3D2C72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955" name="任意多边形 2740">
                    <a:extLst>
                      <a:ext uri="{FF2B5EF4-FFF2-40B4-BE49-F238E27FC236}">
                        <a16:creationId xmlns:a16="http://schemas.microsoft.com/office/drawing/2014/main" id="{63743066-E7D4-60B2-50F7-D002888E8915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956" name="组合 3955">
                    <a:extLst>
                      <a:ext uri="{FF2B5EF4-FFF2-40B4-BE49-F238E27FC236}">
                        <a16:creationId xmlns:a16="http://schemas.microsoft.com/office/drawing/2014/main" id="{C0C96410-F417-9C2C-DBA1-2A66449EEFDE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3957" name="组合 3956">
                      <a:extLst>
                        <a:ext uri="{FF2B5EF4-FFF2-40B4-BE49-F238E27FC236}">
                          <a16:creationId xmlns:a16="http://schemas.microsoft.com/office/drawing/2014/main" id="{A231DFC8-F66E-9EBE-4D39-55ACBD39A8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3966" name="任意多边形 2772">
                        <a:extLst>
                          <a:ext uri="{FF2B5EF4-FFF2-40B4-BE49-F238E27FC236}">
                            <a16:creationId xmlns:a16="http://schemas.microsoft.com/office/drawing/2014/main" id="{3AF6700D-F22C-BC97-02AA-71E1EA3226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67" name="任意多边形 2773">
                        <a:extLst>
                          <a:ext uri="{FF2B5EF4-FFF2-40B4-BE49-F238E27FC236}">
                            <a16:creationId xmlns:a16="http://schemas.microsoft.com/office/drawing/2014/main" id="{9AF8ACE6-17A7-CF65-DA10-BF30E81162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68" name="任意多边形 2774">
                        <a:extLst>
                          <a:ext uri="{FF2B5EF4-FFF2-40B4-BE49-F238E27FC236}">
                            <a16:creationId xmlns:a16="http://schemas.microsoft.com/office/drawing/2014/main" id="{7EB97B28-FC98-F00D-0B70-EC66B23194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58" name="组合 3957">
                      <a:extLst>
                        <a:ext uri="{FF2B5EF4-FFF2-40B4-BE49-F238E27FC236}">
                          <a16:creationId xmlns:a16="http://schemas.microsoft.com/office/drawing/2014/main" id="{294241C1-3E21-47FC-81BB-E6350EADFB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3963" name="任意多边形 2751">
                        <a:extLst>
                          <a:ext uri="{FF2B5EF4-FFF2-40B4-BE49-F238E27FC236}">
                            <a16:creationId xmlns:a16="http://schemas.microsoft.com/office/drawing/2014/main" id="{15FEBC69-FA46-A5DE-D455-D29DA7A7E3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64" name="任意多边形 2758">
                        <a:extLst>
                          <a:ext uri="{FF2B5EF4-FFF2-40B4-BE49-F238E27FC236}">
                            <a16:creationId xmlns:a16="http://schemas.microsoft.com/office/drawing/2014/main" id="{CDDE7467-95C7-BE02-3D6A-9761972B9A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65" name="任意多边形 2759">
                        <a:extLst>
                          <a:ext uri="{FF2B5EF4-FFF2-40B4-BE49-F238E27FC236}">
                            <a16:creationId xmlns:a16="http://schemas.microsoft.com/office/drawing/2014/main" id="{17129931-7694-CD08-657B-79CFADDAB9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59" name="组合 3958">
                      <a:extLst>
                        <a:ext uri="{FF2B5EF4-FFF2-40B4-BE49-F238E27FC236}">
                          <a16:creationId xmlns:a16="http://schemas.microsoft.com/office/drawing/2014/main" id="{1A325B34-3BF7-DF24-5ABA-616AD6A6BD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3960" name="任意多边形 2745">
                        <a:extLst>
                          <a:ext uri="{FF2B5EF4-FFF2-40B4-BE49-F238E27FC236}">
                            <a16:creationId xmlns:a16="http://schemas.microsoft.com/office/drawing/2014/main" id="{0CAEB5E7-7FEC-7EBA-49F3-91D880256C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61" name="任意多边形 2747">
                        <a:extLst>
                          <a:ext uri="{FF2B5EF4-FFF2-40B4-BE49-F238E27FC236}">
                            <a16:creationId xmlns:a16="http://schemas.microsoft.com/office/drawing/2014/main" id="{08E74849-99CF-35E5-DB27-962DA3990F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62" name="任意多边形 2749">
                        <a:extLst>
                          <a:ext uri="{FF2B5EF4-FFF2-40B4-BE49-F238E27FC236}">
                            <a16:creationId xmlns:a16="http://schemas.microsoft.com/office/drawing/2014/main" id="{B71E14E5-DAE7-3949-96FF-3BB4E5E42C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922" name="组合 3921">
                  <a:extLst>
                    <a:ext uri="{FF2B5EF4-FFF2-40B4-BE49-F238E27FC236}">
                      <a16:creationId xmlns:a16="http://schemas.microsoft.com/office/drawing/2014/main" id="{F2E585DB-0DB8-EA09-AC55-A294D4454895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3939" name="任意多边形 2724">
                    <a:extLst>
                      <a:ext uri="{FF2B5EF4-FFF2-40B4-BE49-F238E27FC236}">
                        <a16:creationId xmlns:a16="http://schemas.microsoft.com/office/drawing/2014/main" id="{92C158FC-A417-4025-33A9-5F5DE97BCCC4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940" name="任意多边形 2725">
                    <a:extLst>
                      <a:ext uri="{FF2B5EF4-FFF2-40B4-BE49-F238E27FC236}">
                        <a16:creationId xmlns:a16="http://schemas.microsoft.com/office/drawing/2014/main" id="{1D7C156E-072F-26E6-0844-B6E000C512A8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941" name="组合 3940">
                    <a:extLst>
                      <a:ext uri="{FF2B5EF4-FFF2-40B4-BE49-F238E27FC236}">
                        <a16:creationId xmlns:a16="http://schemas.microsoft.com/office/drawing/2014/main" id="{B4CB7606-B5B8-B9B1-43C0-9EFEA34B4798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3942" name="组合 3941">
                      <a:extLst>
                        <a:ext uri="{FF2B5EF4-FFF2-40B4-BE49-F238E27FC236}">
                          <a16:creationId xmlns:a16="http://schemas.microsoft.com/office/drawing/2014/main" id="{8300D2AC-E6C1-D886-97EF-DDF60BAB5E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3951" name="任意多边形 2736">
                        <a:extLst>
                          <a:ext uri="{FF2B5EF4-FFF2-40B4-BE49-F238E27FC236}">
                            <a16:creationId xmlns:a16="http://schemas.microsoft.com/office/drawing/2014/main" id="{D2DE39E6-26EC-5887-7A88-4436BE8B6E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52" name="任意多边形 2737">
                        <a:extLst>
                          <a:ext uri="{FF2B5EF4-FFF2-40B4-BE49-F238E27FC236}">
                            <a16:creationId xmlns:a16="http://schemas.microsoft.com/office/drawing/2014/main" id="{5658338F-7373-F2A5-6294-FB5F003A2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53" name="任意多边形 2738">
                        <a:extLst>
                          <a:ext uri="{FF2B5EF4-FFF2-40B4-BE49-F238E27FC236}">
                            <a16:creationId xmlns:a16="http://schemas.microsoft.com/office/drawing/2014/main" id="{F2871C69-D1E6-9AD6-A23C-5F506689E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43" name="组合 3942">
                      <a:extLst>
                        <a:ext uri="{FF2B5EF4-FFF2-40B4-BE49-F238E27FC236}">
                          <a16:creationId xmlns:a16="http://schemas.microsoft.com/office/drawing/2014/main" id="{D0DE22A2-5FBB-0978-7879-50A0C37969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3948" name="任意多边形 2733">
                        <a:extLst>
                          <a:ext uri="{FF2B5EF4-FFF2-40B4-BE49-F238E27FC236}">
                            <a16:creationId xmlns:a16="http://schemas.microsoft.com/office/drawing/2014/main" id="{2F8D391B-92CC-3288-7D47-E02B1EE336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49" name="任意多边形 2734">
                        <a:extLst>
                          <a:ext uri="{FF2B5EF4-FFF2-40B4-BE49-F238E27FC236}">
                            <a16:creationId xmlns:a16="http://schemas.microsoft.com/office/drawing/2014/main" id="{B80F93F9-140C-1B5F-0201-4D16F71DD5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50" name="任意多边形 2735">
                        <a:extLst>
                          <a:ext uri="{FF2B5EF4-FFF2-40B4-BE49-F238E27FC236}">
                            <a16:creationId xmlns:a16="http://schemas.microsoft.com/office/drawing/2014/main" id="{6753E989-7586-5943-1245-B5C6CF876E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44" name="组合 3943">
                      <a:extLst>
                        <a:ext uri="{FF2B5EF4-FFF2-40B4-BE49-F238E27FC236}">
                          <a16:creationId xmlns:a16="http://schemas.microsoft.com/office/drawing/2014/main" id="{A0985C1F-686F-31E1-E75B-297CDA2A73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3945" name="任意多边形 2730">
                        <a:extLst>
                          <a:ext uri="{FF2B5EF4-FFF2-40B4-BE49-F238E27FC236}">
                            <a16:creationId xmlns:a16="http://schemas.microsoft.com/office/drawing/2014/main" id="{33232E97-9ADD-F626-8D4D-189C3C20E5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46" name="任意多边形 2731">
                        <a:extLst>
                          <a:ext uri="{FF2B5EF4-FFF2-40B4-BE49-F238E27FC236}">
                            <a16:creationId xmlns:a16="http://schemas.microsoft.com/office/drawing/2014/main" id="{0F20CE80-6980-1196-B4BA-22B31225D7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47" name="任意多边形 2732">
                        <a:extLst>
                          <a:ext uri="{FF2B5EF4-FFF2-40B4-BE49-F238E27FC236}">
                            <a16:creationId xmlns:a16="http://schemas.microsoft.com/office/drawing/2014/main" id="{638F0607-A521-FFC4-F814-35672C71BA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923" name="组合 3922">
                  <a:extLst>
                    <a:ext uri="{FF2B5EF4-FFF2-40B4-BE49-F238E27FC236}">
                      <a16:creationId xmlns:a16="http://schemas.microsoft.com/office/drawing/2014/main" id="{3DD35056-9F32-9892-F675-209C1DD4A7A4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3924" name="任意多边形 2709">
                    <a:extLst>
                      <a:ext uri="{FF2B5EF4-FFF2-40B4-BE49-F238E27FC236}">
                        <a16:creationId xmlns:a16="http://schemas.microsoft.com/office/drawing/2014/main" id="{A462039A-A741-99BA-CF42-A2EFD4D2940A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925" name="任意多边形 2710">
                    <a:extLst>
                      <a:ext uri="{FF2B5EF4-FFF2-40B4-BE49-F238E27FC236}">
                        <a16:creationId xmlns:a16="http://schemas.microsoft.com/office/drawing/2014/main" id="{796FE4AB-0AC3-44C9-EF3F-68467A02C686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926" name="组合 3925">
                    <a:extLst>
                      <a:ext uri="{FF2B5EF4-FFF2-40B4-BE49-F238E27FC236}">
                        <a16:creationId xmlns:a16="http://schemas.microsoft.com/office/drawing/2014/main" id="{8950416E-11C2-CA0E-9E95-D8E7EB358F8D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3927" name="组合 3926">
                      <a:extLst>
                        <a:ext uri="{FF2B5EF4-FFF2-40B4-BE49-F238E27FC236}">
                          <a16:creationId xmlns:a16="http://schemas.microsoft.com/office/drawing/2014/main" id="{ED44856F-BD65-C387-9395-8D00B21EB3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3936" name="任意多边形 2721">
                        <a:extLst>
                          <a:ext uri="{FF2B5EF4-FFF2-40B4-BE49-F238E27FC236}">
                            <a16:creationId xmlns:a16="http://schemas.microsoft.com/office/drawing/2014/main" id="{94E0197C-799D-374B-9380-DE53AD3B01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37" name="任意多边形 2722">
                        <a:extLst>
                          <a:ext uri="{FF2B5EF4-FFF2-40B4-BE49-F238E27FC236}">
                            <a16:creationId xmlns:a16="http://schemas.microsoft.com/office/drawing/2014/main" id="{231D6785-E6B2-399B-F90B-7A26286357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38" name="任意多边形 2723">
                        <a:extLst>
                          <a:ext uri="{FF2B5EF4-FFF2-40B4-BE49-F238E27FC236}">
                            <a16:creationId xmlns:a16="http://schemas.microsoft.com/office/drawing/2014/main" id="{CB176D16-13D5-4208-D204-E5A6790711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28" name="组合 3927">
                      <a:extLst>
                        <a:ext uri="{FF2B5EF4-FFF2-40B4-BE49-F238E27FC236}">
                          <a16:creationId xmlns:a16="http://schemas.microsoft.com/office/drawing/2014/main" id="{3D3230EF-5E4B-BA48-F3E0-730E48F6154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3933" name="任意多边形 2718">
                        <a:extLst>
                          <a:ext uri="{FF2B5EF4-FFF2-40B4-BE49-F238E27FC236}">
                            <a16:creationId xmlns:a16="http://schemas.microsoft.com/office/drawing/2014/main" id="{853EDFCC-3F35-28BD-2F5F-497A80A8E3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34" name="任意多边形 2719">
                        <a:extLst>
                          <a:ext uri="{FF2B5EF4-FFF2-40B4-BE49-F238E27FC236}">
                            <a16:creationId xmlns:a16="http://schemas.microsoft.com/office/drawing/2014/main" id="{7FA96C5D-3F4E-86D2-D94B-8F15B46440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35" name="任意多边形 2720">
                        <a:extLst>
                          <a:ext uri="{FF2B5EF4-FFF2-40B4-BE49-F238E27FC236}">
                            <a16:creationId xmlns:a16="http://schemas.microsoft.com/office/drawing/2014/main" id="{CFF6A4B9-74D9-AB84-7569-8EEFC2A2B2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29" name="组合 3928">
                      <a:extLst>
                        <a:ext uri="{FF2B5EF4-FFF2-40B4-BE49-F238E27FC236}">
                          <a16:creationId xmlns:a16="http://schemas.microsoft.com/office/drawing/2014/main" id="{F6AAEB49-AC66-6851-618C-30C9E0CDEC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3930" name="任意多边形 2715">
                        <a:extLst>
                          <a:ext uri="{FF2B5EF4-FFF2-40B4-BE49-F238E27FC236}">
                            <a16:creationId xmlns:a16="http://schemas.microsoft.com/office/drawing/2014/main" id="{29F7C16C-E01A-A802-E887-5698994DBF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31" name="任意多边形 2716">
                        <a:extLst>
                          <a:ext uri="{FF2B5EF4-FFF2-40B4-BE49-F238E27FC236}">
                            <a16:creationId xmlns:a16="http://schemas.microsoft.com/office/drawing/2014/main" id="{67416509-DAB5-3C56-3B66-B570FA47F4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32" name="任意多边形 2717">
                        <a:extLst>
                          <a:ext uri="{FF2B5EF4-FFF2-40B4-BE49-F238E27FC236}">
                            <a16:creationId xmlns:a16="http://schemas.microsoft.com/office/drawing/2014/main" id="{038E94F1-05D5-0F36-05F4-66C5CAD1B7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3821" name="组合 3820">
                <a:extLst>
                  <a:ext uri="{FF2B5EF4-FFF2-40B4-BE49-F238E27FC236}">
                    <a16:creationId xmlns:a16="http://schemas.microsoft.com/office/drawing/2014/main" id="{5729C65A-3843-BF87-6637-A073AD89ABF3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3822" name="组合 3821">
                  <a:extLst>
                    <a:ext uri="{FF2B5EF4-FFF2-40B4-BE49-F238E27FC236}">
                      <a16:creationId xmlns:a16="http://schemas.microsoft.com/office/drawing/2014/main" id="{7BE21841-290E-54F1-9517-C6285E016C95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3903" name="任意多边形 2688">
                    <a:extLst>
                      <a:ext uri="{FF2B5EF4-FFF2-40B4-BE49-F238E27FC236}">
                        <a16:creationId xmlns:a16="http://schemas.microsoft.com/office/drawing/2014/main" id="{EE2B78CC-2B36-9176-EC12-64BE5DB7055C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904" name="任意多边形 2689">
                    <a:extLst>
                      <a:ext uri="{FF2B5EF4-FFF2-40B4-BE49-F238E27FC236}">
                        <a16:creationId xmlns:a16="http://schemas.microsoft.com/office/drawing/2014/main" id="{0701BEE5-D35E-0FF3-0486-F74EDEC23508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905" name="组合 3904">
                    <a:extLst>
                      <a:ext uri="{FF2B5EF4-FFF2-40B4-BE49-F238E27FC236}">
                        <a16:creationId xmlns:a16="http://schemas.microsoft.com/office/drawing/2014/main" id="{C82A34E0-BDED-6232-1F67-8E93F652CE33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3906" name="组合 3905">
                      <a:extLst>
                        <a:ext uri="{FF2B5EF4-FFF2-40B4-BE49-F238E27FC236}">
                          <a16:creationId xmlns:a16="http://schemas.microsoft.com/office/drawing/2014/main" id="{0D62C281-E5DD-C4D1-DBC7-AEC460BC00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3915" name="任意多边形 2700">
                        <a:extLst>
                          <a:ext uri="{FF2B5EF4-FFF2-40B4-BE49-F238E27FC236}">
                            <a16:creationId xmlns:a16="http://schemas.microsoft.com/office/drawing/2014/main" id="{EC507C61-CBCB-703C-7DE9-E2006B04D3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16" name="任意多边形 2701">
                        <a:extLst>
                          <a:ext uri="{FF2B5EF4-FFF2-40B4-BE49-F238E27FC236}">
                            <a16:creationId xmlns:a16="http://schemas.microsoft.com/office/drawing/2014/main" id="{1EC5D3AC-A5B7-CA5F-9B93-FF9CE37330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17" name="任意多边形 2702">
                        <a:extLst>
                          <a:ext uri="{FF2B5EF4-FFF2-40B4-BE49-F238E27FC236}">
                            <a16:creationId xmlns:a16="http://schemas.microsoft.com/office/drawing/2014/main" id="{0CA55B3A-2EF7-ED27-11A9-99C5CE641B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07" name="组合 3906">
                      <a:extLst>
                        <a:ext uri="{FF2B5EF4-FFF2-40B4-BE49-F238E27FC236}">
                          <a16:creationId xmlns:a16="http://schemas.microsoft.com/office/drawing/2014/main" id="{67CE1079-E624-5CE9-D3B6-308044FF51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3912" name="任意多边形 2697">
                        <a:extLst>
                          <a:ext uri="{FF2B5EF4-FFF2-40B4-BE49-F238E27FC236}">
                            <a16:creationId xmlns:a16="http://schemas.microsoft.com/office/drawing/2014/main" id="{3B7D2F92-AA44-A05B-5B41-4A570F6E1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13" name="任意多边形 2698">
                        <a:extLst>
                          <a:ext uri="{FF2B5EF4-FFF2-40B4-BE49-F238E27FC236}">
                            <a16:creationId xmlns:a16="http://schemas.microsoft.com/office/drawing/2014/main" id="{BEBF1923-5D27-880B-CA72-5450089C73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14" name="任意多边形 2699">
                        <a:extLst>
                          <a:ext uri="{FF2B5EF4-FFF2-40B4-BE49-F238E27FC236}">
                            <a16:creationId xmlns:a16="http://schemas.microsoft.com/office/drawing/2014/main" id="{AAA11828-BC63-FF9C-B1CC-EC014B955B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908" name="组合 3907">
                      <a:extLst>
                        <a:ext uri="{FF2B5EF4-FFF2-40B4-BE49-F238E27FC236}">
                          <a16:creationId xmlns:a16="http://schemas.microsoft.com/office/drawing/2014/main" id="{85FBAFC0-12F3-5827-4365-9B7D35AB1C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3909" name="任意多边形 2694">
                        <a:extLst>
                          <a:ext uri="{FF2B5EF4-FFF2-40B4-BE49-F238E27FC236}">
                            <a16:creationId xmlns:a16="http://schemas.microsoft.com/office/drawing/2014/main" id="{A209F48E-141F-C426-AF50-E606E8BFE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10" name="任意多边形 2695">
                        <a:extLst>
                          <a:ext uri="{FF2B5EF4-FFF2-40B4-BE49-F238E27FC236}">
                            <a16:creationId xmlns:a16="http://schemas.microsoft.com/office/drawing/2014/main" id="{80276EF2-C51F-D40E-B8F7-7801C31581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11" name="任意多边形 2696">
                        <a:extLst>
                          <a:ext uri="{FF2B5EF4-FFF2-40B4-BE49-F238E27FC236}">
                            <a16:creationId xmlns:a16="http://schemas.microsoft.com/office/drawing/2014/main" id="{C4395D8D-1627-3349-967F-65D89B8BA7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823" name="组合 3822">
                  <a:extLst>
                    <a:ext uri="{FF2B5EF4-FFF2-40B4-BE49-F238E27FC236}">
                      <a16:creationId xmlns:a16="http://schemas.microsoft.com/office/drawing/2014/main" id="{698B0E46-703E-A664-FCBE-221570073CC1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3888" name="任意多边形 2673">
                    <a:extLst>
                      <a:ext uri="{FF2B5EF4-FFF2-40B4-BE49-F238E27FC236}">
                        <a16:creationId xmlns:a16="http://schemas.microsoft.com/office/drawing/2014/main" id="{A690E8EA-079D-4CA6-A55E-9E39819424E9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889" name="任意多边形 2674">
                    <a:extLst>
                      <a:ext uri="{FF2B5EF4-FFF2-40B4-BE49-F238E27FC236}">
                        <a16:creationId xmlns:a16="http://schemas.microsoft.com/office/drawing/2014/main" id="{3A282A88-FEA3-F426-978F-C13F3B630CC4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890" name="组合 3889">
                    <a:extLst>
                      <a:ext uri="{FF2B5EF4-FFF2-40B4-BE49-F238E27FC236}">
                        <a16:creationId xmlns:a16="http://schemas.microsoft.com/office/drawing/2014/main" id="{AE587F5A-7C80-13E8-83D7-31B5C602CC1B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3891" name="组合 3890">
                      <a:extLst>
                        <a:ext uri="{FF2B5EF4-FFF2-40B4-BE49-F238E27FC236}">
                          <a16:creationId xmlns:a16="http://schemas.microsoft.com/office/drawing/2014/main" id="{B703BE34-9259-9B36-767B-DEB4A94976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3900" name="任意多边形 2685">
                        <a:extLst>
                          <a:ext uri="{FF2B5EF4-FFF2-40B4-BE49-F238E27FC236}">
                            <a16:creationId xmlns:a16="http://schemas.microsoft.com/office/drawing/2014/main" id="{02FCEF89-1600-CFE7-AD6C-44E2129ADF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01" name="任意多边形 2686">
                        <a:extLst>
                          <a:ext uri="{FF2B5EF4-FFF2-40B4-BE49-F238E27FC236}">
                            <a16:creationId xmlns:a16="http://schemas.microsoft.com/office/drawing/2014/main" id="{0D186367-BED3-44F9-A3CF-16AD1F355A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902" name="任意多边形 2687">
                        <a:extLst>
                          <a:ext uri="{FF2B5EF4-FFF2-40B4-BE49-F238E27FC236}">
                            <a16:creationId xmlns:a16="http://schemas.microsoft.com/office/drawing/2014/main" id="{54342AA8-562C-30AE-D252-FBD34DEE43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92" name="组合 3891">
                      <a:extLst>
                        <a:ext uri="{FF2B5EF4-FFF2-40B4-BE49-F238E27FC236}">
                          <a16:creationId xmlns:a16="http://schemas.microsoft.com/office/drawing/2014/main" id="{8DB56253-55AE-79C2-B514-951264A156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3897" name="任意多边形 2682">
                        <a:extLst>
                          <a:ext uri="{FF2B5EF4-FFF2-40B4-BE49-F238E27FC236}">
                            <a16:creationId xmlns:a16="http://schemas.microsoft.com/office/drawing/2014/main" id="{D22690EB-DD3D-D8E3-598F-3669876372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98" name="任意多边形 2683">
                        <a:extLst>
                          <a:ext uri="{FF2B5EF4-FFF2-40B4-BE49-F238E27FC236}">
                            <a16:creationId xmlns:a16="http://schemas.microsoft.com/office/drawing/2014/main" id="{0F9FF80C-FA52-B945-AC7B-6DA76078D2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99" name="任意多边形 2684">
                        <a:extLst>
                          <a:ext uri="{FF2B5EF4-FFF2-40B4-BE49-F238E27FC236}">
                            <a16:creationId xmlns:a16="http://schemas.microsoft.com/office/drawing/2014/main" id="{8A5BD241-4E7A-6601-B1FB-738B6EA6AF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93" name="组合 3892">
                      <a:extLst>
                        <a:ext uri="{FF2B5EF4-FFF2-40B4-BE49-F238E27FC236}">
                          <a16:creationId xmlns:a16="http://schemas.microsoft.com/office/drawing/2014/main" id="{F97D31AC-85D7-D9EF-9F73-5F8E24AB43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3894" name="任意多边形 2679">
                        <a:extLst>
                          <a:ext uri="{FF2B5EF4-FFF2-40B4-BE49-F238E27FC236}">
                            <a16:creationId xmlns:a16="http://schemas.microsoft.com/office/drawing/2014/main" id="{47B99881-D2FD-6DD6-AE79-4160DD3D7E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95" name="任意多边形 2680">
                        <a:extLst>
                          <a:ext uri="{FF2B5EF4-FFF2-40B4-BE49-F238E27FC236}">
                            <a16:creationId xmlns:a16="http://schemas.microsoft.com/office/drawing/2014/main" id="{DDCB7C1F-7E10-A1C7-0324-31A4756FBD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96" name="任意多边形 2681">
                        <a:extLst>
                          <a:ext uri="{FF2B5EF4-FFF2-40B4-BE49-F238E27FC236}">
                            <a16:creationId xmlns:a16="http://schemas.microsoft.com/office/drawing/2014/main" id="{F4F00D75-B323-79E1-ED4B-A11F1F887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824" name="组合 3823">
                  <a:extLst>
                    <a:ext uri="{FF2B5EF4-FFF2-40B4-BE49-F238E27FC236}">
                      <a16:creationId xmlns:a16="http://schemas.microsoft.com/office/drawing/2014/main" id="{1307710C-71EB-D0FD-55E8-76F37E82ADCF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3873" name="任意多边形 2658">
                    <a:extLst>
                      <a:ext uri="{FF2B5EF4-FFF2-40B4-BE49-F238E27FC236}">
                        <a16:creationId xmlns:a16="http://schemas.microsoft.com/office/drawing/2014/main" id="{80297475-D4B8-EBBF-078D-E8EE09739539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874" name="任意多边形 2659">
                    <a:extLst>
                      <a:ext uri="{FF2B5EF4-FFF2-40B4-BE49-F238E27FC236}">
                        <a16:creationId xmlns:a16="http://schemas.microsoft.com/office/drawing/2014/main" id="{B66E0323-5324-6789-EF4E-29CC95C47086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875" name="组合 3874">
                    <a:extLst>
                      <a:ext uri="{FF2B5EF4-FFF2-40B4-BE49-F238E27FC236}">
                        <a16:creationId xmlns:a16="http://schemas.microsoft.com/office/drawing/2014/main" id="{606AABE7-1729-60B8-3B51-59B8B6DD738C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3876" name="组合 3875">
                      <a:extLst>
                        <a:ext uri="{FF2B5EF4-FFF2-40B4-BE49-F238E27FC236}">
                          <a16:creationId xmlns:a16="http://schemas.microsoft.com/office/drawing/2014/main" id="{3D92C619-141D-C87E-8CC4-A772F732A5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3885" name="任意多边形 2670">
                        <a:extLst>
                          <a:ext uri="{FF2B5EF4-FFF2-40B4-BE49-F238E27FC236}">
                            <a16:creationId xmlns:a16="http://schemas.microsoft.com/office/drawing/2014/main" id="{E4AFA724-A71B-2CC5-273C-F8F0842F29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86" name="任意多边形 2671">
                        <a:extLst>
                          <a:ext uri="{FF2B5EF4-FFF2-40B4-BE49-F238E27FC236}">
                            <a16:creationId xmlns:a16="http://schemas.microsoft.com/office/drawing/2014/main" id="{4E063634-79F0-D8E4-C98F-34C091596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87" name="任意多边形 2672">
                        <a:extLst>
                          <a:ext uri="{FF2B5EF4-FFF2-40B4-BE49-F238E27FC236}">
                            <a16:creationId xmlns:a16="http://schemas.microsoft.com/office/drawing/2014/main" id="{CE3E6DD9-F5E5-73D1-5DD0-A043E1BD70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77" name="组合 3876">
                      <a:extLst>
                        <a:ext uri="{FF2B5EF4-FFF2-40B4-BE49-F238E27FC236}">
                          <a16:creationId xmlns:a16="http://schemas.microsoft.com/office/drawing/2014/main" id="{1E98665C-EDA7-3D85-77B8-D8F0058EB9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3882" name="任意多边形 2667">
                        <a:extLst>
                          <a:ext uri="{FF2B5EF4-FFF2-40B4-BE49-F238E27FC236}">
                            <a16:creationId xmlns:a16="http://schemas.microsoft.com/office/drawing/2014/main" id="{44F445C6-A401-82EC-4252-E9699C3BF5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83" name="任意多边形 2668">
                        <a:extLst>
                          <a:ext uri="{FF2B5EF4-FFF2-40B4-BE49-F238E27FC236}">
                            <a16:creationId xmlns:a16="http://schemas.microsoft.com/office/drawing/2014/main" id="{26DF99B8-7126-C2CF-BABF-F402876099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84" name="任意多边形 2669">
                        <a:extLst>
                          <a:ext uri="{FF2B5EF4-FFF2-40B4-BE49-F238E27FC236}">
                            <a16:creationId xmlns:a16="http://schemas.microsoft.com/office/drawing/2014/main" id="{75218C45-2503-1AC3-EF5B-A90C0492C7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78" name="组合 3877">
                      <a:extLst>
                        <a:ext uri="{FF2B5EF4-FFF2-40B4-BE49-F238E27FC236}">
                          <a16:creationId xmlns:a16="http://schemas.microsoft.com/office/drawing/2014/main" id="{C429D1EC-20EE-DA5F-BB51-E556A96993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3879" name="任意多边形 2664">
                        <a:extLst>
                          <a:ext uri="{FF2B5EF4-FFF2-40B4-BE49-F238E27FC236}">
                            <a16:creationId xmlns:a16="http://schemas.microsoft.com/office/drawing/2014/main" id="{378D634B-6E35-CD10-CE02-2C15FB47ED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80" name="任意多边形 2665">
                        <a:extLst>
                          <a:ext uri="{FF2B5EF4-FFF2-40B4-BE49-F238E27FC236}">
                            <a16:creationId xmlns:a16="http://schemas.microsoft.com/office/drawing/2014/main" id="{A232433C-1B63-A93D-1CBA-4C090A8C4E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81" name="任意多边形 2666">
                        <a:extLst>
                          <a:ext uri="{FF2B5EF4-FFF2-40B4-BE49-F238E27FC236}">
                            <a16:creationId xmlns:a16="http://schemas.microsoft.com/office/drawing/2014/main" id="{274DEE97-5C2E-E2F5-C1F8-5752933626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825" name="组合 3824">
                  <a:extLst>
                    <a:ext uri="{FF2B5EF4-FFF2-40B4-BE49-F238E27FC236}">
                      <a16:creationId xmlns:a16="http://schemas.microsoft.com/office/drawing/2014/main" id="{2466A997-86A4-C3AA-4E54-D146027E4A8C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3858" name="任意多边形 2641">
                    <a:extLst>
                      <a:ext uri="{FF2B5EF4-FFF2-40B4-BE49-F238E27FC236}">
                        <a16:creationId xmlns:a16="http://schemas.microsoft.com/office/drawing/2014/main" id="{B4989318-2AF9-3248-18D5-5A5BF5A78936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859" name="任意多边形 2642">
                    <a:extLst>
                      <a:ext uri="{FF2B5EF4-FFF2-40B4-BE49-F238E27FC236}">
                        <a16:creationId xmlns:a16="http://schemas.microsoft.com/office/drawing/2014/main" id="{F9C1B9CA-62B6-55DA-94FD-0D7291FB7444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860" name="组合 3859">
                    <a:extLst>
                      <a:ext uri="{FF2B5EF4-FFF2-40B4-BE49-F238E27FC236}">
                        <a16:creationId xmlns:a16="http://schemas.microsoft.com/office/drawing/2014/main" id="{3FBF7ED3-E949-610E-292B-2724B02DE1E2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3861" name="组合 3860">
                      <a:extLst>
                        <a:ext uri="{FF2B5EF4-FFF2-40B4-BE49-F238E27FC236}">
                          <a16:creationId xmlns:a16="http://schemas.microsoft.com/office/drawing/2014/main" id="{23D195DA-5940-0E8A-44C9-439591099A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3870" name="任意多边形 2655">
                        <a:extLst>
                          <a:ext uri="{FF2B5EF4-FFF2-40B4-BE49-F238E27FC236}">
                            <a16:creationId xmlns:a16="http://schemas.microsoft.com/office/drawing/2014/main" id="{4EB2A59A-FD5F-0A70-7EBF-A625525494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71" name="任意多边形 2656">
                        <a:extLst>
                          <a:ext uri="{FF2B5EF4-FFF2-40B4-BE49-F238E27FC236}">
                            <a16:creationId xmlns:a16="http://schemas.microsoft.com/office/drawing/2014/main" id="{9C9119B3-FF38-A389-A903-BBAEAB497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72" name="任意多边形 2657">
                        <a:extLst>
                          <a:ext uri="{FF2B5EF4-FFF2-40B4-BE49-F238E27FC236}">
                            <a16:creationId xmlns:a16="http://schemas.microsoft.com/office/drawing/2014/main" id="{B6B57202-6E03-D17A-1F0C-AFAF5AF2B3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62" name="组合 3861">
                      <a:extLst>
                        <a:ext uri="{FF2B5EF4-FFF2-40B4-BE49-F238E27FC236}">
                          <a16:creationId xmlns:a16="http://schemas.microsoft.com/office/drawing/2014/main" id="{09B423CA-25D0-FE20-D227-15350FC161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3867" name="任意多边形 2652">
                        <a:extLst>
                          <a:ext uri="{FF2B5EF4-FFF2-40B4-BE49-F238E27FC236}">
                            <a16:creationId xmlns:a16="http://schemas.microsoft.com/office/drawing/2014/main" id="{5090015B-D7CE-6DBF-5C0B-1E73D340DD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68" name="任意多边形 2653">
                        <a:extLst>
                          <a:ext uri="{FF2B5EF4-FFF2-40B4-BE49-F238E27FC236}">
                            <a16:creationId xmlns:a16="http://schemas.microsoft.com/office/drawing/2014/main" id="{34352EC2-5F3A-10E9-22E5-F0F36B0237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69" name="任意多边形 2654">
                        <a:extLst>
                          <a:ext uri="{FF2B5EF4-FFF2-40B4-BE49-F238E27FC236}">
                            <a16:creationId xmlns:a16="http://schemas.microsoft.com/office/drawing/2014/main" id="{7B517668-98F4-32CC-35A7-2BE1326A41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63" name="组合 3862">
                      <a:extLst>
                        <a:ext uri="{FF2B5EF4-FFF2-40B4-BE49-F238E27FC236}">
                          <a16:creationId xmlns:a16="http://schemas.microsoft.com/office/drawing/2014/main" id="{BEA9A4D6-FE1E-110F-AEE0-347E1ACCE9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3864" name="任意多边形 2647">
                        <a:extLst>
                          <a:ext uri="{FF2B5EF4-FFF2-40B4-BE49-F238E27FC236}">
                            <a16:creationId xmlns:a16="http://schemas.microsoft.com/office/drawing/2014/main" id="{211292DD-7799-7FAF-AB20-03FE422A87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65" name="任意多边形 2648">
                        <a:extLst>
                          <a:ext uri="{FF2B5EF4-FFF2-40B4-BE49-F238E27FC236}">
                            <a16:creationId xmlns:a16="http://schemas.microsoft.com/office/drawing/2014/main" id="{C9AAEC9B-C9AF-3391-D992-A860B93F05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66" name="任意多边形 2650">
                        <a:extLst>
                          <a:ext uri="{FF2B5EF4-FFF2-40B4-BE49-F238E27FC236}">
                            <a16:creationId xmlns:a16="http://schemas.microsoft.com/office/drawing/2014/main" id="{74C48E01-48B5-E4BC-4965-2B5310E773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826" name="组合 3825">
                  <a:extLst>
                    <a:ext uri="{FF2B5EF4-FFF2-40B4-BE49-F238E27FC236}">
                      <a16:creationId xmlns:a16="http://schemas.microsoft.com/office/drawing/2014/main" id="{19FFF535-F931-2926-EF71-9F7811A3D49E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3843" name="任意多边形 2626">
                    <a:extLst>
                      <a:ext uri="{FF2B5EF4-FFF2-40B4-BE49-F238E27FC236}">
                        <a16:creationId xmlns:a16="http://schemas.microsoft.com/office/drawing/2014/main" id="{F6F5F4A8-5390-1205-7500-9E31EE2B147D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844" name="任意多边形 2627">
                    <a:extLst>
                      <a:ext uri="{FF2B5EF4-FFF2-40B4-BE49-F238E27FC236}">
                        <a16:creationId xmlns:a16="http://schemas.microsoft.com/office/drawing/2014/main" id="{0A1FA15B-D6D1-341D-D57C-AA2294491F6D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845" name="组合 3844">
                    <a:extLst>
                      <a:ext uri="{FF2B5EF4-FFF2-40B4-BE49-F238E27FC236}">
                        <a16:creationId xmlns:a16="http://schemas.microsoft.com/office/drawing/2014/main" id="{E0355F82-0169-5CB6-1F3E-A12790DCB88F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3846" name="组合 3845">
                      <a:extLst>
                        <a:ext uri="{FF2B5EF4-FFF2-40B4-BE49-F238E27FC236}">
                          <a16:creationId xmlns:a16="http://schemas.microsoft.com/office/drawing/2014/main" id="{1D453105-F0F2-AB5B-5256-04C59F19E0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3855" name="任意多边形 2638">
                        <a:extLst>
                          <a:ext uri="{FF2B5EF4-FFF2-40B4-BE49-F238E27FC236}">
                            <a16:creationId xmlns:a16="http://schemas.microsoft.com/office/drawing/2014/main" id="{7C00C068-0304-5A42-6F11-A9F6FA2DE1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56" name="任意多边形 2639">
                        <a:extLst>
                          <a:ext uri="{FF2B5EF4-FFF2-40B4-BE49-F238E27FC236}">
                            <a16:creationId xmlns:a16="http://schemas.microsoft.com/office/drawing/2014/main" id="{ACD38E7A-84F8-DBEE-59A6-0207E097EF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57" name="任意多边形 2640">
                        <a:extLst>
                          <a:ext uri="{FF2B5EF4-FFF2-40B4-BE49-F238E27FC236}">
                            <a16:creationId xmlns:a16="http://schemas.microsoft.com/office/drawing/2014/main" id="{A190608C-B0EA-514F-3295-AEFA7E97C8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47" name="组合 3846">
                      <a:extLst>
                        <a:ext uri="{FF2B5EF4-FFF2-40B4-BE49-F238E27FC236}">
                          <a16:creationId xmlns:a16="http://schemas.microsoft.com/office/drawing/2014/main" id="{A1E6514E-5CC4-7871-10BA-345D30DAFD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3852" name="任意多边形 2635">
                        <a:extLst>
                          <a:ext uri="{FF2B5EF4-FFF2-40B4-BE49-F238E27FC236}">
                            <a16:creationId xmlns:a16="http://schemas.microsoft.com/office/drawing/2014/main" id="{1046EF88-55DC-8351-626E-E50947FDAA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53" name="任意多边形 2636">
                        <a:extLst>
                          <a:ext uri="{FF2B5EF4-FFF2-40B4-BE49-F238E27FC236}">
                            <a16:creationId xmlns:a16="http://schemas.microsoft.com/office/drawing/2014/main" id="{940A7856-B2A2-2A78-E54D-4E6BF84FCD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54" name="任意多边形 2637">
                        <a:extLst>
                          <a:ext uri="{FF2B5EF4-FFF2-40B4-BE49-F238E27FC236}">
                            <a16:creationId xmlns:a16="http://schemas.microsoft.com/office/drawing/2014/main" id="{92DCDC65-C81F-A814-8116-5A9FF156AF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48" name="组合 3847">
                      <a:extLst>
                        <a:ext uri="{FF2B5EF4-FFF2-40B4-BE49-F238E27FC236}">
                          <a16:creationId xmlns:a16="http://schemas.microsoft.com/office/drawing/2014/main" id="{42C681F5-6CB6-DB1E-A6C0-911ADCF99C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3849" name="任意多边形 2632">
                        <a:extLst>
                          <a:ext uri="{FF2B5EF4-FFF2-40B4-BE49-F238E27FC236}">
                            <a16:creationId xmlns:a16="http://schemas.microsoft.com/office/drawing/2014/main" id="{A750C870-2A27-73D7-53E0-03CCFC75D8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50" name="任意多边形 2633">
                        <a:extLst>
                          <a:ext uri="{FF2B5EF4-FFF2-40B4-BE49-F238E27FC236}">
                            <a16:creationId xmlns:a16="http://schemas.microsoft.com/office/drawing/2014/main" id="{8E821B66-99C6-43C2-A958-115B265118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51" name="任意多边形 2634">
                        <a:extLst>
                          <a:ext uri="{FF2B5EF4-FFF2-40B4-BE49-F238E27FC236}">
                            <a16:creationId xmlns:a16="http://schemas.microsoft.com/office/drawing/2014/main" id="{07424F0A-8034-ED6F-115D-87440640AA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827" name="组合 3826">
                  <a:extLst>
                    <a:ext uri="{FF2B5EF4-FFF2-40B4-BE49-F238E27FC236}">
                      <a16:creationId xmlns:a16="http://schemas.microsoft.com/office/drawing/2014/main" id="{3A2077DD-4053-CD24-5E6D-EF99F42ECFAB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3828" name="任意多边形 2609">
                    <a:extLst>
                      <a:ext uri="{FF2B5EF4-FFF2-40B4-BE49-F238E27FC236}">
                        <a16:creationId xmlns:a16="http://schemas.microsoft.com/office/drawing/2014/main" id="{03C9D63F-ADF9-B3DB-7C47-3AF4E629DA4E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829" name="任意多边形 2610">
                    <a:extLst>
                      <a:ext uri="{FF2B5EF4-FFF2-40B4-BE49-F238E27FC236}">
                        <a16:creationId xmlns:a16="http://schemas.microsoft.com/office/drawing/2014/main" id="{F5721232-8C53-8E92-C9B8-27EEC3FDFDC9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830" name="组合 3829">
                    <a:extLst>
                      <a:ext uri="{FF2B5EF4-FFF2-40B4-BE49-F238E27FC236}">
                        <a16:creationId xmlns:a16="http://schemas.microsoft.com/office/drawing/2014/main" id="{AD03049D-45D0-C40C-713A-396CD310F8BB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3831" name="组合 3830">
                      <a:extLst>
                        <a:ext uri="{FF2B5EF4-FFF2-40B4-BE49-F238E27FC236}">
                          <a16:creationId xmlns:a16="http://schemas.microsoft.com/office/drawing/2014/main" id="{CC0D5CF0-D20A-F840-99FE-DE7BD45FCE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3840" name="任意多边形 2621">
                        <a:extLst>
                          <a:ext uri="{FF2B5EF4-FFF2-40B4-BE49-F238E27FC236}">
                            <a16:creationId xmlns:a16="http://schemas.microsoft.com/office/drawing/2014/main" id="{2ECC6463-16B3-E2EE-6696-52A91D51D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41" name="任意多边形 2622">
                        <a:extLst>
                          <a:ext uri="{FF2B5EF4-FFF2-40B4-BE49-F238E27FC236}">
                            <a16:creationId xmlns:a16="http://schemas.microsoft.com/office/drawing/2014/main" id="{8B926910-99C6-7E3B-26CE-BAAFF30878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42" name="任意多边形 2623">
                        <a:extLst>
                          <a:ext uri="{FF2B5EF4-FFF2-40B4-BE49-F238E27FC236}">
                            <a16:creationId xmlns:a16="http://schemas.microsoft.com/office/drawing/2014/main" id="{E9F209C6-AD62-2866-DF9A-20D0DB0A67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32" name="组合 3831">
                      <a:extLst>
                        <a:ext uri="{FF2B5EF4-FFF2-40B4-BE49-F238E27FC236}">
                          <a16:creationId xmlns:a16="http://schemas.microsoft.com/office/drawing/2014/main" id="{FF5ABC7C-4229-58FA-5B22-0E50DD4841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3837" name="任意多边形 2618">
                        <a:extLst>
                          <a:ext uri="{FF2B5EF4-FFF2-40B4-BE49-F238E27FC236}">
                            <a16:creationId xmlns:a16="http://schemas.microsoft.com/office/drawing/2014/main" id="{B139B3BD-DC9B-F665-6290-870C394E0B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38" name="任意多边形 2619">
                        <a:extLst>
                          <a:ext uri="{FF2B5EF4-FFF2-40B4-BE49-F238E27FC236}">
                            <a16:creationId xmlns:a16="http://schemas.microsoft.com/office/drawing/2014/main" id="{DC1E31EE-5072-4E5D-34C8-7A8DFC2A96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39" name="任意多边形 2620">
                        <a:extLst>
                          <a:ext uri="{FF2B5EF4-FFF2-40B4-BE49-F238E27FC236}">
                            <a16:creationId xmlns:a16="http://schemas.microsoft.com/office/drawing/2014/main" id="{91EC48EF-1716-FF09-2A74-1FFE318CE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833" name="组合 3832">
                      <a:extLst>
                        <a:ext uri="{FF2B5EF4-FFF2-40B4-BE49-F238E27FC236}">
                          <a16:creationId xmlns:a16="http://schemas.microsoft.com/office/drawing/2014/main" id="{1999249D-E450-2F7F-7EB2-3BF44ADA4C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3834" name="任意多边形 2615">
                        <a:extLst>
                          <a:ext uri="{FF2B5EF4-FFF2-40B4-BE49-F238E27FC236}">
                            <a16:creationId xmlns:a16="http://schemas.microsoft.com/office/drawing/2014/main" id="{6F6F58DB-0600-DDE1-FE7C-F9061EC0F1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35" name="任意多边形 2616">
                        <a:extLst>
                          <a:ext uri="{FF2B5EF4-FFF2-40B4-BE49-F238E27FC236}">
                            <a16:creationId xmlns:a16="http://schemas.microsoft.com/office/drawing/2014/main" id="{B898DBD3-4FEC-38C9-A7C7-54F6888F34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836" name="任意多边形 2617">
                        <a:extLst>
                          <a:ext uri="{FF2B5EF4-FFF2-40B4-BE49-F238E27FC236}">
                            <a16:creationId xmlns:a16="http://schemas.microsoft.com/office/drawing/2014/main" id="{2C46DCEE-0583-5A15-3D88-3293D2E5D6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  <p:grpSp>
          <p:nvGrpSpPr>
            <p:cNvPr id="3479" name="视频分配器">
              <a:extLst>
                <a:ext uri="{FF2B5EF4-FFF2-40B4-BE49-F238E27FC236}">
                  <a16:creationId xmlns:a16="http://schemas.microsoft.com/office/drawing/2014/main" id="{8FBDA91D-2BF0-A6CC-1EA4-C4DE67EC3EF6}"/>
                </a:ext>
              </a:extLst>
            </p:cNvPr>
            <p:cNvGrpSpPr/>
            <p:nvPr/>
          </p:nvGrpSpPr>
          <p:grpSpPr>
            <a:xfrm>
              <a:off x="3459572" y="5789262"/>
              <a:ext cx="1064157" cy="268252"/>
              <a:chOff x="4017556" y="5085739"/>
              <a:chExt cx="981420" cy="268252"/>
            </a:xfrm>
          </p:grpSpPr>
          <p:sp>
            <p:nvSpPr>
              <p:cNvPr id="3480" name="任意多边形 3855">
                <a:extLst>
                  <a:ext uri="{FF2B5EF4-FFF2-40B4-BE49-F238E27FC236}">
                    <a16:creationId xmlns:a16="http://schemas.microsoft.com/office/drawing/2014/main" id="{599F7DA2-B019-D9A6-4686-32D2ECD34F1C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3481" name="任意多边形 3856">
                <a:extLst>
                  <a:ext uri="{FF2B5EF4-FFF2-40B4-BE49-F238E27FC236}">
                    <a16:creationId xmlns:a16="http://schemas.microsoft.com/office/drawing/2014/main" id="{64D45851-CF0F-F6A0-EF96-0EC2569BA6F0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3482" name="组合 3481">
                <a:extLst>
                  <a:ext uri="{FF2B5EF4-FFF2-40B4-BE49-F238E27FC236}">
                    <a16:creationId xmlns:a16="http://schemas.microsoft.com/office/drawing/2014/main" id="{43F48F62-CD4B-7DDE-62C4-B213FD0E9F58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3805" name="任意多边形 4259">
                  <a:extLst>
                    <a:ext uri="{FF2B5EF4-FFF2-40B4-BE49-F238E27FC236}">
                      <a16:creationId xmlns:a16="http://schemas.microsoft.com/office/drawing/2014/main" id="{B63F0A31-706C-5BE9-18C6-37AE91095F4B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806" name="任意多边形 4260">
                  <a:extLst>
                    <a:ext uri="{FF2B5EF4-FFF2-40B4-BE49-F238E27FC236}">
                      <a16:creationId xmlns:a16="http://schemas.microsoft.com/office/drawing/2014/main" id="{9ED34358-7EF9-3382-EA29-1D857564F9F6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807" name="任意多边形 4261">
                  <a:extLst>
                    <a:ext uri="{FF2B5EF4-FFF2-40B4-BE49-F238E27FC236}">
                      <a16:creationId xmlns:a16="http://schemas.microsoft.com/office/drawing/2014/main" id="{6CE9DFB2-C771-3849-B0F4-18218CEA26DF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3483" name="组合 3482">
                <a:extLst>
                  <a:ext uri="{FF2B5EF4-FFF2-40B4-BE49-F238E27FC236}">
                    <a16:creationId xmlns:a16="http://schemas.microsoft.com/office/drawing/2014/main" id="{988404BF-F0BA-9A6D-F32B-FD27B7ADD3CC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3802" name="任意多边形 4256">
                  <a:extLst>
                    <a:ext uri="{FF2B5EF4-FFF2-40B4-BE49-F238E27FC236}">
                      <a16:creationId xmlns:a16="http://schemas.microsoft.com/office/drawing/2014/main" id="{F2248C01-0922-6918-CBC8-14C0A24D99CF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803" name="任意多边形 4257">
                  <a:extLst>
                    <a:ext uri="{FF2B5EF4-FFF2-40B4-BE49-F238E27FC236}">
                      <a16:creationId xmlns:a16="http://schemas.microsoft.com/office/drawing/2014/main" id="{5ED51BA8-EDB8-C458-A35C-C2F53893F2F4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804" name="任意多边形 4258">
                  <a:extLst>
                    <a:ext uri="{FF2B5EF4-FFF2-40B4-BE49-F238E27FC236}">
                      <a16:creationId xmlns:a16="http://schemas.microsoft.com/office/drawing/2014/main" id="{3CD7627F-32C3-9C87-2B49-8BB23727BF7D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3484" name="组合 3483">
                <a:extLst>
                  <a:ext uri="{FF2B5EF4-FFF2-40B4-BE49-F238E27FC236}">
                    <a16:creationId xmlns:a16="http://schemas.microsoft.com/office/drawing/2014/main" id="{18CFEFF6-AA53-F586-A1A4-0A5FEA51B689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3799" name="任意多边形 4253">
                  <a:extLst>
                    <a:ext uri="{FF2B5EF4-FFF2-40B4-BE49-F238E27FC236}">
                      <a16:creationId xmlns:a16="http://schemas.microsoft.com/office/drawing/2014/main" id="{F8DBD0E8-5426-28D3-F404-C26C5D03AD8E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800" name="任意多边形 4254">
                  <a:extLst>
                    <a:ext uri="{FF2B5EF4-FFF2-40B4-BE49-F238E27FC236}">
                      <a16:creationId xmlns:a16="http://schemas.microsoft.com/office/drawing/2014/main" id="{1EED8348-D6B9-9D4E-0060-F1B8B3DC552D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3801" name="任意多边形 4255">
                  <a:extLst>
                    <a:ext uri="{FF2B5EF4-FFF2-40B4-BE49-F238E27FC236}">
                      <a16:creationId xmlns:a16="http://schemas.microsoft.com/office/drawing/2014/main" id="{EDFBED7F-D22B-6308-B6A5-486F866784C9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3485" name="任意多边形 3860">
                <a:extLst>
                  <a:ext uri="{FF2B5EF4-FFF2-40B4-BE49-F238E27FC236}">
                    <a16:creationId xmlns:a16="http://schemas.microsoft.com/office/drawing/2014/main" id="{DC842CE2-90B7-DC96-B3FE-B17C613C7B10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3486" name="任意多边形 3861">
                <a:extLst>
                  <a:ext uri="{FF2B5EF4-FFF2-40B4-BE49-F238E27FC236}">
                    <a16:creationId xmlns:a16="http://schemas.microsoft.com/office/drawing/2014/main" id="{DC51526C-759E-0484-3413-8ED921E24B36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3487" name="任意多边形 3862">
                <a:extLst>
                  <a:ext uri="{FF2B5EF4-FFF2-40B4-BE49-F238E27FC236}">
                    <a16:creationId xmlns:a16="http://schemas.microsoft.com/office/drawing/2014/main" id="{F71AF42D-8651-B5C2-56DD-DD7E3DC1A194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3488" name="任意多边形 3863">
                <a:extLst>
                  <a:ext uri="{FF2B5EF4-FFF2-40B4-BE49-F238E27FC236}">
                    <a16:creationId xmlns:a16="http://schemas.microsoft.com/office/drawing/2014/main" id="{F24C13E7-76A7-FCDB-5AEA-3A501155C198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3489" name="任意多边形 3864">
                <a:extLst>
                  <a:ext uri="{FF2B5EF4-FFF2-40B4-BE49-F238E27FC236}">
                    <a16:creationId xmlns:a16="http://schemas.microsoft.com/office/drawing/2014/main" id="{774E66ED-3EA9-E773-2EBA-BD6AC9429A09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3490" name="组合 3489">
                <a:extLst>
                  <a:ext uri="{FF2B5EF4-FFF2-40B4-BE49-F238E27FC236}">
                    <a16:creationId xmlns:a16="http://schemas.microsoft.com/office/drawing/2014/main" id="{7E721F64-7868-255F-DF01-5D41A16F1F3D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3703" name="组合 3702">
                  <a:extLst>
                    <a:ext uri="{FF2B5EF4-FFF2-40B4-BE49-F238E27FC236}">
                      <a16:creationId xmlns:a16="http://schemas.microsoft.com/office/drawing/2014/main" id="{5957DB78-A347-C89A-4C06-84326FC049C8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3784" name="任意多边形 4238">
                    <a:extLst>
                      <a:ext uri="{FF2B5EF4-FFF2-40B4-BE49-F238E27FC236}">
                        <a16:creationId xmlns:a16="http://schemas.microsoft.com/office/drawing/2014/main" id="{B3DB70EF-57BD-0B02-CE6C-BE5921B2514B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785" name="任意多边形 4239">
                    <a:extLst>
                      <a:ext uri="{FF2B5EF4-FFF2-40B4-BE49-F238E27FC236}">
                        <a16:creationId xmlns:a16="http://schemas.microsoft.com/office/drawing/2014/main" id="{60D8D52B-40D1-A659-04F2-393C002F9C2B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786" name="组合 3785">
                    <a:extLst>
                      <a:ext uri="{FF2B5EF4-FFF2-40B4-BE49-F238E27FC236}">
                        <a16:creationId xmlns:a16="http://schemas.microsoft.com/office/drawing/2014/main" id="{0CB08CEC-4296-5A83-D3C4-57EDAC4591BE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3787" name="组合 3786">
                      <a:extLst>
                        <a:ext uri="{FF2B5EF4-FFF2-40B4-BE49-F238E27FC236}">
                          <a16:creationId xmlns:a16="http://schemas.microsoft.com/office/drawing/2014/main" id="{489E0F7F-4905-4A39-2096-0A112B11E5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3796" name="任意多边形 4250">
                        <a:extLst>
                          <a:ext uri="{FF2B5EF4-FFF2-40B4-BE49-F238E27FC236}">
                            <a16:creationId xmlns:a16="http://schemas.microsoft.com/office/drawing/2014/main" id="{AFF7752D-2DE6-4AB2-D724-99FC0021F9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97" name="任意多边形 4251">
                        <a:extLst>
                          <a:ext uri="{FF2B5EF4-FFF2-40B4-BE49-F238E27FC236}">
                            <a16:creationId xmlns:a16="http://schemas.microsoft.com/office/drawing/2014/main" id="{BBC5F02B-6554-5C93-9A2E-4B34A5DE2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98" name="任意多边形 4252">
                        <a:extLst>
                          <a:ext uri="{FF2B5EF4-FFF2-40B4-BE49-F238E27FC236}">
                            <a16:creationId xmlns:a16="http://schemas.microsoft.com/office/drawing/2014/main" id="{D9838A87-DCB1-7AD7-C72C-AC28E8F999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88" name="组合 3787">
                      <a:extLst>
                        <a:ext uri="{FF2B5EF4-FFF2-40B4-BE49-F238E27FC236}">
                          <a16:creationId xmlns:a16="http://schemas.microsoft.com/office/drawing/2014/main" id="{B4148935-61B8-C783-B2AA-B1CC8B0B9D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3793" name="任意多边形 4247">
                        <a:extLst>
                          <a:ext uri="{FF2B5EF4-FFF2-40B4-BE49-F238E27FC236}">
                            <a16:creationId xmlns:a16="http://schemas.microsoft.com/office/drawing/2014/main" id="{C023EEDC-078A-0670-79D7-3569371F53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94" name="任意多边形 4248">
                        <a:extLst>
                          <a:ext uri="{FF2B5EF4-FFF2-40B4-BE49-F238E27FC236}">
                            <a16:creationId xmlns:a16="http://schemas.microsoft.com/office/drawing/2014/main" id="{EDCE6DF7-B26B-5341-B5A6-6CB4582722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95" name="任意多边形 4249">
                        <a:extLst>
                          <a:ext uri="{FF2B5EF4-FFF2-40B4-BE49-F238E27FC236}">
                            <a16:creationId xmlns:a16="http://schemas.microsoft.com/office/drawing/2014/main" id="{8B7EDA31-5455-FD2D-21D7-12A966A9C8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89" name="组合 3788">
                      <a:extLst>
                        <a:ext uri="{FF2B5EF4-FFF2-40B4-BE49-F238E27FC236}">
                          <a16:creationId xmlns:a16="http://schemas.microsoft.com/office/drawing/2014/main" id="{989637DC-0496-07A1-3668-26FAB884F9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3790" name="任意多边形 4244">
                        <a:extLst>
                          <a:ext uri="{FF2B5EF4-FFF2-40B4-BE49-F238E27FC236}">
                            <a16:creationId xmlns:a16="http://schemas.microsoft.com/office/drawing/2014/main" id="{608B1982-966D-A389-F3F6-45E35091A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91" name="任意多边形 4245">
                        <a:extLst>
                          <a:ext uri="{FF2B5EF4-FFF2-40B4-BE49-F238E27FC236}">
                            <a16:creationId xmlns:a16="http://schemas.microsoft.com/office/drawing/2014/main" id="{D1BE476D-EB86-06A0-39DD-11277C811C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92" name="任意多边形 4246">
                        <a:extLst>
                          <a:ext uri="{FF2B5EF4-FFF2-40B4-BE49-F238E27FC236}">
                            <a16:creationId xmlns:a16="http://schemas.microsoft.com/office/drawing/2014/main" id="{B6903E6A-5757-4D97-9975-5CCFCC995C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704" name="组合 3703">
                  <a:extLst>
                    <a:ext uri="{FF2B5EF4-FFF2-40B4-BE49-F238E27FC236}">
                      <a16:creationId xmlns:a16="http://schemas.microsoft.com/office/drawing/2014/main" id="{7137D5AE-95DB-4138-85F3-72FB4015CA7F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3769" name="任意多边形 4223">
                    <a:extLst>
                      <a:ext uri="{FF2B5EF4-FFF2-40B4-BE49-F238E27FC236}">
                        <a16:creationId xmlns:a16="http://schemas.microsoft.com/office/drawing/2014/main" id="{67E20B98-9711-E048-FF16-A5D3A4B0DFBE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770" name="任意多边形 4224">
                    <a:extLst>
                      <a:ext uri="{FF2B5EF4-FFF2-40B4-BE49-F238E27FC236}">
                        <a16:creationId xmlns:a16="http://schemas.microsoft.com/office/drawing/2014/main" id="{2E37DC48-F07D-82DC-1D87-816C2136B5DE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771" name="组合 3770">
                    <a:extLst>
                      <a:ext uri="{FF2B5EF4-FFF2-40B4-BE49-F238E27FC236}">
                        <a16:creationId xmlns:a16="http://schemas.microsoft.com/office/drawing/2014/main" id="{DF64B23A-3520-D895-7BD3-DB8C9D00371F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3772" name="组合 3771">
                      <a:extLst>
                        <a:ext uri="{FF2B5EF4-FFF2-40B4-BE49-F238E27FC236}">
                          <a16:creationId xmlns:a16="http://schemas.microsoft.com/office/drawing/2014/main" id="{EE27BE2B-B0A4-2290-22AC-A835AA895E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3781" name="任意多边形 4235">
                        <a:extLst>
                          <a:ext uri="{FF2B5EF4-FFF2-40B4-BE49-F238E27FC236}">
                            <a16:creationId xmlns:a16="http://schemas.microsoft.com/office/drawing/2014/main" id="{1CA41AB1-726C-9CB9-2A40-4C7758A3CE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82" name="任意多边形 4236">
                        <a:extLst>
                          <a:ext uri="{FF2B5EF4-FFF2-40B4-BE49-F238E27FC236}">
                            <a16:creationId xmlns:a16="http://schemas.microsoft.com/office/drawing/2014/main" id="{E33A18B2-D041-4418-863E-B4259F4AEC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83" name="任意多边形 4237">
                        <a:extLst>
                          <a:ext uri="{FF2B5EF4-FFF2-40B4-BE49-F238E27FC236}">
                            <a16:creationId xmlns:a16="http://schemas.microsoft.com/office/drawing/2014/main" id="{9C983DCB-E202-4086-9C02-CF84B29213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73" name="组合 3772">
                      <a:extLst>
                        <a:ext uri="{FF2B5EF4-FFF2-40B4-BE49-F238E27FC236}">
                          <a16:creationId xmlns:a16="http://schemas.microsoft.com/office/drawing/2014/main" id="{0364546E-0D22-4514-A230-C25F2F255F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3778" name="任意多边形 4232">
                        <a:extLst>
                          <a:ext uri="{FF2B5EF4-FFF2-40B4-BE49-F238E27FC236}">
                            <a16:creationId xmlns:a16="http://schemas.microsoft.com/office/drawing/2014/main" id="{96AD6CF8-35C1-6E5D-4F0A-95EB2B35AF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79" name="任意多边形 4233">
                        <a:extLst>
                          <a:ext uri="{FF2B5EF4-FFF2-40B4-BE49-F238E27FC236}">
                            <a16:creationId xmlns:a16="http://schemas.microsoft.com/office/drawing/2014/main" id="{B34B4CB0-EFCE-042C-EB6A-A9C1E418E3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80" name="任意多边形 4234">
                        <a:extLst>
                          <a:ext uri="{FF2B5EF4-FFF2-40B4-BE49-F238E27FC236}">
                            <a16:creationId xmlns:a16="http://schemas.microsoft.com/office/drawing/2014/main" id="{7207C051-AA42-E327-D40F-EC42D11FD1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74" name="组合 3773">
                      <a:extLst>
                        <a:ext uri="{FF2B5EF4-FFF2-40B4-BE49-F238E27FC236}">
                          <a16:creationId xmlns:a16="http://schemas.microsoft.com/office/drawing/2014/main" id="{928DC4D9-0BF1-8DB0-2C0F-7A60E9E285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3775" name="任意多边形 4229">
                        <a:extLst>
                          <a:ext uri="{FF2B5EF4-FFF2-40B4-BE49-F238E27FC236}">
                            <a16:creationId xmlns:a16="http://schemas.microsoft.com/office/drawing/2014/main" id="{53C1123F-2ADD-9898-03CE-5BA7935276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76" name="任意多边形 4230">
                        <a:extLst>
                          <a:ext uri="{FF2B5EF4-FFF2-40B4-BE49-F238E27FC236}">
                            <a16:creationId xmlns:a16="http://schemas.microsoft.com/office/drawing/2014/main" id="{9D6AFE72-ABB6-BCE9-AD8B-75E29AAF75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77" name="任意多边形 4231">
                        <a:extLst>
                          <a:ext uri="{FF2B5EF4-FFF2-40B4-BE49-F238E27FC236}">
                            <a16:creationId xmlns:a16="http://schemas.microsoft.com/office/drawing/2014/main" id="{4921FEE1-5AF9-9679-50ED-B0771888E0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705" name="组合 3704">
                  <a:extLst>
                    <a:ext uri="{FF2B5EF4-FFF2-40B4-BE49-F238E27FC236}">
                      <a16:creationId xmlns:a16="http://schemas.microsoft.com/office/drawing/2014/main" id="{64788C35-FE16-7CB4-CCAC-68E5BC6EAB6C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3754" name="任意多边形 4208">
                    <a:extLst>
                      <a:ext uri="{FF2B5EF4-FFF2-40B4-BE49-F238E27FC236}">
                        <a16:creationId xmlns:a16="http://schemas.microsoft.com/office/drawing/2014/main" id="{B7030F3E-2DB5-06FA-B5D5-61361E6FEF30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755" name="任意多边形 4209">
                    <a:extLst>
                      <a:ext uri="{FF2B5EF4-FFF2-40B4-BE49-F238E27FC236}">
                        <a16:creationId xmlns:a16="http://schemas.microsoft.com/office/drawing/2014/main" id="{2FD63364-99C7-2212-F5A3-87F4F8E222E8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756" name="组合 3755">
                    <a:extLst>
                      <a:ext uri="{FF2B5EF4-FFF2-40B4-BE49-F238E27FC236}">
                        <a16:creationId xmlns:a16="http://schemas.microsoft.com/office/drawing/2014/main" id="{C5D8E477-6E50-939B-9A2C-3FCF43F08CA3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3757" name="组合 3756">
                      <a:extLst>
                        <a:ext uri="{FF2B5EF4-FFF2-40B4-BE49-F238E27FC236}">
                          <a16:creationId xmlns:a16="http://schemas.microsoft.com/office/drawing/2014/main" id="{3E0E5AB7-717B-A9C3-EB83-F73BB295BE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3766" name="任意多边形 4220">
                        <a:extLst>
                          <a:ext uri="{FF2B5EF4-FFF2-40B4-BE49-F238E27FC236}">
                            <a16:creationId xmlns:a16="http://schemas.microsoft.com/office/drawing/2014/main" id="{E3C56447-B02E-86FC-9556-885F76E6CA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67" name="任意多边形 4221">
                        <a:extLst>
                          <a:ext uri="{FF2B5EF4-FFF2-40B4-BE49-F238E27FC236}">
                            <a16:creationId xmlns:a16="http://schemas.microsoft.com/office/drawing/2014/main" id="{B4EE9A88-68DC-65C2-BFE9-72054435EF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68" name="任意多边形 4222">
                        <a:extLst>
                          <a:ext uri="{FF2B5EF4-FFF2-40B4-BE49-F238E27FC236}">
                            <a16:creationId xmlns:a16="http://schemas.microsoft.com/office/drawing/2014/main" id="{DE86F67A-D6CF-A01A-30EB-4F79DC4E42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58" name="组合 3757">
                      <a:extLst>
                        <a:ext uri="{FF2B5EF4-FFF2-40B4-BE49-F238E27FC236}">
                          <a16:creationId xmlns:a16="http://schemas.microsoft.com/office/drawing/2014/main" id="{8A114872-30F6-DBB6-5F8A-D14BE2A042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3763" name="任意多边形 4217">
                        <a:extLst>
                          <a:ext uri="{FF2B5EF4-FFF2-40B4-BE49-F238E27FC236}">
                            <a16:creationId xmlns:a16="http://schemas.microsoft.com/office/drawing/2014/main" id="{39D4D44F-B644-8E1C-A101-20CE43428E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64" name="任意多边形 4218">
                        <a:extLst>
                          <a:ext uri="{FF2B5EF4-FFF2-40B4-BE49-F238E27FC236}">
                            <a16:creationId xmlns:a16="http://schemas.microsoft.com/office/drawing/2014/main" id="{BBDB7DA2-7360-BC0F-0762-B5357B996B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65" name="任意多边形 4219">
                        <a:extLst>
                          <a:ext uri="{FF2B5EF4-FFF2-40B4-BE49-F238E27FC236}">
                            <a16:creationId xmlns:a16="http://schemas.microsoft.com/office/drawing/2014/main" id="{29A19F5E-6F99-936B-3EB1-72D3EEE937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59" name="组合 3758">
                      <a:extLst>
                        <a:ext uri="{FF2B5EF4-FFF2-40B4-BE49-F238E27FC236}">
                          <a16:creationId xmlns:a16="http://schemas.microsoft.com/office/drawing/2014/main" id="{06AA812B-30BA-AE63-9323-BF93FC13D1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3760" name="任意多边形 4214">
                        <a:extLst>
                          <a:ext uri="{FF2B5EF4-FFF2-40B4-BE49-F238E27FC236}">
                            <a16:creationId xmlns:a16="http://schemas.microsoft.com/office/drawing/2014/main" id="{41EE907A-E099-691D-6376-5CF8C98D5B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61" name="任意多边形 4215">
                        <a:extLst>
                          <a:ext uri="{FF2B5EF4-FFF2-40B4-BE49-F238E27FC236}">
                            <a16:creationId xmlns:a16="http://schemas.microsoft.com/office/drawing/2014/main" id="{B9308E93-72C8-59EF-13E9-163CB14C05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62" name="任意多边形 4216">
                        <a:extLst>
                          <a:ext uri="{FF2B5EF4-FFF2-40B4-BE49-F238E27FC236}">
                            <a16:creationId xmlns:a16="http://schemas.microsoft.com/office/drawing/2014/main" id="{A0009BB7-F4B0-2927-4D75-2D55E8907C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706" name="组合 3705">
                  <a:extLst>
                    <a:ext uri="{FF2B5EF4-FFF2-40B4-BE49-F238E27FC236}">
                      <a16:creationId xmlns:a16="http://schemas.microsoft.com/office/drawing/2014/main" id="{E684B6D4-F95F-EDEE-C698-7C98E003E53C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3739" name="任意多边形 4193">
                    <a:extLst>
                      <a:ext uri="{FF2B5EF4-FFF2-40B4-BE49-F238E27FC236}">
                        <a16:creationId xmlns:a16="http://schemas.microsoft.com/office/drawing/2014/main" id="{E6210B2A-124F-BB6E-06E7-FA6B50FB0CC3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740" name="任意多边形 4194">
                    <a:extLst>
                      <a:ext uri="{FF2B5EF4-FFF2-40B4-BE49-F238E27FC236}">
                        <a16:creationId xmlns:a16="http://schemas.microsoft.com/office/drawing/2014/main" id="{49C293C7-9506-C54F-319E-EC5AC2CF382C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741" name="组合 3740">
                    <a:extLst>
                      <a:ext uri="{FF2B5EF4-FFF2-40B4-BE49-F238E27FC236}">
                        <a16:creationId xmlns:a16="http://schemas.microsoft.com/office/drawing/2014/main" id="{A20A806D-D542-C993-0F4A-6A45CF5E7BB6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3742" name="组合 3741">
                      <a:extLst>
                        <a:ext uri="{FF2B5EF4-FFF2-40B4-BE49-F238E27FC236}">
                          <a16:creationId xmlns:a16="http://schemas.microsoft.com/office/drawing/2014/main" id="{4017B0B5-1436-9934-3C55-ECA138A869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3751" name="任意多边形 4205">
                        <a:extLst>
                          <a:ext uri="{FF2B5EF4-FFF2-40B4-BE49-F238E27FC236}">
                            <a16:creationId xmlns:a16="http://schemas.microsoft.com/office/drawing/2014/main" id="{7CF0E22A-6824-DBE0-1F56-928A56C0DA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52" name="任意多边形 4206">
                        <a:extLst>
                          <a:ext uri="{FF2B5EF4-FFF2-40B4-BE49-F238E27FC236}">
                            <a16:creationId xmlns:a16="http://schemas.microsoft.com/office/drawing/2014/main" id="{D4721C15-0901-0685-8482-104F20309C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53" name="任意多边形 4207">
                        <a:extLst>
                          <a:ext uri="{FF2B5EF4-FFF2-40B4-BE49-F238E27FC236}">
                            <a16:creationId xmlns:a16="http://schemas.microsoft.com/office/drawing/2014/main" id="{05EFFD92-CB72-B840-EE83-8C8721ACC5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43" name="组合 3742">
                      <a:extLst>
                        <a:ext uri="{FF2B5EF4-FFF2-40B4-BE49-F238E27FC236}">
                          <a16:creationId xmlns:a16="http://schemas.microsoft.com/office/drawing/2014/main" id="{14960E9D-9147-BE39-3207-8685C314A5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3748" name="任意多边形 4202">
                        <a:extLst>
                          <a:ext uri="{FF2B5EF4-FFF2-40B4-BE49-F238E27FC236}">
                            <a16:creationId xmlns:a16="http://schemas.microsoft.com/office/drawing/2014/main" id="{0229D388-FEBE-DB12-54AA-015526730C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49" name="任意多边形 4203">
                        <a:extLst>
                          <a:ext uri="{FF2B5EF4-FFF2-40B4-BE49-F238E27FC236}">
                            <a16:creationId xmlns:a16="http://schemas.microsoft.com/office/drawing/2014/main" id="{B469AB65-4C33-779E-113C-B8E65B4D59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50" name="任意多边形 4204">
                        <a:extLst>
                          <a:ext uri="{FF2B5EF4-FFF2-40B4-BE49-F238E27FC236}">
                            <a16:creationId xmlns:a16="http://schemas.microsoft.com/office/drawing/2014/main" id="{34936545-068A-DDB8-FDD7-1E8F5C0C45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44" name="组合 3743">
                      <a:extLst>
                        <a:ext uri="{FF2B5EF4-FFF2-40B4-BE49-F238E27FC236}">
                          <a16:creationId xmlns:a16="http://schemas.microsoft.com/office/drawing/2014/main" id="{9CD03973-7FF4-9ED5-65A4-3F3875B254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3745" name="任意多边形 4199">
                        <a:extLst>
                          <a:ext uri="{FF2B5EF4-FFF2-40B4-BE49-F238E27FC236}">
                            <a16:creationId xmlns:a16="http://schemas.microsoft.com/office/drawing/2014/main" id="{83388F03-45AC-6E29-C30B-B2D4D0AED1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46" name="任意多边形 4200">
                        <a:extLst>
                          <a:ext uri="{FF2B5EF4-FFF2-40B4-BE49-F238E27FC236}">
                            <a16:creationId xmlns:a16="http://schemas.microsoft.com/office/drawing/2014/main" id="{376F2F47-E8C6-D046-5679-1DA3FE974D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47" name="任意多边形 4201">
                        <a:extLst>
                          <a:ext uri="{FF2B5EF4-FFF2-40B4-BE49-F238E27FC236}">
                            <a16:creationId xmlns:a16="http://schemas.microsoft.com/office/drawing/2014/main" id="{69080F24-8713-8C20-9CCB-76CAF54BB3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707" name="组合 3706">
                  <a:extLst>
                    <a:ext uri="{FF2B5EF4-FFF2-40B4-BE49-F238E27FC236}">
                      <a16:creationId xmlns:a16="http://schemas.microsoft.com/office/drawing/2014/main" id="{2503DDB4-72C7-4F10-245A-7A083C8459A1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3724" name="任意多边形 4178">
                    <a:extLst>
                      <a:ext uri="{FF2B5EF4-FFF2-40B4-BE49-F238E27FC236}">
                        <a16:creationId xmlns:a16="http://schemas.microsoft.com/office/drawing/2014/main" id="{D98824A9-533A-5D3B-BE20-06C325A00D67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725" name="任意多边形 4179">
                    <a:extLst>
                      <a:ext uri="{FF2B5EF4-FFF2-40B4-BE49-F238E27FC236}">
                        <a16:creationId xmlns:a16="http://schemas.microsoft.com/office/drawing/2014/main" id="{C56BCDFA-0088-F2F1-A077-478FC743507A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726" name="组合 3725">
                    <a:extLst>
                      <a:ext uri="{FF2B5EF4-FFF2-40B4-BE49-F238E27FC236}">
                        <a16:creationId xmlns:a16="http://schemas.microsoft.com/office/drawing/2014/main" id="{C4F92863-A815-B2BF-B1AD-9CE77E5E8B22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3727" name="组合 3726">
                      <a:extLst>
                        <a:ext uri="{FF2B5EF4-FFF2-40B4-BE49-F238E27FC236}">
                          <a16:creationId xmlns:a16="http://schemas.microsoft.com/office/drawing/2014/main" id="{61797964-2E4D-21FE-6398-7263A0F258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3736" name="任意多边形 4190">
                        <a:extLst>
                          <a:ext uri="{FF2B5EF4-FFF2-40B4-BE49-F238E27FC236}">
                            <a16:creationId xmlns:a16="http://schemas.microsoft.com/office/drawing/2014/main" id="{85838D17-D111-E920-1946-CC26CC89C1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37" name="任意多边形 4191">
                        <a:extLst>
                          <a:ext uri="{FF2B5EF4-FFF2-40B4-BE49-F238E27FC236}">
                            <a16:creationId xmlns:a16="http://schemas.microsoft.com/office/drawing/2014/main" id="{21D3F035-9432-E3A6-5D04-228E3AF669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38" name="任意多边形 4192">
                        <a:extLst>
                          <a:ext uri="{FF2B5EF4-FFF2-40B4-BE49-F238E27FC236}">
                            <a16:creationId xmlns:a16="http://schemas.microsoft.com/office/drawing/2014/main" id="{4D74AEA6-AB0A-6985-E7E9-59E474244D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28" name="组合 3727">
                      <a:extLst>
                        <a:ext uri="{FF2B5EF4-FFF2-40B4-BE49-F238E27FC236}">
                          <a16:creationId xmlns:a16="http://schemas.microsoft.com/office/drawing/2014/main" id="{A5C71D4B-91D7-7336-BCA6-9A19A55DC9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3733" name="任意多边形 4187">
                        <a:extLst>
                          <a:ext uri="{FF2B5EF4-FFF2-40B4-BE49-F238E27FC236}">
                            <a16:creationId xmlns:a16="http://schemas.microsoft.com/office/drawing/2014/main" id="{86D24106-41B5-AF11-53E7-739CA5678B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34" name="任意多边形 4188">
                        <a:extLst>
                          <a:ext uri="{FF2B5EF4-FFF2-40B4-BE49-F238E27FC236}">
                            <a16:creationId xmlns:a16="http://schemas.microsoft.com/office/drawing/2014/main" id="{3A40E2C0-DEF3-4923-11CA-447D621B38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35" name="任意多边形 4189">
                        <a:extLst>
                          <a:ext uri="{FF2B5EF4-FFF2-40B4-BE49-F238E27FC236}">
                            <a16:creationId xmlns:a16="http://schemas.microsoft.com/office/drawing/2014/main" id="{785AB66C-8E1B-D6A1-679E-04D1AA54F7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29" name="组合 3728">
                      <a:extLst>
                        <a:ext uri="{FF2B5EF4-FFF2-40B4-BE49-F238E27FC236}">
                          <a16:creationId xmlns:a16="http://schemas.microsoft.com/office/drawing/2014/main" id="{27E955CC-F157-3541-B696-782AEDDEB5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3730" name="任意多边形 4184">
                        <a:extLst>
                          <a:ext uri="{FF2B5EF4-FFF2-40B4-BE49-F238E27FC236}">
                            <a16:creationId xmlns:a16="http://schemas.microsoft.com/office/drawing/2014/main" id="{DCE6E8CD-F5B2-A4D8-F948-25C0676D23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31" name="任意多边形 4185">
                        <a:extLst>
                          <a:ext uri="{FF2B5EF4-FFF2-40B4-BE49-F238E27FC236}">
                            <a16:creationId xmlns:a16="http://schemas.microsoft.com/office/drawing/2014/main" id="{50D3ABCD-E04C-0915-07FC-8A34BAC575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32" name="任意多边形 4186">
                        <a:extLst>
                          <a:ext uri="{FF2B5EF4-FFF2-40B4-BE49-F238E27FC236}">
                            <a16:creationId xmlns:a16="http://schemas.microsoft.com/office/drawing/2014/main" id="{835DB0AF-8EFC-C9F5-5735-93E84B7815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708" name="组合 3707">
                  <a:extLst>
                    <a:ext uri="{FF2B5EF4-FFF2-40B4-BE49-F238E27FC236}">
                      <a16:creationId xmlns:a16="http://schemas.microsoft.com/office/drawing/2014/main" id="{397F7ECA-6CF4-4DAD-0849-5C92D15C3CF6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3709" name="任意多边形 4163">
                    <a:extLst>
                      <a:ext uri="{FF2B5EF4-FFF2-40B4-BE49-F238E27FC236}">
                        <a16:creationId xmlns:a16="http://schemas.microsoft.com/office/drawing/2014/main" id="{62D6AD4D-8B73-F4C3-044A-8B7B52B7A6FF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710" name="任意多边形 4164">
                    <a:extLst>
                      <a:ext uri="{FF2B5EF4-FFF2-40B4-BE49-F238E27FC236}">
                        <a16:creationId xmlns:a16="http://schemas.microsoft.com/office/drawing/2014/main" id="{FC6A903B-827E-1843-C4F0-1B1D04FCEB85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711" name="组合 3710">
                    <a:extLst>
                      <a:ext uri="{FF2B5EF4-FFF2-40B4-BE49-F238E27FC236}">
                        <a16:creationId xmlns:a16="http://schemas.microsoft.com/office/drawing/2014/main" id="{655C3C1B-2E9F-E552-756F-6671CCDB2793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3712" name="组合 3711">
                      <a:extLst>
                        <a:ext uri="{FF2B5EF4-FFF2-40B4-BE49-F238E27FC236}">
                          <a16:creationId xmlns:a16="http://schemas.microsoft.com/office/drawing/2014/main" id="{1DDF6D41-D913-CE3B-3E79-2271E74BB8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3721" name="任意多边形 4175">
                        <a:extLst>
                          <a:ext uri="{FF2B5EF4-FFF2-40B4-BE49-F238E27FC236}">
                            <a16:creationId xmlns:a16="http://schemas.microsoft.com/office/drawing/2014/main" id="{D9F16AAF-FC21-A7A0-6F75-6FAFD4935C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22" name="任意多边形 4176">
                        <a:extLst>
                          <a:ext uri="{FF2B5EF4-FFF2-40B4-BE49-F238E27FC236}">
                            <a16:creationId xmlns:a16="http://schemas.microsoft.com/office/drawing/2014/main" id="{D099B27D-8E94-1CA9-2097-FFADA70DB9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23" name="任意多边形 4177">
                        <a:extLst>
                          <a:ext uri="{FF2B5EF4-FFF2-40B4-BE49-F238E27FC236}">
                            <a16:creationId xmlns:a16="http://schemas.microsoft.com/office/drawing/2014/main" id="{5F82B5C9-F95F-147B-5472-003679F6A9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13" name="组合 3712">
                      <a:extLst>
                        <a:ext uri="{FF2B5EF4-FFF2-40B4-BE49-F238E27FC236}">
                          <a16:creationId xmlns:a16="http://schemas.microsoft.com/office/drawing/2014/main" id="{02E78992-F0B8-8451-2610-7B77F51932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3718" name="任意多边形 4172">
                        <a:extLst>
                          <a:ext uri="{FF2B5EF4-FFF2-40B4-BE49-F238E27FC236}">
                            <a16:creationId xmlns:a16="http://schemas.microsoft.com/office/drawing/2014/main" id="{193359CA-1A4F-435E-D03A-A75BB6E001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19" name="任意多边形 4173">
                        <a:extLst>
                          <a:ext uri="{FF2B5EF4-FFF2-40B4-BE49-F238E27FC236}">
                            <a16:creationId xmlns:a16="http://schemas.microsoft.com/office/drawing/2014/main" id="{9CDB7938-A66F-FAC6-5C24-5742235F87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20" name="任意多边形 4174">
                        <a:extLst>
                          <a:ext uri="{FF2B5EF4-FFF2-40B4-BE49-F238E27FC236}">
                            <a16:creationId xmlns:a16="http://schemas.microsoft.com/office/drawing/2014/main" id="{30BA4B51-407C-57F7-EE74-0EB16DAFF7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714" name="组合 3713">
                      <a:extLst>
                        <a:ext uri="{FF2B5EF4-FFF2-40B4-BE49-F238E27FC236}">
                          <a16:creationId xmlns:a16="http://schemas.microsoft.com/office/drawing/2014/main" id="{79173995-5FA7-531A-4E63-65D0BBCB5D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3715" name="任意多边形 4169">
                        <a:extLst>
                          <a:ext uri="{FF2B5EF4-FFF2-40B4-BE49-F238E27FC236}">
                            <a16:creationId xmlns:a16="http://schemas.microsoft.com/office/drawing/2014/main" id="{8C6E4C85-E0A6-42F8-9D47-D21A5486CE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16" name="任意多边形 4170">
                        <a:extLst>
                          <a:ext uri="{FF2B5EF4-FFF2-40B4-BE49-F238E27FC236}">
                            <a16:creationId xmlns:a16="http://schemas.microsoft.com/office/drawing/2014/main" id="{A95E77FB-ABF3-AA4D-26B0-B518A43272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17" name="任意多边形 4171">
                        <a:extLst>
                          <a:ext uri="{FF2B5EF4-FFF2-40B4-BE49-F238E27FC236}">
                            <a16:creationId xmlns:a16="http://schemas.microsoft.com/office/drawing/2014/main" id="{5ACE1F0D-F129-42FF-A0A2-EA8548CD1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3B58911A-E053-E1B5-A4D5-A13AA0776D29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3607" name="组合 3606">
                  <a:extLst>
                    <a:ext uri="{FF2B5EF4-FFF2-40B4-BE49-F238E27FC236}">
                      <a16:creationId xmlns:a16="http://schemas.microsoft.com/office/drawing/2014/main" id="{1FFF740C-1D41-A1F4-57A8-7C2819BB6EE7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3688" name="任意多边形 4142">
                    <a:extLst>
                      <a:ext uri="{FF2B5EF4-FFF2-40B4-BE49-F238E27FC236}">
                        <a16:creationId xmlns:a16="http://schemas.microsoft.com/office/drawing/2014/main" id="{467DF455-A875-92D3-33E9-AE0634BB5B33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689" name="任意多边形 4143">
                    <a:extLst>
                      <a:ext uri="{FF2B5EF4-FFF2-40B4-BE49-F238E27FC236}">
                        <a16:creationId xmlns:a16="http://schemas.microsoft.com/office/drawing/2014/main" id="{E648E410-04DA-A4A8-38C9-5CE59AB12C14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690" name="组合 3689">
                    <a:extLst>
                      <a:ext uri="{FF2B5EF4-FFF2-40B4-BE49-F238E27FC236}">
                        <a16:creationId xmlns:a16="http://schemas.microsoft.com/office/drawing/2014/main" id="{ADB3BC24-E0EC-B6A2-8237-BDA31BE5825C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3691" name="组合 3690">
                      <a:extLst>
                        <a:ext uri="{FF2B5EF4-FFF2-40B4-BE49-F238E27FC236}">
                          <a16:creationId xmlns:a16="http://schemas.microsoft.com/office/drawing/2014/main" id="{60861C71-4571-96A9-45A0-099515B7C5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3700" name="任意多边形 4154">
                        <a:extLst>
                          <a:ext uri="{FF2B5EF4-FFF2-40B4-BE49-F238E27FC236}">
                            <a16:creationId xmlns:a16="http://schemas.microsoft.com/office/drawing/2014/main" id="{FBF4D5C8-3F6F-3BFC-3A34-46C093D1A9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01" name="任意多边形 4155">
                        <a:extLst>
                          <a:ext uri="{FF2B5EF4-FFF2-40B4-BE49-F238E27FC236}">
                            <a16:creationId xmlns:a16="http://schemas.microsoft.com/office/drawing/2014/main" id="{F0E1C614-1A29-2A71-682A-BB6279E92B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702" name="任意多边形 4156">
                        <a:extLst>
                          <a:ext uri="{FF2B5EF4-FFF2-40B4-BE49-F238E27FC236}">
                            <a16:creationId xmlns:a16="http://schemas.microsoft.com/office/drawing/2014/main" id="{4038E4FE-8040-782B-96E4-785A0DFF77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92" name="组合 3691">
                      <a:extLst>
                        <a:ext uri="{FF2B5EF4-FFF2-40B4-BE49-F238E27FC236}">
                          <a16:creationId xmlns:a16="http://schemas.microsoft.com/office/drawing/2014/main" id="{48444CDF-99B9-856C-D6DC-87FC9D2BB6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3697" name="任意多边形 4151">
                        <a:extLst>
                          <a:ext uri="{FF2B5EF4-FFF2-40B4-BE49-F238E27FC236}">
                            <a16:creationId xmlns:a16="http://schemas.microsoft.com/office/drawing/2014/main" id="{8C19262C-3D10-706C-71E4-00DE4396C1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98" name="任意多边形 4152">
                        <a:extLst>
                          <a:ext uri="{FF2B5EF4-FFF2-40B4-BE49-F238E27FC236}">
                            <a16:creationId xmlns:a16="http://schemas.microsoft.com/office/drawing/2014/main" id="{03112120-0A9E-21FF-0AE0-F14A9887FC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99" name="任意多边形 4153">
                        <a:extLst>
                          <a:ext uri="{FF2B5EF4-FFF2-40B4-BE49-F238E27FC236}">
                            <a16:creationId xmlns:a16="http://schemas.microsoft.com/office/drawing/2014/main" id="{FE20CEBB-53C8-C143-4631-EBBCBA053C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93" name="组合 3692">
                      <a:extLst>
                        <a:ext uri="{FF2B5EF4-FFF2-40B4-BE49-F238E27FC236}">
                          <a16:creationId xmlns:a16="http://schemas.microsoft.com/office/drawing/2014/main" id="{D7A0353B-EDE3-F523-084D-D19F7B5471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3694" name="任意多边形 4148">
                        <a:extLst>
                          <a:ext uri="{FF2B5EF4-FFF2-40B4-BE49-F238E27FC236}">
                            <a16:creationId xmlns:a16="http://schemas.microsoft.com/office/drawing/2014/main" id="{8437F740-FB07-9756-17A5-F4BE3211D8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95" name="任意多边形 4149">
                        <a:extLst>
                          <a:ext uri="{FF2B5EF4-FFF2-40B4-BE49-F238E27FC236}">
                            <a16:creationId xmlns:a16="http://schemas.microsoft.com/office/drawing/2014/main" id="{595132A7-4FF9-D8FA-95D0-3D456CD246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96" name="任意多边形 4150">
                        <a:extLst>
                          <a:ext uri="{FF2B5EF4-FFF2-40B4-BE49-F238E27FC236}">
                            <a16:creationId xmlns:a16="http://schemas.microsoft.com/office/drawing/2014/main" id="{8FCB09D9-BEF9-A94E-BBF3-0CC5391B72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608" name="组合 3607">
                  <a:extLst>
                    <a:ext uri="{FF2B5EF4-FFF2-40B4-BE49-F238E27FC236}">
                      <a16:creationId xmlns:a16="http://schemas.microsoft.com/office/drawing/2014/main" id="{C7A506AE-1F8F-20FE-14AB-3F79891B9316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3673" name="任意多边形 4127">
                    <a:extLst>
                      <a:ext uri="{FF2B5EF4-FFF2-40B4-BE49-F238E27FC236}">
                        <a16:creationId xmlns:a16="http://schemas.microsoft.com/office/drawing/2014/main" id="{20DBB972-FED6-C2CF-E04D-389F1A4115B8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674" name="任意多边形 4128">
                    <a:extLst>
                      <a:ext uri="{FF2B5EF4-FFF2-40B4-BE49-F238E27FC236}">
                        <a16:creationId xmlns:a16="http://schemas.microsoft.com/office/drawing/2014/main" id="{6015895E-C90D-A244-0449-DBA244521572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675" name="组合 3674">
                    <a:extLst>
                      <a:ext uri="{FF2B5EF4-FFF2-40B4-BE49-F238E27FC236}">
                        <a16:creationId xmlns:a16="http://schemas.microsoft.com/office/drawing/2014/main" id="{92AB4DC2-B9B3-FB3F-5097-264918F4123B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3676" name="组合 3675">
                      <a:extLst>
                        <a:ext uri="{FF2B5EF4-FFF2-40B4-BE49-F238E27FC236}">
                          <a16:creationId xmlns:a16="http://schemas.microsoft.com/office/drawing/2014/main" id="{FCAFE228-7B45-B288-94C0-4029927457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3685" name="任意多边形 4139">
                        <a:extLst>
                          <a:ext uri="{FF2B5EF4-FFF2-40B4-BE49-F238E27FC236}">
                            <a16:creationId xmlns:a16="http://schemas.microsoft.com/office/drawing/2014/main" id="{EEA985A7-1848-D4EE-0A1B-3ABD4C113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86" name="任意多边形 4140">
                        <a:extLst>
                          <a:ext uri="{FF2B5EF4-FFF2-40B4-BE49-F238E27FC236}">
                            <a16:creationId xmlns:a16="http://schemas.microsoft.com/office/drawing/2014/main" id="{C6C38A71-1FB3-E17A-5937-CF319FB665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87" name="任意多边形 4141">
                        <a:extLst>
                          <a:ext uri="{FF2B5EF4-FFF2-40B4-BE49-F238E27FC236}">
                            <a16:creationId xmlns:a16="http://schemas.microsoft.com/office/drawing/2014/main" id="{4D071231-10F7-FEC2-0EFE-F7F6C5E3C7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77" name="组合 3676">
                      <a:extLst>
                        <a:ext uri="{FF2B5EF4-FFF2-40B4-BE49-F238E27FC236}">
                          <a16:creationId xmlns:a16="http://schemas.microsoft.com/office/drawing/2014/main" id="{2BC2A2FE-21DB-17F0-9FDA-94160AD5B4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3682" name="任意多边形 4136">
                        <a:extLst>
                          <a:ext uri="{FF2B5EF4-FFF2-40B4-BE49-F238E27FC236}">
                            <a16:creationId xmlns:a16="http://schemas.microsoft.com/office/drawing/2014/main" id="{6537056A-24DF-3F75-8233-28B008A3B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83" name="任意多边形 4137">
                        <a:extLst>
                          <a:ext uri="{FF2B5EF4-FFF2-40B4-BE49-F238E27FC236}">
                            <a16:creationId xmlns:a16="http://schemas.microsoft.com/office/drawing/2014/main" id="{E8C484B6-1235-C04E-58B1-741718FFE2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84" name="任意多边形 4138">
                        <a:extLst>
                          <a:ext uri="{FF2B5EF4-FFF2-40B4-BE49-F238E27FC236}">
                            <a16:creationId xmlns:a16="http://schemas.microsoft.com/office/drawing/2014/main" id="{12A2FAEF-D8C7-2041-58A2-A533DD7DA1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78" name="组合 3677">
                      <a:extLst>
                        <a:ext uri="{FF2B5EF4-FFF2-40B4-BE49-F238E27FC236}">
                          <a16:creationId xmlns:a16="http://schemas.microsoft.com/office/drawing/2014/main" id="{BEBA1AB3-7361-6BF6-35A5-042B6D5C83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3679" name="任意多边形 4133">
                        <a:extLst>
                          <a:ext uri="{FF2B5EF4-FFF2-40B4-BE49-F238E27FC236}">
                            <a16:creationId xmlns:a16="http://schemas.microsoft.com/office/drawing/2014/main" id="{24D8F920-3A5D-EA79-3C3C-6866503040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80" name="任意多边形 4134">
                        <a:extLst>
                          <a:ext uri="{FF2B5EF4-FFF2-40B4-BE49-F238E27FC236}">
                            <a16:creationId xmlns:a16="http://schemas.microsoft.com/office/drawing/2014/main" id="{4557A771-01AA-6374-C527-0D7EB0D690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81" name="任意多边形 4135">
                        <a:extLst>
                          <a:ext uri="{FF2B5EF4-FFF2-40B4-BE49-F238E27FC236}">
                            <a16:creationId xmlns:a16="http://schemas.microsoft.com/office/drawing/2014/main" id="{5CCC9A01-90D0-0262-DD2D-359C77E5E6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609" name="组合 3608">
                  <a:extLst>
                    <a:ext uri="{FF2B5EF4-FFF2-40B4-BE49-F238E27FC236}">
                      <a16:creationId xmlns:a16="http://schemas.microsoft.com/office/drawing/2014/main" id="{7B6C66C9-9CEE-517A-8242-71C0FEF479AB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3658" name="任意多边形 4112">
                    <a:extLst>
                      <a:ext uri="{FF2B5EF4-FFF2-40B4-BE49-F238E27FC236}">
                        <a16:creationId xmlns:a16="http://schemas.microsoft.com/office/drawing/2014/main" id="{A89DC810-070A-8549-82EA-3F29E4132BE7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659" name="任意多边形 4113">
                    <a:extLst>
                      <a:ext uri="{FF2B5EF4-FFF2-40B4-BE49-F238E27FC236}">
                        <a16:creationId xmlns:a16="http://schemas.microsoft.com/office/drawing/2014/main" id="{185F9A79-7B66-AD04-1DD5-F547EE603045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660" name="组合 3659">
                    <a:extLst>
                      <a:ext uri="{FF2B5EF4-FFF2-40B4-BE49-F238E27FC236}">
                        <a16:creationId xmlns:a16="http://schemas.microsoft.com/office/drawing/2014/main" id="{20F32B2B-2F10-DC9E-6CC6-AC381C3894D8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3661" name="组合 3660">
                      <a:extLst>
                        <a:ext uri="{FF2B5EF4-FFF2-40B4-BE49-F238E27FC236}">
                          <a16:creationId xmlns:a16="http://schemas.microsoft.com/office/drawing/2014/main" id="{CF575938-65B1-A144-1B4B-0C129BF03C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3670" name="任意多边形 4124">
                        <a:extLst>
                          <a:ext uri="{FF2B5EF4-FFF2-40B4-BE49-F238E27FC236}">
                            <a16:creationId xmlns:a16="http://schemas.microsoft.com/office/drawing/2014/main" id="{B752CE7A-F7DC-E6D4-AD5D-D3D0F03093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71" name="任意多边形 4125">
                        <a:extLst>
                          <a:ext uri="{FF2B5EF4-FFF2-40B4-BE49-F238E27FC236}">
                            <a16:creationId xmlns:a16="http://schemas.microsoft.com/office/drawing/2014/main" id="{B036BD41-348F-9463-812F-36D0E59E39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72" name="任意多边形 4126">
                        <a:extLst>
                          <a:ext uri="{FF2B5EF4-FFF2-40B4-BE49-F238E27FC236}">
                            <a16:creationId xmlns:a16="http://schemas.microsoft.com/office/drawing/2014/main" id="{783ADCF6-DE23-2316-A275-83FAD49ABC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62" name="组合 3661">
                      <a:extLst>
                        <a:ext uri="{FF2B5EF4-FFF2-40B4-BE49-F238E27FC236}">
                          <a16:creationId xmlns:a16="http://schemas.microsoft.com/office/drawing/2014/main" id="{2A09518A-4570-46C4-072E-AB454EBF56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3667" name="任意多边形 4121">
                        <a:extLst>
                          <a:ext uri="{FF2B5EF4-FFF2-40B4-BE49-F238E27FC236}">
                            <a16:creationId xmlns:a16="http://schemas.microsoft.com/office/drawing/2014/main" id="{51694EE4-829F-58CC-CEFD-B77E98B4B7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68" name="任意多边形 4122">
                        <a:extLst>
                          <a:ext uri="{FF2B5EF4-FFF2-40B4-BE49-F238E27FC236}">
                            <a16:creationId xmlns:a16="http://schemas.microsoft.com/office/drawing/2014/main" id="{2D2DF9FC-4563-CB36-58F1-3424286A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69" name="任意多边形 4123">
                        <a:extLst>
                          <a:ext uri="{FF2B5EF4-FFF2-40B4-BE49-F238E27FC236}">
                            <a16:creationId xmlns:a16="http://schemas.microsoft.com/office/drawing/2014/main" id="{5EB92156-9AE0-B61A-092E-C5C009AC17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63" name="组合 3662">
                      <a:extLst>
                        <a:ext uri="{FF2B5EF4-FFF2-40B4-BE49-F238E27FC236}">
                          <a16:creationId xmlns:a16="http://schemas.microsoft.com/office/drawing/2014/main" id="{38E4A124-8F9A-636D-E19C-0C5D7781C4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3664" name="任意多边形 4118">
                        <a:extLst>
                          <a:ext uri="{FF2B5EF4-FFF2-40B4-BE49-F238E27FC236}">
                            <a16:creationId xmlns:a16="http://schemas.microsoft.com/office/drawing/2014/main" id="{B61E6AB1-D0B4-2D0E-54C9-7B76A326B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65" name="任意多边形 4119">
                        <a:extLst>
                          <a:ext uri="{FF2B5EF4-FFF2-40B4-BE49-F238E27FC236}">
                            <a16:creationId xmlns:a16="http://schemas.microsoft.com/office/drawing/2014/main" id="{BE9FB1C7-6130-6A22-401B-6E181D0A87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66" name="任意多边形 4120">
                        <a:extLst>
                          <a:ext uri="{FF2B5EF4-FFF2-40B4-BE49-F238E27FC236}">
                            <a16:creationId xmlns:a16="http://schemas.microsoft.com/office/drawing/2014/main" id="{9585D973-BFC9-316A-3F5E-5AA62DE548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610" name="组合 3609">
                  <a:extLst>
                    <a:ext uri="{FF2B5EF4-FFF2-40B4-BE49-F238E27FC236}">
                      <a16:creationId xmlns:a16="http://schemas.microsoft.com/office/drawing/2014/main" id="{CA02BF80-10E5-47B1-58D8-733962E65FDE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3643" name="任意多边形 4097">
                    <a:extLst>
                      <a:ext uri="{FF2B5EF4-FFF2-40B4-BE49-F238E27FC236}">
                        <a16:creationId xmlns:a16="http://schemas.microsoft.com/office/drawing/2014/main" id="{8408413C-F561-8A5B-40C1-476DADAA5B8B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644" name="任意多边形 4098">
                    <a:extLst>
                      <a:ext uri="{FF2B5EF4-FFF2-40B4-BE49-F238E27FC236}">
                        <a16:creationId xmlns:a16="http://schemas.microsoft.com/office/drawing/2014/main" id="{33B5853B-E6D5-1D1A-BA91-150E27940780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645" name="组合 3644">
                    <a:extLst>
                      <a:ext uri="{FF2B5EF4-FFF2-40B4-BE49-F238E27FC236}">
                        <a16:creationId xmlns:a16="http://schemas.microsoft.com/office/drawing/2014/main" id="{174B9458-B569-8EBE-091B-ECBAA9AE7A19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3646" name="组合 3645">
                      <a:extLst>
                        <a:ext uri="{FF2B5EF4-FFF2-40B4-BE49-F238E27FC236}">
                          <a16:creationId xmlns:a16="http://schemas.microsoft.com/office/drawing/2014/main" id="{A3F17C5F-66A2-AB1B-959D-567D62A8B1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3655" name="任意多边形 4109">
                        <a:extLst>
                          <a:ext uri="{FF2B5EF4-FFF2-40B4-BE49-F238E27FC236}">
                            <a16:creationId xmlns:a16="http://schemas.microsoft.com/office/drawing/2014/main" id="{3F67BD69-8DC2-0476-3060-3E3E16114E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56" name="任意多边形 4110">
                        <a:extLst>
                          <a:ext uri="{FF2B5EF4-FFF2-40B4-BE49-F238E27FC236}">
                            <a16:creationId xmlns:a16="http://schemas.microsoft.com/office/drawing/2014/main" id="{898CFF8E-9E34-40EE-8030-9FAE6D20FC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57" name="任意多边形 4111">
                        <a:extLst>
                          <a:ext uri="{FF2B5EF4-FFF2-40B4-BE49-F238E27FC236}">
                            <a16:creationId xmlns:a16="http://schemas.microsoft.com/office/drawing/2014/main" id="{002985AD-BCE1-8C2E-35C0-D546CE47DA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47" name="组合 3646">
                      <a:extLst>
                        <a:ext uri="{FF2B5EF4-FFF2-40B4-BE49-F238E27FC236}">
                          <a16:creationId xmlns:a16="http://schemas.microsoft.com/office/drawing/2014/main" id="{2FEAEBAB-D884-6A34-433E-C4F0BCFECE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3652" name="任意多边形 4106">
                        <a:extLst>
                          <a:ext uri="{FF2B5EF4-FFF2-40B4-BE49-F238E27FC236}">
                            <a16:creationId xmlns:a16="http://schemas.microsoft.com/office/drawing/2014/main" id="{B92B4BE8-AEC5-11F6-C10B-FDF8F3F705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53" name="任意多边形 4107">
                        <a:extLst>
                          <a:ext uri="{FF2B5EF4-FFF2-40B4-BE49-F238E27FC236}">
                            <a16:creationId xmlns:a16="http://schemas.microsoft.com/office/drawing/2014/main" id="{CE49CF4C-988B-0444-B324-E3FF9DE3B1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54" name="任意多边形 4108">
                        <a:extLst>
                          <a:ext uri="{FF2B5EF4-FFF2-40B4-BE49-F238E27FC236}">
                            <a16:creationId xmlns:a16="http://schemas.microsoft.com/office/drawing/2014/main" id="{C052161E-6908-4B20-CA0A-8397A54B53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48" name="组合 3647">
                      <a:extLst>
                        <a:ext uri="{FF2B5EF4-FFF2-40B4-BE49-F238E27FC236}">
                          <a16:creationId xmlns:a16="http://schemas.microsoft.com/office/drawing/2014/main" id="{8BE53E50-12C2-A456-3592-FC335F2340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3649" name="任意多边形 4103">
                        <a:extLst>
                          <a:ext uri="{FF2B5EF4-FFF2-40B4-BE49-F238E27FC236}">
                            <a16:creationId xmlns:a16="http://schemas.microsoft.com/office/drawing/2014/main" id="{85AF84EC-B1E2-AECB-6AC1-77DF3CC83E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50" name="任意多边形 4104">
                        <a:extLst>
                          <a:ext uri="{FF2B5EF4-FFF2-40B4-BE49-F238E27FC236}">
                            <a16:creationId xmlns:a16="http://schemas.microsoft.com/office/drawing/2014/main" id="{F02351A6-CFE1-F0C1-950C-B30339AABC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51" name="任意多边形 4105">
                        <a:extLst>
                          <a:ext uri="{FF2B5EF4-FFF2-40B4-BE49-F238E27FC236}">
                            <a16:creationId xmlns:a16="http://schemas.microsoft.com/office/drawing/2014/main" id="{E1ACA8D4-4FE7-0FDA-3435-2D3111CABD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611" name="组合 3610">
                  <a:extLst>
                    <a:ext uri="{FF2B5EF4-FFF2-40B4-BE49-F238E27FC236}">
                      <a16:creationId xmlns:a16="http://schemas.microsoft.com/office/drawing/2014/main" id="{9C26C8EB-8599-428C-8436-40385CC87B6E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3628" name="任意多边形 4082">
                    <a:extLst>
                      <a:ext uri="{FF2B5EF4-FFF2-40B4-BE49-F238E27FC236}">
                        <a16:creationId xmlns:a16="http://schemas.microsoft.com/office/drawing/2014/main" id="{36C62862-BCAF-0EA7-DD5D-8CF0372B7C39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629" name="任意多边形 4083">
                    <a:extLst>
                      <a:ext uri="{FF2B5EF4-FFF2-40B4-BE49-F238E27FC236}">
                        <a16:creationId xmlns:a16="http://schemas.microsoft.com/office/drawing/2014/main" id="{4D37626B-487A-FD9C-BDD5-E316B883EA2C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630" name="组合 3629">
                    <a:extLst>
                      <a:ext uri="{FF2B5EF4-FFF2-40B4-BE49-F238E27FC236}">
                        <a16:creationId xmlns:a16="http://schemas.microsoft.com/office/drawing/2014/main" id="{4413D416-DA52-00C1-6620-F3C8481C0A6C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3631" name="组合 3630">
                      <a:extLst>
                        <a:ext uri="{FF2B5EF4-FFF2-40B4-BE49-F238E27FC236}">
                          <a16:creationId xmlns:a16="http://schemas.microsoft.com/office/drawing/2014/main" id="{24516588-3389-F346-AB38-998D28C0C4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3640" name="任意多边形 4094">
                        <a:extLst>
                          <a:ext uri="{FF2B5EF4-FFF2-40B4-BE49-F238E27FC236}">
                            <a16:creationId xmlns:a16="http://schemas.microsoft.com/office/drawing/2014/main" id="{D12C9AA7-1FB2-0D67-5B55-DE5957558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41" name="任意多边形 4095">
                        <a:extLst>
                          <a:ext uri="{FF2B5EF4-FFF2-40B4-BE49-F238E27FC236}">
                            <a16:creationId xmlns:a16="http://schemas.microsoft.com/office/drawing/2014/main" id="{4EAA61EE-BD1B-B083-FD95-644DAF15EF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42" name="任意多边形 4096">
                        <a:extLst>
                          <a:ext uri="{FF2B5EF4-FFF2-40B4-BE49-F238E27FC236}">
                            <a16:creationId xmlns:a16="http://schemas.microsoft.com/office/drawing/2014/main" id="{7D20E653-9322-6AAB-DEB7-07843CC433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32" name="组合 3631">
                      <a:extLst>
                        <a:ext uri="{FF2B5EF4-FFF2-40B4-BE49-F238E27FC236}">
                          <a16:creationId xmlns:a16="http://schemas.microsoft.com/office/drawing/2014/main" id="{ECA0AEE4-52B0-3558-0EB0-5ADC950767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3637" name="任意多边形 4091">
                        <a:extLst>
                          <a:ext uri="{FF2B5EF4-FFF2-40B4-BE49-F238E27FC236}">
                            <a16:creationId xmlns:a16="http://schemas.microsoft.com/office/drawing/2014/main" id="{F21C928A-9D70-5CC8-E2D0-0B7D7EE72E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38" name="任意多边形 4092">
                        <a:extLst>
                          <a:ext uri="{FF2B5EF4-FFF2-40B4-BE49-F238E27FC236}">
                            <a16:creationId xmlns:a16="http://schemas.microsoft.com/office/drawing/2014/main" id="{09F27EC5-3101-8160-16BA-7C5E03DEDB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39" name="任意多边形 4093">
                        <a:extLst>
                          <a:ext uri="{FF2B5EF4-FFF2-40B4-BE49-F238E27FC236}">
                            <a16:creationId xmlns:a16="http://schemas.microsoft.com/office/drawing/2014/main" id="{B2614115-CC04-48EA-8FAF-ED708BF9AB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33" name="组合 3632">
                      <a:extLst>
                        <a:ext uri="{FF2B5EF4-FFF2-40B4-BE49-F238E27FC236}">
                          <a16:creationId xmlns:a16="http://schemas.microsoft.com/office/drawing/2014/main" id="{50201CB6-A95F-3042-474D-A9D53FC8AD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3634" name="任意多边形 4088">
                        <a:extLst>
                          <a:ext uri="{FF2B5EF4-FFF2-40B4-BE49-F238E27FC236}">
                            <a16:creationId xmlns:a16="http://schemas.microsoft.com/office/drawing/2014/main" id="{BEACE823-E521-ABB2-E5CF-2497E1695A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35" name="任意多边形 4089">
                        <a:extLst>
                          <a:ext uri="{FF2B5EF4-FFF2-40B4-BE49-F238E27FC236}">
                            <a16:creationId xmlns:a16="http://schemas.microsoft.com/office/drawing/2014/main" id="{187641FC-C44F-0ED2-C91F-DD2BFF127B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36" name="任意多边形 4090">
                        <a:extLst>
                          <a:ext uri="{FF2B5EF4-FFF2-40B4-BE49-F238E27FC236}">
                            <a16:creationId xmlns:a16="http://schemas.microsoft.com/office/drawing/2014/main" id="{955B7AE9-AC93-8085-6D5A-7AEEA90450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612" name="组合 3611">
                  <a:extLst>
                    <a:ext uri="{FF2B5EF4-FFF2-40B4-BE49-F238E27FC236}">
                      <a16:creationId xmlns:a16="http://schemas.microsoft.com/office/drawing/2014/main" id="{A68D7529-2F29-C886-B4D1-D6DEBF815B38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3613" name="任意多边形 4067">
                    <a:extLst>
                      <a:ext uri="{FF2B5EF4-FFF2-40B4-BE49-F238E27FC236}">
                        <a16:creationId xmlns:a16="http://schemas.microsoft.com/office/drawing/2014/main" id="{9102AF04-6026-8502-54CF-DEA7DF340F19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614" name="任意多边形 4068">
                    <a:extLst>
                      <a:ext uri="{FF2B5EF4-FFF2-40B4-BE49-F238E27FC236}">
                        <a16:creationId xmlns:a16="http://schemas.microsoft.com/office/drawing/2014/main" id="{96DA83BA-4ACB-3972-848F-C84CCE78BCAF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615" name="组合 3614">
                    <a:extLst>
                      <a:ext uri="{FF2B5EF4-FFF2-40B4-BE49-F238E27FC236}">
                        <a16:creationId xmlns:a16="http://schemas.microsoft.com/office/drawing/2014/main" id="{603744A9-AA36-1ECB-CA40-FCC744B59292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3616" name="组合 3615">
                      <a:extLst>
                        <a:ext uri="{FF2B5EF4-FFF2-40B4-BE49-F238E27FC236}">
                          <a16:creationId xmlns:a16="http://schemas.microsoft.com/office/drawing/2014/main" id="{21B10077-CE7B-DD1D-ABD1-5514B6F87D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3625" name="任意多边形 4079">
                        <a:extLst>
                          <a:ext uri="{FF2B5EF4-FFF2-40B4-BE49-F238E27FC236}">
                            <a16:creationId xmlns:a16="http://schemas.microsoft.com/office/drawing/2014/main" id="{B31A9A96-B4AB-A74E-3790-B603B27D74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26" name="任意多边形 4080">
                        <a:extLst>
                          <a:ext uri="{FF2B5EF4-FFF2-40B4-BE49-F238E27FC236}">
                            <a16:creationId xmlns:a16="http://schemas.microsoft.com/office/drawing/2014/main" id="{0DB3CC70-C3F5-0D76-8340-D8CBCB827C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27" name="任意多边形 4081">
                        <a:extLst>
                          <a:ext uri="{FF2B5EF4-FFF2-40B4-BE49-F238E27FC236}">
                            <a16:creationId xmlns:a16="http://schemas.microsoft.com/office/drawing/2014/main" id="{12924410-DCD5-248D-8687-8625C4A80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17" name="组合 3616">
                      <a:extLst>
                        <a:ext uri="{FF2B5EF4-FFF2-40B4-BE49-F238E27FC236}">
                          <a16:creationId xmlns:a16="http://schemas.microsoft.com/office/drawing/2014/main" id="{1B4F5B7B-D3A0-D14B-1B16-A90CBD5410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3622" name="任意多边形 4076">
                        <a:extLst>
                          <a:ext uri="{FF2B5EF4-FFF2-40B4-BE49-F238E27FC236}">
                            <a16:creationId xmlns:a16="http://schemas.microsoft.com/office/drawing/2014/main" id="{E541BF39-6F84-DF63-3AD8-3DBB52E901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23" name="任意多边形 4077">
                        <a:extLst>
                          <a:ext uri="{FF2B5EF4-FFF2-40B4-BE49-F238E27FC236}">
                            <a16:creationId xmlns:a16="http://schemas.microsoft.com/office/drawing/2014/main" id="{FA064267-9AE5-EA8D-78CB-B65C3DB8E1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24" name="任意多边形 4078">
                        <a:extLst>
                          <a:ext uri="{FF2B5EF4-FFF2-40B4-BE49-F238E27FC236}">
                            <a16:creationId xmlns:a16="http://schemas.microsoft.com/office/drawing/2014/main" id="{5CF12880-F298-A19E-64B2-D3B772160D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618" name="组合 3617">
                      <a:extLst>
                        <a:ext uri="{FF2B5EF4-FFF2-40B4-BE49-F238E27FC236}">
                          <a16:creationId xmlns:a16="http://schemas.microsoft.com/office/drawing/2014/main" id="{4C161965-81ED-9A38-F061-013FEE8567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3619" name="任意多边形 4073">
                        <a:extLst>
                          <a:ext uri="{FF2B5EF4-FFF2-40B4-BE49-F238E27FC236}">
                            <a16:creationId xmlns:a16="http://schemas.microsoft.com/office/drawing/2014/main" id="{AA86B68C-7AC8-17D3-D8B8-9512FCB837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20" name="任意多边形 4074">
                        <a:extLst>
                          <a:ext uri="{FF2B5EF4-FFF2-40B4-BE49-F238E27FC236}">
                            <a16:creationId xmlns:a16="http://schemas.microsoft.com/office/drawing/2014/main" id="{5CF3926C-F88F-BE33-1728-20FDF73702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21" name="任意多边形 4075">
                        <a:extLst>
                          <a:ext uri="{FF2B5EF4-FFF2-40B4-BE49-F238E27FC236}">
                            <a16:creationId xmlns:a16="http://schemas.microsoft.com/office/drawing/2014/main" id="{815665CC-EEB3-B0F5-D1C5-D9C489CFC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3494" name="组合 3493">
                <a:extLst>
                  <a:ext uri="{FF2B5EF4-FFF2-40B4-BE49-F238E27FC236}">
                    <a16:creationId xmlns:a16="http://schemas.microsoft.com/office/drawing/2014/main" id="{E9E05CE9-5D78-EA49-0010-1A3069F63BEE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684" cy="42156"/>
                <a:chOff x="4309837" y="5251379"/>
                <a:chExt cx="574684" cy="42156"/>
              </a:xfrm>
            </p:grpSpPr>
            <p:grpSp>
              <p:nvGrpSpPr>
                <p:cNvPr id="2563" name="组合 2562">
                  <a:extLst>
                    <a:ext uri="{FF2B5EF4-FFF2-40B4-BE49-F238E27FC236}">
                      <a16:creationId xmlns:a16="http://schemas.microsoft.com/office/drawing/2014/main" id="{05F92A64-FFAD-7653-F61F-89B6168A3177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3592" name="任意多边形 4046">
                    <a:extLst>
                      <a:ext uri="{FF2B5EF4-FFF2-40B4-BE49-F238E27FC236}">
                        <a16:creationId xmlns:a16="http://schemas.microsoft.com/office/drawing/2014/main" id="{A0F1E3C7-30DE-264F-F782-BF8F01159FB7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593" name="任意多边形 4047">
                    <a:extLst>
                      <a:ext uri="{FF2B5EF4-FFF2-40B4-BE49-F238E27FC236}">
                        <a16:creationId xmlns:a16="http://schemas.microsoft.com/office/drawing/2014/main" id="{316E2348-FA51-B79E-639B-758E31180DD7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594" name="组合 3593">
                    <a:extLst>
                      <a:ext uri="{FF2B5EF4-FFF2-40B4-BE49-F238E27FC236}">
                        <a16:creationId xmlns:a16="http://schemas.microsoft.com/office/drawing/2014/main" id="{33BCE16E-398B-0A67-AAAA-4A50F6A6B57A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3595" name="组合 3594">
                      <a:extLst>
                        <a:ext uri="{FF2B5EF4-FFF2-40B4-BE49-F238E27FC236}">
                          <a16:creationId xmlns:a16="http://schemas.microsoft.com/office/drawing/2014/main" id="{C8D4EDBD-1A51-5D14-75D5-57205E367A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3604" name="任意多边形 4058">
                        <a:extLst>
                          <a:ext uri="{FF2B5EF4-FFF2-40B4-BE49-F238E27FC236}">
                            <a16:creationId xmlns:a16="http://schemas.microsoft.com/office/drawing/2014/main" id="{E9A4C4D9-BAC5-78C9-4184-9183907418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05" name="任意多边形 4059">
                        <a:extLst>
                          <a:ext uri="{FF2B5EF4-FFF2-40B4-BE49-F238E27FC236}">
                            <a16:creationId xmlns:a16="http://schemas.microsoft.com/office/drawing/2014/main" id="{A6C77309-D732-02EA-57A4-29FED77190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06" name="任意多边形 4060">
                        <a:extLst>
                          <a:ext uri="{FF2B5EF4-FFF2-40B4-BE49-F238E27FC236}">
                            <a16:creationId xmlns:a16="http://schemas.microsoft.com/office/drawing/2014/main" id="{5DC3DB04-2AE8-BFB7-50C4-96D199E51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96" name="组合 3595">
                      <a:extLst>
                        <a:ext uri="{FF2B5EF4-FFF2-40B4-BE49-F238E27FC236}">
                          <a16:creationId xmlns:a16="http://schemas.microsoft.com/office/drawing/2014/main" id="{EB77F044-CE6D-3DB8-FF4B-C44D17CCF3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3601" name="任意多边形 4055">
                        <a:extLst>
                          <a:ext uri="{FF2B5EF4-FFF2-40B4-BE49-F238E27FC236}">
                            <a16:creationId xmlns:a16="http://schemas.microsoft.com/office/drawing/2014/main" id="{B4F3EDCD-0F4E-9DC8-CF78-8639F5BA77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02" name="任意多边形 4056">
                        <a:extLst>
                          <a:ext uri="{FF2B5EF4-FFF2-40B4-BE49-F238E27FC236}">
                            <a16:creationId xmlns:a16="http://schemas.microsoft.com/office/drawing/2014/main" id="{62456582-78F5-56D5-1A74-2800AD005F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03" name="任意多边形 4057">
                        <a:extLst>
                          <a:ext uri="{FF2B5EF4-FFF2-40B4-BE49-F238E27FC236}">
                            <a16:creationId xmlns:a16="http://schemas.microsoft.com/office/drawing/2014/main" id="{513E338E-DD34-B1AD-B056-A25B780DDC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97" name="组合 3596">
                      <a:extLst>
                        <a:ext uri="{FF2B5EF4-FFF2-40B4-BE49-F238E27FC236}">
                          <a16:creationId xmlns:a16="http://schemas.microsoft.com/office/drawing/2014/main" id="{B0EAA0BB-DCC1-06B6-330B-CA6860A9F0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3598" name="任意多边形 4052">
                        <a:extLst>
                          <a:ext uri="{FF2B5EF4-FFF2-40B4-BE49-F238E27FC236}">
                            <a16:creationId xmlns:a16="http://schemas.microsoft.com/office/drawing/2014/main" id="{BF64C179-BC05-07B6-F7FC-BA273D2F78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99" name="任意多边形 4053">
                        <a:extLst>
                          <a:ext uri="{FF2B5EF4-FFF2-40B4-BE49-F238E27FC236}">
                            <a16:creationId xmlns:a16="http://schemas.microsoft.com/office/drawing/2014/main" id="{3930CAE7-8AE2-723A-4AE9-7F48FC7D24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600" name="任意多边形 4054">
                        <a:extLst>
                          <a:ext uri="{FF2B5EF4-FFF2-40B4-BE49-F238E27FC236}">
                            <a16:creationId xmlns:a16="http://schemas.microsoft.com/office/drawing/2014/main" id="{99D2CEC4-9DDD-BF8D-3C1B-8616EFBFF1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564" name="组合 2563">
                  <a:extLst>
                    <a:ext uri="{FF2B5EF4-FFF2-40B4-BE49-F238E27FC236}">
                      <a16:creationId xmlns:a16="http://schemas.microsoft.com/office/drawing/2014/main" id="{955338D1-A056-CC5B-EA7B-4E9130D8700B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2632" name="任意多边形 4031">
                    <a:extLst>
                      <a:ext uri="{FF2B5EF4-FFF2-40B4-BE49-F238E27FC236}">
                        <a16:creationId xmlns:a16="http://schemas.microsoft.com/office/drawing/2014/main" id="{49E99BE1-5B82-2DFD-534F-593921851D95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633" name="任意多边形 4032">
                    <a:extLst>
                      <a:ext uri="{FF2B5EF4-FFF2-40B4-BE49-F238E27FC236}">
                        <a16:creationId xmlns:a16="http://schemas.microsoft.com/office/drawing/2014/main" id="{0C306642-9347-C250-F036-1997DEFE1808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634" name="组合 2633">
                    <a:extLst>
                      <a:ext uri="{FF2B5EF4-FFF2-40B4-BE49-F238E27FC236}">
                        <a16:creationId xmlns:a16="http://schemas.microsoft.com/office/drawing/2014/main" id="{C074F0D4-6960-D7E8-AD8A-A12A555C06AC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2635" name="组合 2634">
                      <a:extLst>
                        <a:ext uri="{FF2B5EF4-FFF2-40B4-BE49-F238E27FC236}">
                          <a16:creationId xmlns:a16="http://schemas.microsoft.com/office/drawing/2014/main" id="{B7274883-43B8-96F9-AB4D-D5F3B70E38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3589" name="任意多边形 4043">
                        <a:extLst>
                          <a:ext uri="{FF2B5EF4-FFF2-40B4-BE49-F238E27FC236}">
                            <a16:creationId xmlns:a16="http://schemas.microsoft.com/office/drawing/2014/main" id="{E647E341-F70C-ED51-F0D1-5837DA05D5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90" name="任意多边形 4044">
                        <a:extLst>
                          <a:ext uri="{FF2B5EF4-FFF2-40B4-BE49-F238E27FC236}">
                            <a16:creationId xmlns:a16="http://schemas.microsoft.com/office/drawing/2014/main" id="{A4D7D995-9EBD-E207-BC4F-74FC00F6A2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91" name="任意多边形 4045">
                        <a:extLst>
                          <a:ext uri="{FF2B5EF4-FFF2-40B4-BE49-F238E27FC236}">
                            <a16:creationId xmlns:a16="http://schemas.microsoft.com/office/drawing/2014/main" id="{4CA2FEAA-DE66-15F5-404A-4B0E738EE8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36" name="组合 2635">
                      <a:extLst>
                        <a:ext uri="{FF2B5EF4-FFF2-40B4-BE49-F238E27FC236}">
                          <a16:creationId xmlns:a16="http://schemas.microsoft.com/office/drawing/2014/main" id="{1B8D0F07-3723-6FCA-A871-0151E19B8C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3586" name="任意多边形 4040">
                        <a:extLst>
                          <a:ext uri="{FF2B5EF4-FFF2-40B4-BE49-F238E27FC236}">
                            <a16:creationId xmlns:a16="http://schemas.microsoft.com/office/drawing/2014/main" id="{BB64B758-0AA4-5715-3DB0-CA3E499D4E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87" name="任意多边形 4041">
                        <a:extLst>
                          <a:ext uri="{FF2B5EF4-FFF2-40B4-BE49-F238E27FC236}">
                            <a16:creationId xmlns:a16="http://schemas.microsoft.com/office/drawing/2014/main" id="{3BDD62E2-CF01-7088-483F-0E18221F7E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88" name="任意多边形 4042">
                        <a:extLst>
                          <a:ext uri="{FF2B5EF4-FFF2-40B4-BE49-F238E27FC236}">
                            <a16:creationId xmlns:a16="http://schemas.microsoft.com/office/drawing/2014/main" id="{27571206-F79F-F482-4A1F-8A3BB25BCE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41" name="组合 2640">
                      <a:extLst>
                        <a:ext uri="{FF2B5EF4-FFF2-40B4-BE49-F238E27FC236}">
                          <a16:creationId xmlns:a16="http://schemas.microsoft.com/office/drawing/2014/main" id="{41DC0F33-71BF-0C73-BB9A-426B73BDAB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2642" name="任意多边形 4037">
                        <a:extLst>
                          <a:ext uri="{FF2B5EF4-FFF2-40B4-BE49-F238E27FC236}">
                            <a16:creationId xmlns:a16="http://schemas.microsoft.com/office/drawing/2014/main" id="{F521C908-ABA2-4A9B-57ED-609DAEA963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84" name="任意多边形 4038">
                        <a:extLst>
                          <a:ext uri="{FF2B5EF4-FFF2-40B4-BE49-F238E27FC236}">
                            <a16:creationId xmlns:a16="http://schemas.microsoft.com/office/drawing/2014/main" id="{29835ED5-DC01-317F-9B40-72845CE8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85" name="任意多边形 4039">
                        <a:extLst>
                          <a:ext uri="{FF2B5EF4-FFF2-40B4-BE49-F238E27FC236}">
                            <a16:creationId xmlns:a16="http://schemas.microsoft.com/office/drawing/2014/main" id="{D58D5575-B3AB-794A-2D11-C3F6BF7EAE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565" name="组合 2564">
                  <a:extLst>
                    <a:ext uri="{FF2B5EF4-FFF2-40B4-BE49-F238E27FC236}">
                      <a16:creationId xmlns:a16="http://schemas.microsoft.com/office/drawing/2014/main" id="{3D6C382F-A55B-F566-C577-1393F8DACF96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2617" name="任意多边形 4016">
                    <a:extLst>
                      <a:ext uri="{FF2B5EF4-FFF2-40B4-BE49-F238E27FC236}">
                        <a16:creationId xmlns:a16="http://schemas.microsoft.com/office/drawing/2014/main" id="{12B84399-43CD-4976-CC50-8415BE3F1C0F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618" name="任意多边形 4017">
                    <a:extLst>
                      <a:ext uri="{FF2B5EF4-FFF2-40B4-BE49-F238E27FC236}">
                        <a16:creationId xmlns:a16="http://schemas.microsoft.com/office/drawing/2014/main" id="{AC8D34CE-28EE-55D3-5CC6-12A4FF3D399E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619" name="组合 2618">
                    <a:extLst>
                      <a:ext uri="{FF2B5EF4-FFF2-40B4-BE49-F238E27FC236}">
                        <a16:creationId xmlns:a16="http://schemas.microsoft.com/office/drawing/2014/main" id="{021CAC3C-5A0A-434E-A142-BF34047C42CB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2620" name="组合 2619">
                      <a:extLst>
                        <a:ext uri="{FF2B5EF4-FFF2-40B4-BE49-F238E27FC236}">
                          <a16:creationId xmlns:a16="http://schemas.microsoft.com/office/drawing/2014/main" id="{030A9CCD-4BE1-50B4-1EEF-25D2FD3979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2629" name="任意多边形 4028">
                        <a:extLst>
                          <a:ext uri="{FF2B5EF4-FFF2-40B4-BE49-F238E27FC236}">
                            <a16:creationId xmlns:a16="http://schemas.microsoft.com/office/drawing/2014/main" id="{2B927998-0950-7032-9B39-FE7A8EF72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30" name="任意多边形 4029">
                        <a:extLst>
                          <a:ext uri="{FF2B5EF4-FFF2-40B4-BE49-F238E27FC236}">
                            <a16:creationId xmlns:a16="http://schemas.microsoft.com/office/drawing/2014/main" id="{C076B501-44D8-5C42-12B1-34F02A3422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31" name="任意多边形 4030">
                        <a:extLst>
                          <a:ext uri="{FF2B5EF4-FFF2-40B4-BE49-F238E27FC236}">
                            <a16:creationId xmlns:a16="http://schemas.microsoft.com/office/drawing/2014/main" id="{CD8AEC24-32B7-D7AB-A924-FEDA0E8E0A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21" name="组合 2620">
                      <a:extLst>
                        <a:ext uri="{FF2B5EF4-FFF2-40B4-BE49-F238E27FC236}">
                          <a16:creationId xmlns:a16="http://schemas.microsoft.com/office/drawing/2014/main" id="{07E9064E-D0FB-9C76-C53C-D34856D99B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2626" name="任意多边形 4025">
                        <a:extLst>
                          <a:ext uri="{FF2B5EF4-FFF2-40B4-BE49-F238E27FC236}">
                            <a16:creationId xmlns:a16="http://schemas.microsoft.com/office/drawing/2014/main" id="{2CE88E67-B037-1010-0F74-BB7819789E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27" name="任意多边形 4026">
                        <a:extLst>
                          <a:ext uri="{FF2B5EF4-FFF2-40B4-BE49-F238E27FC236}">
                            <a16:creationId xmlns:a16="http://schemas.microsoft.com/office/drawing/2014/main" id="{BE075D6F-9F16-2401-D52C-E6EBD1D40C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28" name="任意多边形 4027">
                        <a:extLst>
                          <a:ext uri="{FF2B5EF4-FFF2-40B4-BE49-F238E27FC236}">
                            <a16:creationId xmlns:a16="http://schemas.microsoft.com/office/drawing/2014/main" id="{06536FA8-CA95-EE6B-26E4-7F4979E1A1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22" name="组合 2621">
                      <a:extLst>
                        <a:ext uri="{FF2B5EF4-FFF2-40B4-BE49-F238E27FC236}">
                          <a16:creationId xmlns:a16="http://schemas.microsoft.com/office/drawing/2014/main" id="{14415BDC-4DDB-9705-F31C-053C7CD96B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2623" name="任意多边形 4022">
                        <a:extLst>
                          <a:ext uri="{FF2B5EF4-FFF2-40B4-BE49-F238E27FC236}">
                            <a16:creationId xmlns:a16="http://schemas.microsoft.com/office/drawing/2014/main" id="{414FA8FB-1A78-E0CB-A579-4F39DCC66D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24" name="任意多边形 4023">
                        <a:extLst>
                          <a:ext uri="{FF2B5EF4-FFF2-40B4-BE49-F238E27FC236}">
                            <a16:creationId xmlns:a16="http://schemas.microsoft.com/office/drawing/2014/main" id="{D6033946-4C9E-5885-078B-A8E476C66E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25" name="任意多边形 4024">
                        <a:extLst>
                          <a:ext uri="{FF2B5EF4-FFF2-40B4-BE49-F238E27FC236}">
                            <a16:creationId xmlns:a16="http://schemas.microsoft.com/office/drawing/2014/main" id="{5A862E6E-C5E2-8EEF-0603-069E33FCDD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566" name="组合 2565">
                  <a:extLst>
                    <a:ext uri="{FF2B5EF4-FFF2-40B4-BE49-F238E27FC236}">
                      <a16:creationId xmlns:a16="http://schemas.microsoft.com/office/drawing/2014/main" id="{A674AFE1-B5C2-FEDC-CFB5-32AFAABFEE57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2602" name="任意多边形 4001">
                    <a:extLst>
                      <a:ext uri="{FF2B5EF4-FFF2-40B4-BE49-F238E27FC236}">
                        <a16:creationId xmlns:a16="http://schemas.microsoft.com/office/drawing/2014/main" id="{5A54ED7C-992F-BB05-AD20-EAFC9439F042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603" name="任意多边形 4002">
                    <a:extLst>
                      <a:ext uri="{FF2B5EF4-FFF2-40B4-BE49-F238E27FC236}">
                        <a16:creationId xmlns:a16="http://schemas.microsoft.com/office/drawing/2014/main" id="{7847EB7F-6B31-7C2E-C46C-FC3E4998616E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604" name="组合 2603">
                    <a:extLst>
                      <a:ext uri="{FF2B5EF4-FFF2-40B4-BE49-F238E27FC236}">
                        <a16:creationId xmlns:a16="http://schemas.microsoft.com/office/drawing/2014/main" id="{430E7267-C9A1-DF00-C064-4CAB48751DDD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2605" name="组合 2604">
                      <a:extLst>
                        <a:ext uri="{FF2B5EF4-FFF2-40B4-BE49-F238E27FC236}">
                          <a16:creationId xmlns:a16="http://schemas.microsoft.com/office/drawing/2014/main" id="{B211CA2B-FD25-9930-5B8E-930B2D091B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2614" name="任意多边形 4013">
                        <a:extLst>
                          <a:ext uri="{FF2B5EF4-FFF2-40B4-BE49-F238E27FC236}">
                            <a16:creationId xmlns:a16="http://schemas.microsoft.com/office/drawing/2014/main" id="{8E968816-8F41-3906-48F7-D1A4B04246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15" name="任意多边形 4014">
                        <a:extLst>
                          <a:ext uri="{FF2B5EF4-FFF2-40B4-BE49-F238E27FC236}">
                            <a16:creationId xmlns:a16="http://schemas.microsoft.com/office/drawing/2014/main" id="{5ED7C43C-DBA0-8374-827F-13EB3965DA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16" name="任意多边形 4015">
                        <a:extLst>
                          <a:ext uri="{FF2B5EF4-FFF2-40B4-BE49-F238E27FC236}">
                            <a16:creationId xmlns:a16="http://schemas.microsoft.com/office/drawing/2014/main" id="{44038CCA-DE5D-BF27-D07F-44BFCD850C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06" name="组合 2605">
                      <a:extLst>
                        <a:ext uri="{FF2B5EF4-FFF2-40B4-BE49-F238E27FC236}">
                          <a16:creationId xmlns:a16="http://schemas.microsoft.com/office/drawing/2014/main" id="{BA3E2C07-AD35-A034-FA73-6D5701BB1B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2611" name="任意多边形 4010">
                        <a:extLst>
                          <a:ext uri="{FF2B5EF4-FFF2-40B4-BE49-F238E27FC236}">
                            <a16:creationId xmlns:a16="http://schemas.microsoft.com/office/drawing/2014/main" id="{71F0113D-F249-18AB-98DD-C26A7E52FB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12" name="任意多边形 4011">
                        <a:extLst>
                          <a:ext uri="{FF2B5EF4-FFF2-40B4-BE49-F238E27FC236}">
                            <a16:creationId xmlns:a16="http://schemas.microsoft.com/office/drawing/2014/main" id="{B71C2631-5360-F821-9107-4223B55F76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13" name="任意多边形 4012">
                        <a:extLst>
                          <a:ext uri="{FF2B5EF4-FFF2-40B4-BE49-F238E27FC236}">
                            <a16:creationId xmlns:a16="http://schemas.microsoft.com/office/drawing/2014/main" id="{9B70B264-52F8-3B54-30CC-F01F570A3B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607" name="组合 2606">
                      <a:extLst>
                        <a:ext uri="{FF2B5EF4-FFF2-40B4-BE49-F238E27FC236}">
                          <a16:creationId xmlns:a16="http://schemas.microsoft.com/office/drawing/2014/main" id="{9F316760-8CEC-C85D-AFB2-9E11E98E3C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2608" name="任意多边形 4007">
                        <a:extLst>
                          <a:ext uri="{FF2B5EF4-FFF2-40B4-BE49-F238E27FC236}">
                            <a16:creationId xmlns:a16="http://schemas.microsoft.com/office/drawing/2014/main" id="{DCA3BEF4-4F0C-B2A8-49C3-C4E601BD7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09" name="任意多边形 4008">
                        <a:extLst>
                          <a:ext uri="{FF2B5EF4-FFF2-40B4-BE49-F238E27FC236}">
                            <a16:creationId xmlns:a16="http://schemas.microsoft.com/office/drawing/2014/main" id="{C7E58B88-E9CD-6BA6-C44C-FB91F53192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10" name="任意多边形 4009">
                        <a:extLst>
                          <a:ext uri="{FF2B5EF4-FFF2-40B4-BE49-F238E27FC236}">
                            <a16:creationId xmlns:a16="http://schemas.microsoft.com/office/drawing/2014/main" id="{8BD4097D-FE09-537C-E342-6306CB6F26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567" name="组合 2566">
                  <a:extLst>
                    <a:ext uri="{FF2B5EF4-FFF2-40B4-BE49-F238E27FC236}">
                      <a16:creationId xmlns:a16="http://schemas.microsoft.com/office/drawing/2014/main" id="{B19D786C-C91D-0883-F0CC-5B8FBA696E82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2585" name="任意多边形 3986">
                    <a:extLst>
                      <a:ext uri="{FF2B5EF4-FFF2-40B4-BE49-F238E27FC236}">
                        <a16:creationId xmlns:a16="http://schemas.microsoft.com/office/drawing/2014/main" id="{0C343A0E-D59C-3689-6130-0121141C6B62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586" name="任意多边形 3987">
                    <a:extLst>
                      <a:ext uri="{FF2B5EF4-FFF2-40B4-BE49-F238E27FC236}">
                        <a16:creationId xmlns:a16="http://schemas.microsoft.com/office/drawing/2014/main" id="{34691040-91FB-A2CB-0769-DC31AA50A484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587" name="组合 2586">
                    <a:extLst>
                      <a:ext uri="{FF2B5EF4-FFF2-40B4-BE49-F238E27FC236}">
                        <a16:creationId xmlns:a16="http://schemas.microsoft.com/office/drawing/2014/main" id="{51BC20A6-EA77-FD32-0213-3D60E79AE8EA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2588" name="组合 2587">
                      <a:extLst>
                        <a:ext uri="{FF2B5EF4-FFF2-40B4-BE49-F238E27FC236}">
                          <a16:creationId xmlns:a16="http://schemas.microsoft.com/office/drawing/2014/main" id="{8579FA69-1C95-731B-0C0C-3E8F793B2D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2599" name="任意多边形 3998">
                        <a:extLst>
                          <a:ext uri="{FF2B5EF4-FFF2-40B4-BE49-F238E27FC236}">
                            <a16:creationId xmlns:a16="http://schemas.microsoft.com/office/drawing/2014/main" id="{94B95396-76F7-F3A6-CCFB-8E84C09EC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00" name="任意多边形 3999">
                        <a:extLst>
                          <a:ext uri="{FF2B5EF4-FFF2-40B4-BE49-F238E27FC236}">
                            <a16:creationId xmlns:a16="http://schemas.microsoft.com/office/drawing/2014/main" id="{2565A16A-65C5-11CC-46EA-83F0005B1C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601" name="任意多边形 4000">
                        <a:extLst>
                          <a:ext uri="{FF2B5EF4-FFF2-40B4-BE49-F238E27FC236}">
                            <a16:creationId xmlns:a16="http://schemas.microsoft.com/office/drawing/2014/main" id="{090955C9-E4A6-2B75-4F4E-17BEE01613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89" name="组合 2588">
                      <a:extLst>
                        <a:ext uri="{FF2B5EF4-FFF2-40B4-BE49-F238E27FC236}">
                          <a16:creationId xmlns:a16="http://schemas.microsoft.com/office/drawing/2014/main" id="{28278EE5-56A8-EE88-85EF-BA4F11192E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2596" name="任意多边形 3995">
                        <a:extLst>
                          <a:ext uri="{FF2B5EF4-FFF2-40B4-BE49-F238E27FC236}">
                            <a16:creationId xmlns:a16="http://schemas.microsoft.com/office/drawing/2014/main" id="{DF4C23F1-3762-D92C-E72D-659734DC38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97" name="任意多边形 3996">
                        <a:extLst>
                          <a:ext uri="{FF2B5EF4-FFF2-40B4-BE49-F238E27FC236}">
                            <a16:creationId xmlns:a16="http://schemas.microsoft.com/office/drawing/2014/main" id="{3D26197A-ED02-879C-C7C8-07B4E81E84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98" name="任意多边形 3997">
                        <a:extLst>
                          <a:ext uri="{FF2B5EF4-FFF2-40B4-BE49-F238E27FC236}">
                            <a16:creationId xmlns:a16="http://schemas.microsoft.com/office/drawing/2014/main" id="{4E6FF773-9475-6558-A1EB-42378F1A7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92" name="组合 2591">
                      <a:extLst>
                        <a:ext uri="{FF2B5EF4-FFF2-40B4-BE49-F238E27FC236}">
                          <a16:creationId xmlns:a16="http://schemas.microsoft.com/office/drawing/2014/main" id="{B941F75C-1C9F-7B57-F234-1774D99D13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2593" name="任意多边形 3992">
                        <a:extLst>
                          <a:ext uri="{FF2B5EF4-FFF2-40B4-BE49-F238E27FC236}">
                            <a16:creationId xmlns:a16="http://schemas.microsoft.com/office/drawing/2014/main" id="{98DC3B2E-48E3-8D93-553E-A464CFDAE1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94" name="任意多边形 3993">
                        <a:extLst>
                          <a:ext uri="{FF2B5EF4-FFF2-40B4-BE49-F238E27FC236}">
                            <a16:creationId xmlns:a16="http://schemas.microsoft.com/office/drawing/2014/main" id="{909EA6B6-28AC-86ED-78CC-B249413CA2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95" name="任意多边形 3994">
                        <a:extLst>
                          <a:ext uri="{FF2B5EF4-FFF2-40B4-BE49-F238E27FC236}">
                            <a16:creationId xmlns:a16="http://schemas.microsoft.com/office/drawing/2014/main" id="{04070FF2-085C-2D45-4B57-FD6197159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2568" name="组合 2567">
                  <a:extLst>
                    <a:ext uri="{FF2B5EF4-FFF2-40B4-BE49-F238E27FC236}">
                      <a16:creationId xmlns:a16="http://schemas.microsoft.com/office/drawing/2014/main" id="{14FAABE9-6F94-9BC9-B9F3-141DB249514A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2569" name="任意多边形 3971">
                    <a:extLst>
                      <a:ext uri="{FF2B5EF4-FFF2-40B4-BE49-F238E27FC236}">
                        <a16:creationId xmlns:a16="http://schemas.microsoft.com/office/drawing/2014/main" id="{1ED35FAE-9289-606A-668A-C52C34E8E224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570" name="任意多边形 3972">
                    <a:extLst>
                      <a:ext uri="{FF2B5EF4-FFF2-40B4-BE49-F238E27FC236}">
                        <a16:creationId xmlns:a16="http://schemas.microsoft.com/office/drawing/2014/main" id="{85FE664A-DC75-A147-DB61-150EE38F074E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571" name="组合 2570">
                    <a:extLst>
                      <a:ext uri="{FF2B5EF4-FFF2-40B4-BE49-F238E27FC236}">
                        <a16:creationId xmlns:a16="http://schemas.microsoft.com/office/drawing/2014/main" id="{8D87CC90-AEBF-6423-5078-84D15252774D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2572" name="组合 2571">
                      <a:extLst>
                        <a:ext uri="{FF2B5EF4-FFF2-40B4-BE49-F238E27FC236}">
                          <a16:creationId xmlns:a16="http://schemas.microsoft.com/office/drawing/2014/main" id="{36F8575D-A63C-BD0F-CA1E-0152AF811E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2582" name="任意多边形 3983">
                        <a:extLst>
                          <a:ext uri="{FF2B5EF4-FFF2-40B4-BE49-F238E27FC236}">
                            <a16:creationId xmlns:a16="http://schemas.microsoft.com/office/drawing/2014/main" id="{396502D3-7D0E-8F9D-2BAE-566EE18DA8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83" name="任意多边形 3984">
                        <a:extLst>
                          <a:ext uri="{FF2B5EF4-FFF2-40B4-BE49-F238E27FC236}">
                            <a16:creationId xmlns:a16="http://schemas.microsoft.com/office/drawing/2014/main" id="{6708089E-956A-8C7F-940B-E4A4404F1D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84" name="任意多边形 3985">
                        <a:extLst>
                          <a:ext uri="{FF2B5EF4-FFF2-40B4-BE49-F238E27FC236}">
                            <a16:creationId xmlns:a16="http://schemas.microsoft.com/office/drawing/2014/main" id="{29279E73-6775-BC28-E2EB-D4FA44E94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73" name="组合 2572">
                      <a:extLst>
                        <a:ext uri="{FF2B5EF4-FFF2-40B4-BE49-F238E27FC236}">
                          <a16:creationId xmlns:a16="http://schemas.microsoft.com/office/drawing/2014/main" id="{8B353047-1A83-9173-541A-673D8B9A87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2579" name="任意多边形 3980">
                        <a:extLst>
                          <a:ext uri="{FF2B5EF4-FFF2-40B4-BE49-F238E27FC236}">
                            <a16:creationId xmlns:a16="http://schemas.microsoft.com/office/drawing/2014/main" id="{102EC2E1-4ECE-3312-D1E7-03DC4714AA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80" name="任意多边形 3981">
                        <a:extLst>
                          <a:ext uri="{FF2B5EF4-FFF2-40B4-BE49-F238E27FC236}">
                            <a16:creationId xmlns:a16="http://schemas.microsoft.com/office/drawing/2014/main" id="{696710AB-B66D-A6A0-A8E4-5F456BA4DE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81" name="任意多边形 3982">
                        <a:extLst>
                          <a:ext uri="{FF2B5EF4-FFF2-40B4-BE49-F238E27FC236}">
                            <a16:creationId xmlns:a16="http://schemas.microsoft.com/office/drawing/2014/main" id="{7C841E0B-4155-5BAB-ED73-D0552980E2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74" name="组合 2573">
                      <a:extLst>
                        <a:ext uri="{FF2B5EF4-FFF2-40B4-BE49-F238E27FC236}">
                          <a16:creationId xmlns:a16="http://schemas.microsoft.com/office/drawing/2014/main" id="{002254BC-C9C6-6058-EED2-581A267C74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2575" name="任意多边形 3977">
                        <a:extLst>
                          <a:ext uri="{FF2B5EF4-FFF2-40B4-BE49-F238E27FC236}">
                            <a16:creationId xmlns:a16="http://schemas.microsoft.com/office/drawing/2014/main" id="{91C3C424-AF1A-0C6C-BAA6-0CB78E613A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76" name="任意多边形 3978">
                        <a:extLst>
                          <a:ext uri="{FF2B5EF4-FFF2-40B4-BE49-F238E27FC236}">
                            <a16:creationId xmlns:a16="http://schemas.microsoft.com/office/drawing/2014/main" id="{062EFFAB-D58E-A16C-EFCC-0CF0EA1285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77" name="任意多边形 3979">
                        <a:extLst>
                          <a:ext uri="{FF2B5EF4-FFF2-40B4-BE49-F238E27FC236}">
                            <a16:creationId xmlns:a16="http://schemas.microsoft.com/office/drawing/2014/main" id="{7E844BF8-4850-0A17-719B-8A9601DADC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3506" name="组合 3505">
                <a:extLst>
                  <a:ext uri="{FF2B5EF4-FFF2-40B4-BE49-F238E27FC236}">
                    <a16:creationId xmlns:a16="http://schemas.microsoft.com/office/drawing/2014/main" id="{FC1B4520-4603-99B1-2D66-4738179FE53F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3507" name="组合 3506">
                  <a:extLst>
                    <a:ext uri="{FF2B5EF4-FFF2-40B4-BE49-F238E27FC236}">
                      <a16:creationId xmlns:a16="http://schemas.microsoft.com/office/drawing/2014/main" id="{182F3443-4EA7-8050-2B92-AA0D710E3EBD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2542" name="任意多边形 3950">
                    <a:extLst>
                      <a:ext uri="{FF2B5EF4-FFF2-40B4-BE49-F238E27FC236}">
                        <a16:creationId xmlns:a16="http://schemas.microsoft.com/office/drawing/2014/main" id="{04032494-00F8-6C2A-15EB-239C3F2AB18E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543" name="任意多边形 3951">
                    <a:extLst>
                      <a:ext uri="{FF2B5EF4-FFF2-40B4-BE49-F238E27FC236}">
                        <a16:creationId xmlns:a16="http://schemas.microsoft.com/office/drawing/2014/main" id="{BA28013A-2B58-E550-131A-FFCC421C9EB6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544" name="组合 2543">
                    <a:extLst>
                      <a:ext uri="{FF2B5EF4-FFF2-40B4-BE49-F238E27FC236}">
                        <a16:creationId xmlns:a16="http://schemas.microsoft.com/office/drawing/2014/main" id="{2980B01C-15F8-7481-7B26-4486C1DC2B34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2545" name="组合 2544">
                      <a:extLst>
                        <a:ext uri="{FF2B5EF4-FFF2-40B4-BE49-F238E27FC236}">
                          <a16:creationId xmlns:a16="http://schemas.microsoft.com/office/drawing/2014/main" id="{AD2E0F97-4939-67E4-3DD8-4CAC3689B3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2559" name="任意多边形 3962">
                        <a:extLst>
                          <a:ext uri="{FF2B5EF4-FFF2-40B4-BE49-F238E27FC236}">
                            <a16:creationId xmlns:a16="http://schemas.microsoft.com/office/drawing/2014/main" id="{67A99F23-696B-0C99-8C29-6CE91B26B3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60" name="任意多边形 3963">
                        <a:extLst>
                          <a:ext uri="{FF2B5EF4-FFF2-40B4-BE49-F238E27FC236}">
                            <a16:creationId xmlns:a16="http://schemas.microsoft.com/office/drawing/2014/main" id="{3698F381-54FB-C491-F1CB-D664CDB64E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62" name="任意多边形 3964">
                        <a:extLst>
                          <a:ext uri="{FF2B5EF4-FFF2-40B4-BE49-F238E27FC236}">
                            <a16:creationId xmlns:a16="http://schemas.microsoft.com/office/drawing/2014/main" id="{F8E9C426-DB3A-CC78-768C-B18F08506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46" name="组合 2545">
                      <a:extLst>
                        <a:ext uri="{FF2B5EF4-FFF2-40B4-BE49-F238E27FC236}">
                          <a16:creationId xmlns:a16="http://schemas.microsoft.com/office/drawing/2014/main" id="{4DEC9C81-9D51-77D5-FC1D-8E01711B27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2556" name="任意多边形 3959">
                        <a:extLst>
                          <a:ext uri="{FF2B5EF4-FFF2-40B4-BE49-F238E27FC236}">
                            <a16:creationId xmlns:a16="http://schemas.microsoft.com/office/drawing/2014/main" id="{FB9156D3-6DD0-042C-F65D-CEF44CDAE8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57" name="任意多边形 3960">
                        <a:extLst>
                          <a:ext uri="{FF2B5EF4-FFF2-40B4-BE49-F238E27FC236}">
                            <a16:creationId xmlns:a16="http://schemas.microsoft.com/office/drawing/2014/main" id="{4A9A1488-6B81-9E40-9F4E-CAD2A21F67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58" name="任意多边形 3961">
                        <a:extLst>
                          <a:ext uri="{FF2B5EF4-FFF2-40B4-BE49-F238E27FC236}">
                            <a16:creationId xmlns:a16="http://schemas.microsoft.com/office/drawing/2014/main" id="{2AE7B012-988C-04FF-845B-BA877CE58B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47" name="组合 2546">
                      <a:extLst>
                        <a:ext uri="{FF2B5EF4-FFF2-40B4-BE49-F238E27FC236}">
                          <a16:creationId xmlns:a16="http://schemas.microsoft.com/office/drawing/2014/main" id="{89289F06-81FA-50CB-5D1F-03C7E5CA5B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2548" name="任意多边形 3956">
                        <a:extLst>
                          <a:ext uri="{FF2B5EF4-FFF2-40B4-BE49-F238E27FC236}">
                            <a16:creationId xmlns:a16="http://schemas.microsoft.com/office/drawing/2014/main" id="{F4551E6F-BBFF-AE86-9820-41EABC05A5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54" name="任意多边形 3957">
                        <a:extLst>
                          <a:ext uri="{FF2B5EF4-FFF2-40B4-BE49-F238E27FC236}">
                            <a16:creationId xmlns:a16="http://schemas.microsoft.com/office/drawing/2014/main" id="{6313D64C-5699-B4B6-8B23-0E57F043D5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55" name="任意多边形 3958">
                        <a:extLst>
                          <a:ext uri="{FF2B5EF4-FFF2-40B4-BE49-F238E27FC236}">
                            <a16:creationId xmlns:a16="http://schemas.microsoft.com/office/drawing/2014/main" id="{163B3F5B-7DC1-9D46-7573-5D29CF68B7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521" name="组合 3520">
                  <a:extLst>
                    <a:ext uri="{FF2B5EF4-FFF2-40B4-BE49-F238E27FC236}">
                      <a16:creationId xmlns:a16="http://schemas.microsoft.com/office/drawing/2014/main" id="{A45FB2B2-8029-40B1-D2AC-084A57AA42B1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2519" name="任意多边形 3935">
                    <a:extLst>
                      <a:ext uri="{FF2B5EF4-FFF2-40B4-BE49-F238E27FC236}">
                        <a16:creationId xmlns:a16="http://schemas.microsoft.com/office/drawing/2014/main" id="{ACB0FA2E-EB65-126C-92C0-AE95173E2835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523" name="任意多边形 3936">
                    <a:extLst>
                      <a:ext uri="{FF2B5EF4-FFF2-40B4-BE49-F238E27FC236}">
                        <a16:creationId xmlns:a16="http://schemas.microsoft.com/office/drawing/2014/main" id="{1A3857A4-CAD2-8E07-6685-DFDD6F64BDE8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524" name="组合 2523">
                    <a:extLst>
                      <a:ext uri="{FF2B5EF4-FFF2-40B4-BE49-F238E27FC236}">
                        <a16:creationId xmlns:a16="http://schemas.microsoft.com/office/drawing/2014/main" id="{E772101F-1560-8BA8-4717-6E9AC8ED9A55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2529" name="组合 2528">
                      <a:extLst>
                        <a:ext uri="{FF2B5EF4-FFF2-40B4-BE49-F238E27FC236}">
                          <a16:creationId xmlns:a16="http://schemas.microsoft.com/office/drawing/2014/main" id="{046C720E-FF1B-2736-6602-D4621BEC5B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2539" name="任意多边形 3947">
                        <a:extLst>
                          <a:ext uri="{FF2B5EF4-FFF2-40B4-BE49-F238E27FC236}">
                            <a16:creationId xmlns:a16="http://schemas.microsoft.com/office/drawing/2014/main" id="{BE165CC7-F864-EBFA-F1B1-8D539C5D5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40" name="任意多边形 3948">
                        <a:extLst>
                          <a:ext uri="{FF2B5EF4-FFF2-40B4-BE49-F238E27FC236}">
                            <a16:creationId xmlns:a16="http://schemas.microsoft.com/office/drawing/2014/main" id="{7E69B27F-965F-530D-5CEA-5D856FD35E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41" name="任意多边形 3949">
                        <a:extLst>
                          <a:ext uri="{FF2B5EF4-FFF2-40B4-BE49-F238E27FC236}">
                            <a16:creationId xmlns:a16="http://schemas.microsoft.com/office/drawing/2014/main" id="{F4DC64CD-8865-EAED-2AFB-73B94DAA86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30" name="组合 2529">
                      <a:extLst>
                        <a:ext uri="{FF2B5EF4-FFF2-40B4-BE49-F238E27FC236}">
                          <a16:creationId xmlns:a16="http://schemas.microsoft.com/office/drawing/2014/main" id="{379A11F0-0002-1810-A550-D5C05B63BA9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2536" name="任意多边形 3944">
                        <a:extLst>
                          <a:ext uri="{FF2B5EF4-FFF2-40B4-BE49-F238E27FC236}">
                            <a16:creationId xmlns:a16="http://schemas.microsoft.com/office/drawing/2014/main" id="{D7551409-C8CD-47CD-9F43-3A5431C177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37" name="任意多边形 3945">
                        <a:extLst>
                          <a:ext uri="{FF2B5EF4-FFF2-40B4-BE49-F238E27FC236}">
                            <a16:creationId xmlns:a16="http://schemas.microsoft.com/office/drawing/2014/main" id="{8465086B-2756-64C0-2654-E09A0193F6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38" name="任意多边形 3946">
                        <a:extLst>
                          <a:ext uri="{FF2B5EF4-FFF2-40B4-BE49-F238E27FC236}">
                            <a16:creationId xmlns:a16="http://schemas.microsoft.com/office/drawing/2014/main" id="{B048F527-FCD4-9CAF-9330-8AA8E2348B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31" name="组合 2530">
                      <a:extLst>
                        <a:ext uri="{FF2B5EF4-FFF2-40B4-BE49-F238E27FC236}">
                          <a16:creationId xmlns:a16="http://schemas.microsoft.com/office/drawing/2014/main" id="{6E6B5F52-DD2C-16DB-2DDD-97EC75BB60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2532" name="任意多边形 3941">
                        <a:extLst>
                          <a:ext uri="{FF2B5EF4-FFF2-40B4-BE49-F238E27FC236}">
                            <a16:creationId xmlns:a16="http://schemas.microsoft.com/office/drawing/2014/main" id="{70DC54B7-C55A-C1E3-DB86-2B1D7B75EA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33" name="任意多边形 3942">
                        <a:extLst>
                          <a:ext uri="{FF2B5EF4-FFF2-40B4-BE49-F238E27FC236}">
                            <a16:creationId xmlns:a16="http://schemas.microsoft.com/office/drawing/2014/main" id="{FA7F79AC-DE65-FC08-F977-04141C04E2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35" name="任意多边形 3943">
                        <a:extLst>
                          <a:ext uri="{FF2B5EF4-FFF2-40B4-BE49-F238E27FC236}">
                            <a16:creationId xmlns:a16="http://schemas.microsoft.com/office/drawing/2014/main" id="{282914B0-6BC0-C84E-18AB-DD1B57C17C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535" name="组合 3534">
                  <a:extLst>
                    <a:ext uri="{FF2B5EF4-FFF2-40B4-BE49-F238E27FC236}">
                      <a16:creationId xmlns:a16="http://schemas.microsoft.com/office/drawing/2014/main" id="{180885E0-FE01-D98C-C0BD-8B3A8253B414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2497" name="任意多边形 3920">
                    <a:extLst>
                      <a:ext uri="{FF2B5EF4-FFF2-40B4-BE49-F238E27FC236}">
                        <a16:creationId xmlns:a16="http://schemas.microsoft.com/office/drawing/2014/main" id="{609901C2-E07E-2DC1-4528-BA167C277A4A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2498" name="任意多边形 3921">
                    <a:extLst>
                      <a:ext uri="{FF2B5EF4-FFF2-40B4-BE49-F238E27FC236}">
                        <a16:creationId xmlns:a16="http://schemas.microsoft.com/office/drawing/2014/main" id="{C69A3938-59AC-4269-9F30-4CE6AC9FF2A8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2499" name="组合 2498">
                    <a:extLst>
                      <a:ext uri="{FF2B5EF4-FFF2-40B4-BE49-F238E27FC236}">
                        <a16:creationId xmlns:a16="http://schemas.microsoft.com/office/drawing/2014/main" id="{31F4155D-43A1-1BD6-1923-68E51DA6C0AF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2500" name="组合 2499">
                      <a:extLst>
                        <a:ext uri="{FF2B5EF4-FFF2-40B4-BE49-F238E27FC236}">
                          <a16:creationId xmlns:a16="http://schemas.microsoft.com/office/drawing/2014/main" id="{8B2B207D-9C47-BDB3-8F2A-EABD73838A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2510" name="任意多边形 3932">
                        <a:extLst>
                          <a:ext uri="{FF2B5EF4-FFF2-40B4-BE49-F238E27FC236}">
                            <a16:creationId xmlns:a16="http://schemas.microsoft.com/office/drawing/2014/main" id="{1B69197F-EC10-1E22-A1AD-4FC9D23CF8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11" name="任意多边形 3933">
                        <a:extLst>
                          <a:ext uri="{FF2B5EF4-FFF2-40B4-BE49-F238E27FC236}">
                            <a16:creationId xmlns:a16="http://schemas.microsoft.com/office/drawing/2014/main" id="{3244A027-82CA-7116-68F0-2628404F20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17" name="任意多边形 3934">
                        <a:extLst>
                          <a:ext uri="{FF2B5EF4-FFF2-40B4-BE49-F238E27FC236}">
                            <a16:creationId xmlns:a16="http://schemas.microsoft.com/office/drawing/2014/main" id="{E6B9DB85-F0C9-B680-3821-462E9F6A21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01" name="组合 2500">
                      <a:extLst>
                        <a:ext uri="{FF2B5EF4-FFF2-40B4-BE49-F238E27FC236}">
                          <a16:creationId xmlns:a16="http://schemas.microsoft.com/office/drawing/2014/main" id="{C90B9A8C-0CDE-0986-DC9A-1601212167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2507" name="任意多边形 3929">
                        <a:extLst>
                          <a:ext uri="{FF2B5EF4-FFF2-40B4-BE49-F238E27FC236}">
                            <a16:creationId xmlns:a16="http://schemas.microsoft.com/office/drawing/2014/main" id="{5ADB8F5D-C3F9-5E97-FA8C-0721884F9D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08" name="任意多边形 3930">
                        <a:extLst>
                          <a:ext uri="{FF2B5EF4-FFF2-40B4-BE49-F238E27FC236}">
                            <a16:creationId xmlns:a16="http://schemas.microsoft.com/office/drawing/2014/main" id="{06E72207-2958-30A0-E09E-ACBC22B15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09" name="任意多边形 3931">
                        <a:extLst>
                          <a:ext uri="{FF2B5EF4-FFF2-40B4-BE49-F238E27FC236}">
                            <a16:creationId xmlns:a16="http://schemas.microsoft.com/office/drawing/2014/main" id="{5A8E0B09-11AE-3368-D89D-41B102246F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2502" name="组合 2501">
                      <a:extLst>
                        <a:ext uri="{FF2B5EF4-FFF2-40B4-BE49-F238E27FC236}">
                          <a16:creationId xmlns:a16="http://schemas.microsoft.com/office/drawing/2014/main" id="{0455BC29-38D6-D7DD-B69C-E1FE938F24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2503" name="任意多边形 3926">
                        <a:extLst>
                          <a:ext uri="{FF2B5EF4-FFF2-40B4-BE49-F238E27FC236}">
                            <a16:creationId xmlns:a16="http://schemas.microsoft.com/office/drawing/2014/main" id="{5FA407B4-5BB0-2627-A42D-A2A9893659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04" name="任意多边形 3927">
                        <a:extLst>
                          <a:ext uri="{FF2B5EF4-FFF2-40B4-BE49-F238E27FC236}">
                            <a16:creationId xmlns:a16="http://schemas.microsoft.com/office/drawing/2014/main" id="{5C5AA168-590C-703B-6E93-9BF0F8E93F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505" name="任意多边形 3928">
                        <a:extLst>
                          <a:ext uri="{FF2B5EF4-FFF2-40B4-BE49-F238E27FC236}">
                            <a16:creationId xmlns:a16="http://schemas.microsoft.com/office/drawing/2014/main" id="{4A1A123F-8CE0-4438-DC3C-A2F87FE8DE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540" name="组合 3539">
                  <a:extLst>
                    <a:ext uri="{FF2B5EF4-FFF2-40B4-BE49-F238E27FC236}">
                      <a16:creationId xmlns:a16="http://schemas.microsoft.com/office/drawing/2014/main" id="{9248F477-D1FA-3A5E-0192-F4C7EF3670BB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3578" name="任意多边形 3905">
                    <a:extLst>
                      <a:ext uri="{FF2B5EF4-FFF2-40B4-BE49-F238E27FC236}">
                        <a16:creationId xmlns:a16="http://schemas.microsoft.com/office/drawing/2014/main" id="{D1811E9C-2220-43BB-A250-C9C24EF7C2F7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579" name="任意多边形 3906">
                    <a:extLst>
                      <a:ext uri="{FF2B5EF4-FFF2-40B4-BE49-F238E27FC236}">
                        <a16:creationId xmlns:a16="http://schemas.microsoft.com/office/drawing/2014/main" id="{1E033153-2B8A-80E7-5E0A-D8EB4E9088DD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580" name="组合 3579">
                    <a:extLst>
                      <a:ext uri="{FF2B5EF4-FFF2-40B4-BE49-F238E27FC236}">
                        <a16:creationId xmlns:a16="http://schemas.microsoft.com/office/drawing/2014/main" id="{9FFE4390-E6E8-423C-3CC0-75F256F78050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3581" name="组合 3580">
                      <a:extLst>
                        <a:ext uri="{FF2B5EF4-FFF2-40B4-BE49-F238E27FC236}">
                          <a16:creationId xmlns:a16="http://schemas.microsoft.com/office/drawing/2014/main" id="{5695E41A-8FEA-D7EC-23B4-B8E11D07F9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2494" name="任意多边形 3917">
                        <a:extLst>
                          <a:ext uri="{FF2B5EF4-FFF2-40B4-BE49-F238E27FC236}">
                            <a16:creationId xmlns:a16="http://schemas.microsoft.com/office/drawing/2014/main" id="{12193257-7833-8771-5E52-1BC678E36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95" name="任意多边形 3918">
                        <a:extLst>
                          <a:ext uri="{FF2B5EF4-FFF2-40B4-BE49-F238E27FC236}">
                            <a16:creationId xmlns:a16="http://schemas.microsoft.com/office/drawing/2014/main" id="{21DB5176-479F-195C-62F1-D70FACB2F1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96" name="任意多边形 3919">
                        <a:extLst>
                          <a:ext uri="{FF2B5EF4-FFF2-40B4-BE49-F238E27FC236}">
                            <a16:creationId xmlns:a16="http://schemas.microsoft.com/office/drawing/2014/main" id="{487657D4-5DE3-E969-E556-EC7521FF63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82" name="组合 3581">
                      <a:extLst>
                        <a:ext uri="{FF2B5EF4-FFF2-40B4-BE49-F238E27FC236}">
                          <a16:creationId xmlns:a16="http://schemas.microsoft.com/office/drawing/2014/main" id="{D06A0542-AEFC-C731-354E-F81D0E5566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2491" name="任意多边形 3914">
                        <a:extLst>
                          <a:ext uri="{FF2B5EF4-FFF2-40B4-BE49-F238E27FC236}">
                            <a16:creationId xmlns:a16="http://schemas.microsoft.com/office/drawing/2014/main" id="{14C3728F-06B0-0346-C2C8-34BE52C8B1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92" name="任意多边形 3915">
                        <a:extLst>
                          <a:ext uri="{FF2B5EF4-FFF2-40B4-BE49-F238E27FC236}">
                            <a16:creationId xmlns:a16="http://schemas.microsoft.com/office/drawing/2014/main" id="{04B37339-031B-F142-5693-9D2B023888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93" name="任意多边形 3916">
                        <a:extLst>
                          <a:ext uri="{FF2B5EF4-FFF2-40B4-BE49-F238E27FC236}">
                            <a16:creationId xmlns:a16="http://schemas.microsoft.com/office/drawing/2014/main" id="{39425F03-C516-78FE-B1B2-F7598DFB71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83" name="组合 3582">
                      <a:extLst>
                        <a:ext uri="{FF2B5EF4-FFF2-40B4-BE49-F238E27FC236}">
                          <a16:creationId xmlns:a16="http://schemas.microsoft.com/office/drawing/2014/main" id="{A8141160-CA03-6993-2E00-FD62BE2601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2488" name="任意多边形 3911">
                        <a:extLst>
                          <a:ext uri="{FF2B5EF4-FFF2-40B4-BE49-F238E27FC236}">
                            <a16:creationId xmlns:a16="http://schemas.microsoft.com/office/drawing/2014/main" id="{3ADDF6C6-2762-C23A-F15A-789FD96194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89" name="任意多边形 3912">
                        <a:extLst>
                          <a:ext uri="{FF2B5EF4-FFF2-40B4-BE49-F238E27FC236}">
                            <a16:creationId xmlns:a16="http://schemas.microsoft.com/office/drawing/2014/main" id="{FD700FD0-99CB-C732-9D99-C9A8E5A9D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2490" name="任意多边形 3913">
                        <a:extLst>
                          <a:ext uri="{FF2B5EF4-FFF2-40B4-BE49-F238E27FC236}">
                            <a16:creationId xmlns:a16="http://schemas.microsoft.com/office/drawing/2014/main" id="{F50DE4BB-0326-2F29-D224-2793F972CD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541" name="组合 3540">
                  <a:extLst>
                    <a:ext uri="{FF2B5EF4-FFF2-40B4-BE49-F238E27FC236}">
                      <a16:creationId xmlns:a16="http://schemas.microsoft.com/office/drawing/2014/main" id="{7EA40FB6-A38B-DCB2-0BD0-C8E4EE78C98C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3563" name="任意多边形 3890">
                    <a:extLst>
                      <a:ext uri="{FF2B5EF4-FFF2-40B4-BE49-F238E27FC236}">
                        <a16:creationId xmlns:a16="http://schemas.microsoft.com/office/drawing/2014/main" id="{BF23BDA4-240B-6958-A6FE-835623245F22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564" name="任意多边形 3891">
                    <a:extLst>
                      <a:ext uri="{FF2B5EF4-FFF2-40B4-BE49-F238E27FC236}">
                        <a16:creationId xmlns:a16="http://schemas.microsoft.com/office/drawing/2014/main" id="{9B5182ED-B82F-43CF-FF9F-E9B72CAFFC5E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565" name="组合 3564">
                    <a:extLst>
                      <a:ext uri="{FF2B5EF4-FFF2-40B4-BE49-F238E27FC236}">
                        <a16:creationId xmlns:a16="http://schemas.microsoft.com/office/drawing/2014/main" id="{96D360C7-45F3-40C0-FA37-C9D9C21CF12D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3566" name="组合 3565">
                      <a:extLst>
                        <a:ext uri="{FF2B5EF4-FFF2-40B4-BE49-F238E27FC236}">
                          <a16:creationId xmlns:a16="http://schemas.microsoft.com/office/drawing/2014/main" id="{D43B3640-59E7-2424-60F0-FF93DC29D9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3575" name="任意多边形 3902">
                        <a:extLst>
                          <a:ext uri="{FF2B5EF4-FFF2-40B4-BE49-F238E27FC236}">
                            <a16:creationId xmlns:a16="http://schemas.microsoft.com/office/drawing/2014/main" id="{B24E428C-A3F9-5959-FC58-1D141FC225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76" name="任意多边形 3903">
                        <a:extLst>
                          <a:ext uri="{FF2B5EF4-FFF2-40B4-BE49-F238E27FC236}">
                            <a16:creationId xmlns:a16="http://schemas.microsoft.com/office/drawing/2014/main" id="{747A0043-77CB-ED92-5EE1-B8AF8BBD0B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77" name="任意多边形 3904">
                        <a:extLst>
                          <a:ext uri="{FF2B5EF4-FFF2-40B4-BE49-F238E27FC236}">
                            <a16:creationId xmlns:a16="http://schemas.microsoft.com/office/drawing/2014/main" id="{703B6663-CD6A-AC93-0EEE-1CA88DA060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67" name="组合 3566">
                      <a:extLst>
                        <a:ext uri="{FF2B5EF4-FFF2-40B4-BE49-F238E27FC236}">
                          <a16:creationId xmlns:a16="http://schemas.microsoft.com/office/drawing/2014/main" id="{5B3CB0BD-76FF-17B4-B441-7CAC38502B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3572" name="任意多边形 3899">
                        <a:extLst>
                          <a:ext uri="{FF2B5EF4-FFF2-40B4-BE49-F238E27FC236}">
                            <a16:creationId xmlns:a16="http://schemas.microsoft.com/office/drawing/2014/main" id="{F68D5E43-BCB0-51DC-3796-6AA981CE98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73" name="任意多边形 3900">
                        <a:extLst>
                          <a:ext uri="{FF2B5EF4-FFF2-40B4-BE49-F238E27FC236}">
                            <a16:creationId xmlns:a16="http://schemas.microsoft.com/office/drawing/2014/main" id="{1C0F7B7A-070A-FC7F-E357-2DA8277605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74" name="任意多边形 3901">
                        <a:extLst>
                          <a:ext uri="{FF2B5EF4-FFF2-40B4-BE49-F238E27FC236}">
                            <a16:creationId xmlns:a16="http://schemas.microsoft.com/office/drawing/2014/main" id="{1C5AFA21-9213-BD8C-8CF6-765F5B6979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68" name="组合 3567">
                      <a:extLst>
                        <a:ext uri="{FF2B5EF4-FFF2-40B4-BE49-F238E27FC236}">
                          <a16:creationId xmlns:a16="http://schemas.microsoft.com/office/drawing/2014/main" id="{56F1CAC6-1EE5-705D-7896-8E16CCCF01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3569" name="任意多边形 3896">
                        <a:extLst>
                          <a:ext uri="{FF2B5EF4-FFF2-40B4-BE49-F238E27FC236}">
                            <a16:creationId xmlns:a16="http://schemas.microsoft.com/office/drawing/2014/main" id="{A4B8C85A-511E-4E98-2BCA-2810DAFFE1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70" name="任意多边形 3897">
                        <a:extLst>
                          <a:ext uri="{FF2B5EF4-FFF2-40B4-BE49-F238E27FC236}">
                            <a16:creationId xmlns:a16="http://schemas.microsoft.com/office/drawing/2014/main" id="{675AF3B9-CE5B-C683-8DC6-CD856E6B15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71" name="任意多边形 3898">
                        <a:extLst>
                          <a:ext uri="{FF2B5EF4-FFF2-40B4-BE49-F238E27FC236}">
                            <a16:creationId xmlns:a16="http://schemas.microsoft.com/office/drawing/2014/main" id="{814AEED3-FCB4-5F89-E732-6337B52D29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3547" name="组合 3546">
                  <a:extLst>
                    <a:ext uri="{FF2B5EF4-FFF2-40B4-BE49-F238E27FC236}">
                      <a16:creationId xmlns:a16="http://schemas.microsoft.com/office/drawing/2014/main" id="{DA938B77-9365-6E93-775E-AA177FD614FB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3548" name="任意多边形 3875">
                    <a:extLst>
                      <a:ext uri="{FF2B5EF4-FFF2-40B4-BE49-F238E27FC236}">
                        <a16:creationId xmlns:a16="http://schemas.microsoft.com/office/drawing/2014/main" id="{7C60CF92-0652-135D-2AD6-4C070C83D17D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3549" name="任意多边形 3876">
                    <a:extLst>
                      <a:ext uri="{FF2B5EF4-FFF2-40B4-BE49-F238E27FC236}">
                        <a16:creationId xmlns:a16="http://schemas.microsoft.com/office/drawing/2014/main" id="{B002F897-ABD0-CBBC-061F-3EE0D26D22A4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3550" name="组合 3549">
                    <a:extLst>
                      <a:ext uri="{FF2B5EF4-FFF2-40B4-BE49-F238E27FC236}">
                        <a16:creationId xmlns:a16="http://schemas.microsoft.com/office/drawing/2014/main" id="{14E26CD4-9D30-4FB7-BC30-C6DC87E33B65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3551" name="组合 3550">
                      <a:extLst>
                        <a:ext uri="{FF2B5EF4-FFF2-40B4-BE49-F238E27FC236}">
                          <a16:creationId xmlns:a16="http://schemas.microsoft.com/office/drawing/2014/main" id="{E8FC44F3-22CA-A031-82E1-44C96C4613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3560" name="任意多边形 3887">
                        <a:extLst>
                          <a:ext uri="{FF2B5EF4-FFF2-40B4-BE49-F238E27FC236}">
                            <a16:creationId xmlns:a16="http://schemas.microsoft.com/office/drawing/2014/main" id="{49FF882F-BEA7-B4F4-736C-D79E973D1A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61" name="任意多边形 3888">
                        <a:extLst>
                          <a:ext uri="{FF2B5EF4-FFF2-40B4-BE49-F238E27FC236}">
                            <a16:creationId xmlns:a16="http://schemas.microsoft.com/office/drawing/2014/main" id="{0645DC02-30ED-25A6-1AC8-A74E6E9295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62" name="任意多边形 3889">
                        <a:extLst>
                          <a:ext uri="{FF2B5EF4-FFF2-40B4-BE49-F238E27FC236}">
                            <a16:creationId xmlns:a16="http://schemas.microsoft.com/office/drawing/2014/main" id="{9B7BADDD-2AC0-7999-BE21-868A8FF9F3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52" name="组合 3551">
                      <a:extLst>
                        <a:ext uri="{FF2B5EF4-FFF2-40B4-BE49-F238E27FC236}">
                          <a16:creationId xmlns:a16="http://schemas.microsoft.com/office/drawing/2014/main" id="{34CD9DDF-7D32-B466-53BC-1DCD1B6CA2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3557" name="任意多边形 3884">
                        <a:extLst>
                          <a:ext uri="{FF2B5EF4-FFF2-40B4-BE49-F238E27FC236}">
                            <a16:creationId xmlns:a16="http://schemas.microsoft.com/office/drawing/2014/main" id="{23CDE401-4776-FE78-49C4-3D122F4CEA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58" name="任意多边形 3885">
                        <a:extLst>
                          <a:ext uri="{FF2B5EF4-FFF2-40B4-BE49-F238E27FC236}">
                            <a16:creationId xmlns:a16="http://schemas.microsoft.com/office/drawing/2014/main" id="{2B446AA7-02AF-73B8-A821-6D320C10DB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59" name="任意多边形 3886">
                        <a:extLst>
                          <a:ext uri="{FF2B5EF4-FFF2-40B4-BE49-F238E27FC236}">
                            <a16:creationId xmlns:a16="http://schemas.microsoft.com/office/drawing/2014/main" id="{44543026-83B4-4480-8257-5219CF6A0F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3553" name="组合 3552">
                      <a:extLst>
                        <a:ext uri="{FF2B5EF4-FFF2-40B4-BE49-F238E27FC236}">
                          <a16:creationId xmlns:a16="http://schemas.microsoft.com/office/drawing/2014/main" id="{A0D0E760-A595-ACA5-8C13-DB57603338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3554" name="任意多边形 3881">
                        <a:extLst>
                          <a:ext uri="{FF2B5EF4-FFF2-40B4-BE49-F238E27FC236}">
                            <a16:creationId xmlns:a16="http://schemas.microsoft.com/office/drawing/2014/main" id="{A43EDA8C-3F2B-C2FF-9589-1D203A8CB1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55" name="任意多边形 3882">
                        <a:extLst>
                          <a:ext uri="{FF2B5EF4-FFF2-40B4-BE49-F238E27FC236}">
                            <a16:creationId xmlns:a16="http://schemas.microsoft.com/office/drawing/2014/main" id="{7F64C7FE-D2AD-F055-7D1B-AF7813761F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3556" name="任意多边形 3883">
                        <a:extLst>
                          <a:ext uri="{FF2B5EF4-FFF2-40B4-BE49-F238E27FC236}">
                            <a16:creationId xmlns:a16="http://schemas.microsoft.com/office/drawing/2014/main" id="{2583EA8F-DD20-9833-C70C-15E8476BC5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</p:grpSp>
      <p:grpSp>
        <p:nvGrpSpPr>
          <p:cNvPr id="4215" name="组合 4214">
            <a:extLst>
              <a:ext uri="{FF2B5EF4-FFF2-40B4-BE49-F238E27FC236}">
                <a16:creationId xmlns:a16="http://schemas.microsoft.com/office/drawing/2014/main" id="{9007C88C-CACF-358C-134C-5E5C879A0D28}"/>
              </a:ext>
            </a:extLst>
          </p:cNvPr>
          <p:cNvGrpSpPr/>
          <p:nvPr/>
        </p:nvGrpSpPr>
        <p:grpSpPr>
          <a:xfrm>
            <a:off x="5840546" y="5418237"/>
            <a:ext cx="1264056" cy="636102"/>
            <a:chOff x="4981983" y="5415062"/>
            <a:chExt cx="1064157" cy="636102"/>
          </a:xfrm>
        </p:grpSpPr>
        <p:grpSp>
          <p:nvGrpSpPr>
            <p:cNvPr id="4216" name="视频分配器">
              <a:extLst>
                <a:ext uri="{FF2B5EF4-FFF2-40B4-BE49-F238E27FC236}">
                  <a16:creationId xmlns:a16="http://schemas.microsoft.com/office/drawing/2014/main" id="{C87E9BA0-6013-A197-6228-6C1BDD8BC781}"/>
                </a:ext>
              </a:extLst>
            </p:cNvPr>
            <p:cNvGrpSpPr/>
            <p:nvPr/>
          </p:nvGrpSpPr>
          <p:grpSpPr>
            <a:xfrm>
              <a:off x="4981983" y="5415062"/>
              <a:ext cx="1064157" cy="268252"/>
              <a:chOff x="4017556" y="5085739"/>
              <a:chExt cx="981420" cy="268252"/>
            </a:xfrm>
          </p:grpSpPr>
          <p:sp>
            <p:nvSpPr>
              <p:cNvPr id="4625" name="任意多边形 5079">
                <a:extLst>
                  <a:ext uri="{FF2B5EF4-FFF2-40B4-BE49-F238E27FC236}">
                    <a16:creationId xmlns:a16="http://schemas.microsoft.com/office/drawing/2014/main" id="{07DFB595-6371-B49D-8F29-49B0645A8DF6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4626" name="任意多边形 5080">
                <a:extLst>
                  <a:ext uri="{FF2B5EF4-FFF2-40B4-BE49-F238E27FC236}">
                    <a16:creationId xmlns:a16="http://schemas.microsoft.com/office/drawing/2014/main" id="{054A6ED6-E7E1-2B5B-5917-F8C83AFD3714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4627" name="组合 4626">
                <a:extLst>
                  <a:ext uri="{FF2B5EF4-FFF2-40B4-BE49-F238E27FC236}">
                    <a16:creationId xmlns:a16="http://schemas.microsoft.com/office/drawing/2014/main" id="{D51B59C6-141F-2D65-63B1-12832D2E9A60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5029" name="任意多边形 5483">
                  <a:extLst>
                    <a:ext uri="{FF2B5EF4-FFF2-40B4-BE49-F238E27FC236}">
                      <a16:creationId xmlns:a16="http://schemas.microsoft.com/office/drawing/2014/main" id="{1DB15738-8CB7-B883-8EFA-E2CA901B64B7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030" name="任意多边形 5484">
                  <a:extLst>
                    <a:ext uri="{FF2B5EF4-FFF2-40B4-BE49-F238E27FC236}">
                      <a16:creationId xmlns:a16="http://schemas.microsoft.com/office/drawing/2014/main" id="{4E8B1BCD-222F-D7EA-3C37-1D66B28EA0FB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031" name="任意多边形 5485">
                  <a:extLst>
                    <a:ext uri="{FF2B5EF4-FFF2-40B4-BE49-F238E27FC236}">
                      <a16:creationId xmlns:a16="http://schemas.microsoft.com/office/drawing/2014/main" id="{DA88C9F1-B56B-EEE4-A43E-B8D0B42C74A0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4628" name="组合 4627">
                <a:extLst>
                  <a:ext uri="{FF2B5EF4-FFF2-40B4-BE49-F238E27FC236}">
                    <a16:creationId xmlns:a16="http://schemas.microsoft.com/office/drawing/2014/main" id="{F4701444-0579-3E25-9D47-EFBEA1B557B9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5026" name="任意多边形 5480">
                  <a:extLst>
                    <a:ext uri="{FF2B5EF4-FFF2-40B4-BE49-F238E27FC236}">
                      <a16:creationId xmlns:a16="http://schemas.microsoft.com/office/drawing/2014/main" id="{16167C24-6A05-46D9-739D-3A1DED8B3477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027" name="任意多边形 5481">
                  <a:extLst>
                    <a:ext uri="{FF2B5EF4-FFF2-40B4-BE49-F238E27FC236}">
                      <a16:creationId xmlns:a16="http://schemas.microsoft.com/office/drawing/2014/main" id="{098173C2-CF31-2B58-D354-22B1B2C33C86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028" name="任意多边形 5482">
                  <a:extLst>
                    <a:ext uri="{FF2B5EF4-FFF2-40B4-BE49-F238E27FC236}">
                      <a16:creationId xmlns:a16="http://schemas.microsoft.com/office/drawing/2014/main" id="{116DF0F2-5C1A-FD73-3D27-4A8749E2E982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4629" name="组合 4628">
                <a:extLst>
                  <a:ext uri="{FF2B5EF4-FFF2-40B4-BE49-F238E27FC236}">
                    <a16:creationId xmlns:a16="http://schemas.microsoft.com/office/drawing/2014/main" id="{340CB96B-F58A-FE9C-37D7-DC7AB4A0B991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5023" name="任意多边形 5477">
                  <a:extLst>
                    <a:ext uri="{FF2B5EF4-FFF2-40B4-BE49-F238E27FC236}">
                      <a16:creationId xmlns:a16="http://schemas.microsoft.com/office/drawing/2014/main" id="{36EEA3BF-77BB-7A16-0962-A0C328B6CD77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024" name="任意多边形 5478">
                  <a:extLst>
                    <a:ext uri="{FF2B5EF4-FFF2-40B4-BE49-F238E27FC236}">
                      <a16:creationId xmlns:a16="http://schemas.microsoft.com/office/drawing/2014/main" id="{F6011C66-6F10-01AB-87B7-6F7C76C79741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025" name="任意多边形 5479">
                  <a:extLst>
                    <a:ext uri="{FF2B5EF4-FFF2-40B4-BE49-F238E27FC236}">
                      <a16:creationId xmlns:a16="http://schemas.microsoft.com/office/drawing/2014/main" id="{5F253535-B6E8-9DAC-ADC9-A46B7BC02EB9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4630" name="任意多边形 5084">
                <a:extLst>
                  <a:ext uri="{FF2B5EF4-FFF2-40B4-BE49-F238E27FC236}">
                    <a16:creationId xmlns:a16="http://schemas.microsoft.com/office/drawing/2014/main" id="{B2F13C9D-A7D7-E77C-76A6-EBC40FA3847F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4631" name="任意多边形 5085">
                <a:extLst>
                  <a:ext uri="{FF2B5EF4-FFF2-40B4-BE49-F238E27FC236}">
                    <a16:creationId xmlns:a16="http://schemas.microsoft.com/office/drawing/2014/main" id="{C4B8819A-D677-67CC-AAAE-9EA53CE052B1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4632" name="任意多边形 5086">
                <a:extLst>
                  <a:ext uri="{FF2B5EF4-FFF2-40B4-BE49-F238E27FC236}">
                    <a16:creationId xmlns:a16="http://schemas.microsoft.com/office/drawing/2014/main" id="{A10467B2-013F-91AF-6C76-A3C4BB9E2CF0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4633" name="任意多边形 5087">
                <a:extLst>
                  <a:ext uri="{FF2B5EF4-FFF2-40B4-BE49-F238E27FC236}">
                    <a16:creationId xmlns:a16="http://schemas.microsoft.com/office/drawing/2014/main" id="{30FBC90F-D51A-2985-8C9D-50037506F662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4634" name="任意多边形 5088">
                <a:extLst>
                  <a:ext uri="{FF2B5EF4-FFF2-40B4-BE49-F238E27FC236}">
                    <a16:creationId xmlns:a16="http://schemas.microsoft.com/office/drawing/2014/main" id="{3E8C038F-4E4A-9FF5-BF1E-F78CCB119786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4635" name="组合 4634">
                <a:extLst>
                  <a:ext uri="{FF2B5EF4-FFF2-40B4-BE49-F238E27FC236}">
                    <a16:creationId xmlns:a16="http://schemas.microsoft.com/office/drawing/2014/main" id="{5C91E02A-64FB-116F-5558-76A21CC737E4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4927" name="组合 4926">
                  <a:extLst>
                    <a:ext uri="{FF2B5EF4-FFF2-40B4-BE49-F238E27FC236}">
                      <a16:creationId xmlns:a16="http://schemas.microsoft.com/office/drawing/2014/main" id="{12442056-94CA-B9D5-6D8A-F54FAEDA1032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5008" name="任意多边形 5462">
                    <a:extLst>
                      <a:ext uri="{FF2B5EF4-FFF2-40B4-BE49-F238E27FC236}">
                        <a16:creationId xmlns:a16="http://schemas.microsoft.com/office/drawing/2014/main" id="{9DF41855-4765-C29F-D759-CAE15AEC9189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009" name="任意多边形 5463">
                    <a:extLst>
                      <a:ext uri="{FF2B5EF4-FFF2-40B4-BE49-F238E27FC236}">
                        <a16:creationId xmlns:a16="http://schemas.microsoft.com/office/drawing/2014/main" id="{69BE56D9-DE9B-9860-5AC7-2B6937A1FC07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010" name="组合 5009">
                    <a:extLst>
                      <a:ext uri="{FF2B5EF4-FFF2-40B4-BE49-F238E27FC236}">
                        <a16:creationId xmlns:a16="http://schemas.microsoft.com/office/drawing/2014/main" id="{C0E00169-3D62-1627-F355-8D33C5DC7440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5011" name="组合 5010">
                      <a:extLst>
                        <a:ext uri="{FF2B5EF4-FFF2-40B4-BE49-F238E27FC236}">
                          <a16:creationId xmlns:a16="http://schemas.microsoft.com/office/drawing/2014/main" id="{0A5991F7-9651-E3BB-0285-D784257B72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5020" name="任意多边形 5474">
                        <a:extLst>
                          <a:ext uri="{FF2B5EF4-FFF2-40B4-BE49-F238E27FC236}">
                            <a16:creationId xmlns:a16="http://schemas.microsoft.com/office/drawing/2014/main" id="{46A0F501-AECB-AADB-5189-FD980141C5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21" name="任意多边形 5475">
                        <a:extLst>
                          <a:ext uri="{FF2B5EF4-FFF2-40B4-BE49-F238E27FC236}">
                            <a16:creationId xmlns:a16="http://schemas.microsoft.com/office/drawing/2014/main" id="{F1E9DF9E-2388-CFB6-1A12-BF061EC2B8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22" name="任意多边形 5476">
                        <a:extLst>
                          <a:ext uri="{FF2B5EF4-FFF2-40B4-BE49-F238E27FC236}">
                            <a16:creationId xmlns:a16="http://schemas.microsoft.com/office/drawing/2014/main" id="{0FB55937-46DF-97E9-D32C-90F14B8960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12" name="组合 5011">
                      <a:extLst>
                        <a:ext uri="{FF2B5EF4-FFF2-40B4-BE49-F238E27FC236}">
                          <a16:creationId xmlns:a16="http://schemas.microsoft.com/office/drawing/2014/main" id="{C30579AF-79D6-2992-8AB9-95F9F0A259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5017" name="任意多边形 5471">
                        <a:extLst>
                          <a:ext uri="{FF2B5EF4-FFF2-40B4-BE49-F238E27FC236}">
                            <a16:creationId xmlns:a16="http://schemas.microsoft.com/office/drawing/2014/main" id="{5A154205-C4DC-672D-5D0D-1DEA28B905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18" name="任意多边形 5472">
                        <a:extLst>
                          <a:ext uri="{FF2B5EF4-FFF2-40B4-BE49-F238E27FC236}">
                            <a16:creationId xmlns:a16="http://schemas.microsoft.com/office/drawing/2014/main" id="{7F4AC310-60B5-F9FA-5707-D4179620C1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19" name="任意多边形 5473">
                        <a:extLst>
                          <a:ext uri="{FF2B5EF4-FFF2-40B4-BE49-F238E27FC236}">
                            <a16:creationId xmlns:a16="http://schemas.microsoft.com/office/drawing/2014/main" id="{4EE89ADD-04D7-C446-627C-92C33491D3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13" name="组合 5012">
                      <a:extLst>
                        <a:ext uri="{FF2B5EF4-FFF2-40B4-BE49-F238E27FC236}">
                          <a16:creationId xmlns:a16="http://schemas.microsoft.com/office/drawing/2014/main" id="{F562E83B-9186-F32C-58E3-4FE14DBE517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5014" name="任意多边形 5468">
                        <a:extLst>
                          <a:ext uri="{FF2B5EF4-FFF2-40B4-BE49-F238E27FC236}">
                            <a16:creationId xmlns:a16="http://schemas.microsoft.com/office/drawing/2014/main" id="{C1365C21-6FCA-264B-E989-C8CD4040C3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15" name="任意多边形 5469">
                        <a:extLst>
                          <a:ext uri="{FF2B5EF4-FFF2-40B4-BE49-F238E27FC236}">
                            <a16:creationId xmlns:a16="http://schemas.microsoft.com/office/drawing/2014/main" id="{C288D016-F0FC-957E-F1FF-75974CFA0B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16" name="任意多边形 5470">
                        <a:extLst>
                          <a:ext uri="{FF2B5EF4-FFF2-40B4-BE49-F238E27FC236}">
                            <a16:creationId xmlns:a16="http://schemas.microsoft.com/office/drawing/2014/main" id="{D6F97276-F31A-5F08-6A97-1E7F73669F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928" name="组合 4927">
                  <a:extLst>
                    <a:ext uri="{FF2B5EF4-FFF2-40B4-BE49-F238E27FC236}">
                      <a16:creationId xmlns:a16="http://schemas.microsoft.com/office/drawing/2014/main" id="{00B6755E-AFB4-9922-5433-CBA7B2350D75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4993" name="任意多边形 5447">
                    <a:extLst>
                      <a:ext uri="{FF2B5EF4-FFF2-40B4-BE49-F238E27FC236}">
                        <a16:creationId xmlns:a16="http://schemas.microsoft.com/office/drawing/2014/main" id="{EFB7E5CC-5AF1-7FF7-167B-CACD79FB2664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994" name="任意多边形 5448">
                    <a:extLst>
                      <a:ext uri="{FF2B5EF4-FFF2-40B4-BE49-F238E27FC236}">
                        <a16:creationId xmlns:a16="http://schemas.microsoft.com/office/drawing/2014/main" id="{BABCDB71-DF77-1900-7AE7-86F883144BD0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995" name="组合 4994">
                    <a:extLst>
                      <a:ext uri="{FF2B5EF4-FFF2-40B4-BE49-F238E27FC236}">
                        <a16:creationId xmlns:a16="http://schemas.microsoft.com/office/drawing/2014/main" id="{CA2EAF88-D778-C763-0BF1-7DAF87504977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4996" name="组合 4995">
                      <a:extLst>
                        <a:ext uri="{FF2B5EF4-FFF2-40B4-BE49-F238E27FC236}">
                          <a16:creationId xmlns:a16="http://schemas.microsoft.com/office/drawing/2014/main" id="{484BF8A8-5A0F-3403-584E-954E980640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5005" name="任意多边形 5459">
                        <a:extLst>
                          <a:ext uri="{FF2B5EF4-FFF2-40B4-BE49-F238E27FC236}">
                            <a16:creationId xmlns:a16="http://schemas.microsoft.com/office/drawing/2014/main" id="{7E9F9FEE-FB3D-2EC0-2EC2-0A3567C1E8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06" name="任意多边形 5460">
                        <a:extLst>
                          <a:ext uri="{FF2B5EF4-FFF2-40B4-BE49-F238E27FC236}">
                            <a16:creationId xmlns:a16="http://schemas.microsoft.com/office/drawing/2014/main" id="{CE006490-C00D-8538-E58F-C44AB904BF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07" name="任意多边形 5461">
                        <a:extLst>
                          <a:ext uri="{FF2B5EF4-FFF2-40B4-BE49-F238E27FC236}">
                            <a16:creationId xmlns:a16="http://schemas.microsoft.com/office/drawing/2014/main" id="{92754A4C-A8C7-DE58-20CD-C75F7E598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97" name="组合 4996">
                      <a:extLst>
                        <a:ext uri="{FF2B5EF4-FFF2-40B4-BE49-F238E27FC236}">
                          <a16:creationId xmlns:a16="http://schemas.microsoft.com/office/drawing/2014/main" id="{C160BCFD-2ADF-6FE4-41C8-D49498C7B1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5002" name="任意多边形 5456">
                        <a:extLst>
                          <a:ext uri="{FF2B5EF4-FFF2-40B4-BE49-F238E27FC236}">
                            <a16:creationId xmlns:a16="http://schemas.microsoft.com/office/drawing/2014/main" id="{F2416410-AC33-6D39-F2E6-4967A20FA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03" name="任意多边形 5457">
                        <a:extLst>
                          <a:ext uri="{FF2B5EF4-FFF2-40B4-BE49-F238E27FC236}">
                            <a16:creationId xmlns:a16="http://schemas.microsoft.com/office/drawing/2014/main" id="{57D833C8-4F8B-CB52-9A45-7E0236F3D6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04" name="任意多边形 5458">
                        <a:extLst>
                          <a:ext uri="{FF2B5EF4-FFF2-40B4-BE49-F238E27FC236}">
                            <a16:creationId xmlns:a16="http://schemas.microsoft.com/office/drawing/2014/main" id="{BD67F25B-9E09-7799-8EB7-D2E7300D7B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98" name="组合 4997">
                      <a:extLst>
                        <a:ext uri="{FF2B5EF4-FFF2-40B4-BE49-F238E27FC236}">
                          <a16:creationId xmlns:a16="http://schemas.microsoft.com/office/drawing/2014/main" id="{E6ABE5FF-1B13-EB1F-9F89-9A7A4B83B2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4999" name="任意多边形 5453">
                        <a:extLst>
                          <a:ext uri="{FF2B5EF4-FFF2-40B4-BE49-F238E27FC236}">
                            <a16:creationId xmlns:a16="http://schemas.microsoft.com/office/drawing/2014/main" id="{7CCC63F7-2C86-C024-CB00-3DEB742272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00" name="任意多边形 5454">
                        <a:extLst>
                          <a:ext uri="{FF2B5EF4-FFF2-40B4-BE49-F238E27FC236}">
                            <a16:creationId xmlns:a16="http://schemas.microsoft.com/office/drawing/2014/main" id="{E4811156-13C5-19E2-3277-AA5D505418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01" name="任意多边形 5455">
                        <a:extLst>
                          <a:ext uri="{FF2B5EF4-FFF2-40B4-BE49-F238E27FC236}">
                            <a16:creationId xmlns:a16="http://schemas.microsoft.com/office/drawing/2014/main" id="{5E1EBC5C-90F5-2DD9-993B-A3F87BB566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929" name="组合 4928">
                  <a:extLst>
                    <a:ext uri="{FF2B5EF4-FFF2-40B4-BE49-F238E27FC236}">
                      <a16:creationId xmlns:a16="http://schemas.microsoft.com/office/drawing/2014/main" id="{14704D17-CE26-9EAF-9B00-421E4AAF4843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4978" name="任意多边形 5432">
                    <a:extLst>
                      <a:ext uri="{FF2B5EF4-FFF2-40B4-BE49-F238E27FC236}">
                        <a16:creationId xmlns:a16="http://schemas.microsoft.com/office/drawing/2014/main" id="{D1331D8E-1BF7-993E-72DB-29A0F0E6A1FD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979" name="任意多边形 5433">
                    <a:extLst>
                      <a:ext uri="{FF2B5EF4-FFF2-40B4-BE49-F238E27FC236}">
                        <a16:creationId xmlns:a16="http://schemas.microsoft.com/office/drawing/2014/main" id="{208E9EA7-E9AD-538F-30E8-BCC48B80545A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980" name="组合 4979">
                    <a:extLst>
                      <a:ext uri="{FF2B5EF4-FFF2-40B4-BE49-F238E27FC236}">
                        <a16:creationId xmlns:a16="http://schemas.microsoft.com/office/drawing/2014/main" id="{A1058E04-E55A-610E-B37D-89AFE29ED7DC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4981" name="组合 4980">
                      <a:extLst>
                        <a:ext uri="{FF2B5EF4-FFF2-40B4-BE49-F238E27FC236}">
                          <a16:creationId xmlns:a16="http://schemas.microsoft.com/office/drawing/2014/main" id="{E486ACF7-EB4A-85C1-B4F0-647069A001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4990" name="任意多边形 5444">
                        <a:extLst>
                          <a:ext uri="{FF2B5EF4-FFF2-40B4-BE49-F238E27FC236}">
                            <a16:creationId xmlns:a16="http://schemas.microsoft.com/office/drawing/2014/main" id="{B0013AA6-3A37-F5B4-1B9B-2FD096BA88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91" name="任意多边形 5445">
                        <a:extLst>
                          <a:ext uri="{FF2B5EF4-FFF2-40B4-BE49-F238E27FC236}">
                            <a16:creationId xmlns:a16="http://schemas.microsoft.com/office/drawing/2014/main" id="{6E64CF46-0833-A2A6-3CBE-8B5966248C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92" name="任意多边形 5446">
                        <a:extLst>
                          <a:ext uri="{FF2B5EF4-FFF2-40B4-BE49-F238E27FC236}">
                            <a16:creationId xmlns:a16="http://schemas.microsoft.com/office/drawing/2014/main" id="{17793CB5-02F7-50E6-4957-22287FB2D5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82" name="组合 4981">
                      <a:extLst>
                        <a:ext uri="{FF2B5EF4-FFF2-40B4-BE49-F238E27FC236}">
                          <a16:creationId xmlns:a16="http://schemas.microsoft.com/office/drawing/2014/main" id="{B3B2D046-A383-2D8A-ADE9-2B72E1320F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4987" name="任意多边形 5441">
                        <a:extLst>
                          <a:ext uri="{FF2B5EF4-FFF2-40B4-BE49-F238E27FC236}">
                            <a16:creationId xmlns:a16="http://schemas.microsoft.com/office/drawing/2014/main" id="{ABC8158C-5A47-E407-08BA-F9E7CD27C7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88" name="任意多边形 5442">
                        <a:extLst>
                          <a:ext uri="{FF2B5EF4-FFF2-40B4-BE49-F238E27FC236}">
                            <a16:creationId xmlns:a16="http://schemas.microsoft.com/office/drawing/2014/main" id="{29B74BF7-456D-0D9E-E29E-DA7E691F2D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89" name="任意多边形 5443">
                        <a:extLst>
                          <a:ext uri="{FF2B5EF4-FFF2-40B4-BE49-F238E27FC236}">
                            <a16:creationId xmlns:a16="http://schemas.microsoft.com/office/drawing/2014/main" id="{BA7BEE0A-C856-7A77-7425-0BE7DCAD81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83" name="组合 4982">
                      <a:extLst>
                        <a:ext uri="{FF2B5EF4-FFF2-40B4-BE49-F238E27FC236}">
                          <a16:creationId xmlns:a16="http://schemas.microsoft.com/office/drawing/2014/main" id="{AF46BAA6-CA26-932D-FB16-1D5CD58046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4984" name="任意多边形 5438">
                        <a:extLst>
                          <a:ext uri="{FF2B5EF4-FFF2-40B4-BE49-F238E27FC236}">
                            <a16:creationId xmlns:a16="http://schemas.microsoft.com/office/drawing/2014/main" id="{DF5A395F-BF5E-566F-3AE6-885D7F8A69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85" name="任意多边形 5439">
                        <a:extLst>
                          <a:ext uri="{FF2B5EF4-FFF2-40B4-BE49-F238E27FC236}">
                            <a16:creationId xmlns:a16="http://schemas.microsoft.com/office/drawing/2014/main" id="{8B11DDDF-8AC4-029E-3EA1-1B67C8A336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86" name="任意多边形 5440">
                        <a:extLst>
                          <a:ext uri="{FF2B5EF4-FFF2-40B4-BE49-F238E27FC236}">
                            <a16:creationId xmlns:a16="http://schemas.microsoft.com/office/drawing/2014/main" id="{5CE65AD8-D7AB-093D-8585-A88D4F351C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930" name="组合 4929">
                  <a:extLst>
                    <a:ext uri="{FF2B5EF4-FFF2-40B4-BE49-F238E27FC236}">
                      <a16:creationId xmlns:a16="http://schemas.microsoft.com/office/drawing/2014/main" id="{134F38D4-5324-1E18-5355-859F43A1C16E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4963" name="任意多边形 5417">
                    <a:extLst>
                      <a:ext uri="{FF2B5EF4-FFF2-40B4-BE49-F238E27FC236}">
                        <a16:creationId xmlns:a16="http://schemas.microsoft.com/office/drawing/2014/main" id="{F6472449-4556-4B3D-0BB1-2CC85B4F4E87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964" name="任意多边形 5418">
                    <a:extLst>
                      <a:ext uri="{FF2B5EF4-FFF2-40B4-BE49-F238E27FC236}">
                        <a16:creationId xmlns:a16="http://schemas.microsoft.com/office/drawing/2014/main" id="{F7565AB6-E74F-4662-F447-7BB3D3BD07CA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965" name="组合 4964">
                    <a:extLst>
                      <a:ext uri="{FF2B5EF4-FFF2-40B4-BE49-F238E27FC236}">
                        <a16:creationId xmlns:a16="http://schemas.microsoft.com/office/drawing/2014/main" id="{E58EF9FF-5915-C8E8-7667-7C0701978590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4966" name="组合 4965">
                      <a:extLst>
                        <a:ext uri="{FF2B5EF4-FFF2-40B4-BE49-F238E27FC236}">
                          <a16:creationId xmlns:a16="http://schemas.microsoft.com/office/drawing/2014/main" id="{493706E3-8D58-78B0-EEDF-A1B897E0C2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4975" name="任意多边形 5429">
                        <a:extLst>
                          <a:ext uri="{FF2B5EF4-FFF2-40B4-BE49-F238E27FC236}">
                            <a16:creationId xmlns:a16="http://schemas.microsoft.com/office/drawing/2014/main" id="{DF56F027-3304-A77A-E6FC-612E3CA97B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76" name="任意多边形 5430">
                        <a:extLst>
                          <a:ext uri="{FF2B5EF4-FFF2-40B4-BE49-F238E27FC236}">
                            <a16:creationId xmlns:a16="http://schemas.microsoft.com/office/drawing/2014/main" id="{9BFA2C3D-57EB-3D58-769B-B379DDD228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77" name="任意多边形 5431">
                        <a:extLst>
                          <a:ext uri="{FF2B5EF4-FFF2-40B4-BE49-F238E27FC236}">
                            <a16:creationId xmlns:a16="http://schemas.microsoft.com/office/drawing/2014/main" id="{3A0E426F-5F9A-F4B6-5C4C-AF1B78F5B2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67" name="组合 4966">
                      <a:extLst>
                        <a:ext uri="{FF2B5EF4-FFF2-40B4-BE49-F238E27FC236}">
                          <a16:creationId xmlns:a16="http://schemas.microsoft.com/office/drawing/2014/main" id="{E976DFD4-8122-5FD6-0706-5D6BB7D3D5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4972" name="任意多边形 5426">
                        <a:extLst>
                          <a:ext uri="{FF2B5EF4-FFF2-40B4-BE49-F238E27FC236}">
                            <a16:creationId xmlns:a16="http://schemas.microsoft.com/office/drawing/2014/main" id="{1D21B641-9C7B-0048-CE03-1E4ACE5806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73" name="任意多边形 5427">
                        <a:extLst>
                          <a:ext uri="{FF2B5EF4-FFF2-40B4-BE49-F238E27FC236}">
                            <a16:creationId xmlns:a16="http://schemas.microsoft.com/office/drawing/2014/main" id="{DD208779-07BA-1938-01ED-B333FE2260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74" name="任意多边形 5428">
                        <a:extLst>
                          <a:ext uri="{FF2B5EF4-FFF2-40B4-BE49-F238E27FC236}">
                            <a16:creationId xmlns:a16="http://schemas.microsoft.com/office/drawing/2014/main" id="{8B9DBEC2-D679-07F6-E80B-89F728455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68" name="组合 4967">
                      <a:extLst>
                        <a:ext uri="{FF2B5EF4-FFF2-40B4-BE49-F238E27FC236}">
                          <a16:creationId xmlns:a16="http://schemas.microsoft.com/office/drawing/2014/main" id="{404D609E-BB88-8CCD-4388-240567C4BF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4969" name="任意多边形 5423">
                        <a:extLst>
                          <a:ext uri="{FF2B5EF4-FFF2-40B4-BE49-F238E27FC236}">
                            <a16:creationId xmlns:a16="http://schemas.microsoft.com/office/drawing/2014/main" id="{2413F86D-79F6-7938-2044-665D7D7A54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70" name="任意多边形 5424">
                        <a:extLst>
                          <a:ext uri="{FF2B5EF4-FFF2-40B4-BE49-F238E27FC236}">
                            <a16:creationId xmlns:a16="http://schemas.microsoft.com/office/drawing/2014/main" id="{7B055067-367E-B5EC-47D0-3E0B861869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71" name="任意多边形 5425">
                        <a:extLst>
                          <a:ext uri="{FF2B5EF4-FFF2-40B4-BE49-F238E27FC236}">
                            <a16:creationId xmlns:a16="http://schemas.microsoft.com/office/drawing/2014/main" id="{BB1CCF34-D32D-85A8-BB9A-6DF13F2FEB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931" name="组合 4930">
                  <a:extLst>
                    <a:ext uri="{FF2B5EF4-FFF2-40B4-BE49-F238E27FC236}">
                      <a16:creationId xmlns:a16="http://schemas.microsoft.com/office/drawing/2014/main" id="{EB595775-3B43-D01B-512F-5B50CC28DE2C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4948" name="任意多边形 5402">
                    <a:extLst>
                      <a:ext uri="{FF2B5EF4-FFF2-40B4-BE49-F238E27FC236}">
                        <a16:creationId xmlns:a16="http://schemas.microsoft.com/office/drawing/2014/main" id="{9A7148EC-B470-0216-3F25-6ECA0A2CF277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949" name="任意多边形 5403">
                    <a:extLst>
                      <a:ext uri="{FF2B5EF4-FFF2-40B4-BE49-F238E27FC236}">
                        <a16:creationId xmlns:a16="http://schemas.microsoft.com/office/drawing/2014/main" id="{63A66073-5C40-A29F-5A2C-11D24E15D7AF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950" name="组合 4949">
                    <a:extLst>
                      <a:ext uri="{FF2B5EF4-FFF2-40B4-BE49-F238E27FC236}">
                        <a16:creationId xmlns:a16="http://schemas.microsoft.com/office/drawing/2014/main" id="{7F2AB659-D76D-1480-5557-91E3CBC5AF47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4951" name="组合 4950">
                      <a:extLst>
                        <a:ext uri="{FF2B5EF4-FFF2-40B4-BE49-F238E27FC236}">
                          <a16:creationId xmlns:a16="http://schemas.microsoft.com/office/drawing/2014/main" id="{795D4406-F5DF-FA11-B959-07C1985271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4960" name="任意多边形 5414">
                        <a:extLst>
                          <a:ext uri="{FF2B5EF4-FFF2-40B4-BE49-F238E27FC236}">
                            <a16:creationId xmlns:a16="http://schemas.microsoft.com/office/drawing/2014/main" id="{BB253002-FC74-5C9C-523D-456C86FF63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61" name="任意多边形 5415">
                        <a:extLst>
                          <a:ext uri="{FF2B5EF4-FFF2-40B4-BE49-F238E27FC236}">
                            <a16:creationId xmlns:a16="http://schemas.microsoft.com/office/drawing/2014/main" id="{477B62AA-E6A5-D1B8-8E8F-C696B5C95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62" name="任意多边形 5416">
                        <a:extLst>
                          <a:ext uri="{FF2B5EF4-FFF2-40B4-BE49-F238E27FC236}">
                            <a16:creationId xmlns:a16="http://schemas.microsoft.com/office/drawing/2014/main" id="{CAF592C5-3209-D897-BC92-93589E7317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52" name="组合 4951">
                      <a:extLst>
                        <a:ext uri="{FF2B5EF4-FFF2-40B4-BE49-F238E27FC236}">
                          <a16:creationId xmlns:a16="http://schemas.microsoft.com/office/drawing/2014/main" id="{3A04A2DC-1C85-8856-9361-D2FFD2B2A9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4957" name="任意多边形 5411">
                        <a:extLst>
                          <a:ext uri="{FF2B5EF4-FFF2-40B4-BE49-F238E27FC236}">
                            <a16:creationId xmlns:a16="http://schemas.microsoft.com/office/drawing/2014/main" id="{0EB43F9B-BEE6-1715-81C8-D65C11572F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58" name="任意多边形 5412">
                        <a:extLst>
                          <a:ext uri="{FF2B5EF4-FFF2-40B4-BE49-F238E27FC236}">
                            <a16:creationId xmlns:a16="http://schemas.microsoft.com/office/drawing/2014/main" id="{6F48A060-A8E7-745F-5385-3B91F284FA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59" name="任意多边形 5413">
                        <a:extLst>
                          <a:ext uri="{FF2B5EF4-FFF2-40B4-BE49-F238E27FC236}">
                            <a16:creationId xmlns:a16="http://schemas.microsoft.com/office/drawing/2014/main" id="{442D15E7-AC04-537E-1996-CF58FFA098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53" name="组合 4952">
                      <a:extLst>
                        <a:ext uri="{FF2B5EF4-FFF2-40B4-BE49-F238E27FC236}">
                          <a16:creationId xmlns:a16="http://schemas.microsoft.com/office/drawing/2014/main" id="{3A4F344A-703B-5AC4-EC8F-D9B04E9258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4954" name="任意多边形 5408">
                        <a:extLst>
                          <a:ext uri="{FF2B5EF4-FFF2-40B4-BE49-F238E27FC236}">
                            <a16:creationId xmlns:a16="http://schemas.microsoft.com/office/drawing/2014/main" id="{EFFA73CB-20EC-69B5-707B-0FB29D8923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55" name="任意多边形 5409">
                        <a:extLst>
                          <a:ext uri="{FF2B5EF4-FFF2-40B4-BE49-F238E27FC236}">
                            <a16:creationId xmlns:a16="http://schemas.microsoft.com/office/drawing/2014/main" id="{CB0149B4-5379-8FA0-27B4-E9A3E894E4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56" name="任意多边形 5410">
                        <a:extLst>
                          <a:ext uri="{FF2B5EF4-FFF2-40B4-BE49-F238E27FC236}">
                            <a16:creationId xmlns:a16="http://schemas.microsoft.com/office/drawing/2014/main" id="{C7586EA8-89F6-C4A2-6DAA-86D407887D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932" name="组合 4931">
                  <a:extLst>
                    <a:ext uri="{FF2B5EF4-FFF2-40B4-BE49-F238E27FC236}">
                      <a16:creationId xmlns:a16="http://schemas.microsoft.com/office/drawing/2014/main" id="{ECEC0181-32EF-8AAA-6810-ED20E5FF11E5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4933" name="任意多边形 5387">
                    <a:extLst>
                      <a:ext uri="{FF2B5EF4-FFF2-40B4-BE49-F238E27FC236}">
                        <a16:creationId xmlns:a16="http://schemas.microsoft.com/office/drawing/2014/main" id="{BEBBC6B6-EE92-84B1-63AA-2BBEC3F43646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934" name="任意多边形 5388">
                    <a:extLst>
                      <a:ext uri="{FF2B5EF4-FFF2-40B4-BE49-F238E27FC236}">
                        <a16:creationId xmlns:a16="http://schemas.microsoft.com/office/drawing/2014/main" id="{1126C4C6-2081-E2A3-C5E6-9340F8057566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935" name="组合 4934">
                    <a:extLst>
                      <a:ext uri="{FF2B5EF4-FFF2-40B4-BE49-F238E27FC236}">
                        <a16:creationId xmlns:a16="http://schemas.microsoft.com/office/drawing/2014/main" id="{432D2831-6717-E170-3607-364EAFA5819E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4936" name="组合 4935">
                      <a:extLst>
                        <a:ext uri="{FF2B5EF4-FFF2-40B4-BE49-F238E27FC236}">
                          <a16:creationId xmlns:a16="http://schemas.microsoft.com/office/drawing/2014/main" id="{0657BF33-5DDD-A95B-2709-AB511AFDAB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4945" name="任意多边形 5399">
                        <a:extLst>
                          <a:ext uri="{FF2B5EF4-FFF2-40B4-BE49-F238E27FC236}">
                            <a16:creationId xmlns:a16="http://schemas.microsoft.com/office/drawing/2014/main" id="{EDCA9F41-3757-6D07-318E-0B57D2A324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46" name="任意多边形 5400">
                        <a:extLst>
                          <a:ext uri="{FF2B5EF4-FFF2-40B4-BE49-F238E27FC236}">
                            <a16:creationId xmlns:a16="http://schemas.microsoft.com/office/drawing/2014/main" id="{057D1638-C427-D6A9-3FE7-7EF0228CFC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47" name="任意多边形 5401">
                        <a:extLst>
                          <a:ext uri="{FF2B5EF4-FFF2-40B4-BE49-F238E27FC236}">
                            <a16:creationId xmlns:a16="http://schemas.microsoft.com/office/drawing/2014/main" id="{5A42007D-559B-A23B-A13C-14500696FE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37" name="组合 4936">
                      <a:extLst>
                        <a:ext uri="{FF2B5EF4-FFF2-40B4-BE49-F238E27FC236}">
                          <a16:creationId xmlns:a16="http://schemas.microsoft.com/office/drawing/2014/main" id="{DF7C4382-7D07-3138-940A-0D1931239E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4942" name="任意多边形 5396">
                        <a:extLst>
                          <a:ext uri="{FF2B5EF4-FFF2-40B4-BE49-F238E27FC236}">
                            <a16:creationId xmlns:a16="http://schemas.microsoft.com/office/drawing/2014/main" id="{BD7910E9-7CC4-3C95-7A40-EB74504BE7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43" name="任意多边形 5397">
                        <a:extLst>
                          <a:ext uri="{FF2B5EF4-FFF2-40B4-BE49-F238E27FC236}">
                            <a16:creationId xmlns:a16="http://schemas.microsoft.com/office/drawing/2014/main" id="{823534C2-11E7-9FB5-E093-809621C356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44" name="任意多边形 5398">
                        <a:extLst>
                          <a:ext uri="{FF2B5EF4-FFF2-40B4-BE49-F238E27FC236}">
                            <a16:creationId xmlns:a16="http://schemas.microsoft.com/office/drawing/2014/main" id="{F3008A70-3D8C-CCE5-5B35-7220D4C47F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38" name="组合 4937">
                      <a:extLst>
                        <a:ext uri="{FF2B5EF4-FFF2-40B4-BE49-F238E27FC236}">
                          <a16:creationId xmlns:a16="http://schemas.microsoft.com/office/drawing/2014/main" id="{170CA07A-359F-9003-B5C8-BDD565FEF1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4939" name="任意多边形 5393">
                        <a:extLst>
                          <a:ext uri="{FF2B5EF4-FFF2-40B4-BE49-F238E27FC236}">
                            <a16:creationId xmlns:a16="http://schemas.microsoft.com/office/drawing/2014/main" id="{EB952ECD-7F10-AFA0-E9B3-D111B12E6A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40" name="任意多边形 5394">
                        <a:extLst>
                          <a:ext uri="{FF2B5EF4-FFF2-40B4-BE49-F238E27FC236}">
                            <a16:creationId xmlns:a16="http://schemas.microsoft.com/office/drawing/2014/main" id="{F1723D7E-62BD-27FA-C867-131264A353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41" name="任意多边形 5395">
                        <a:extLst>
                          <a:ext uri="{FF2B5EF4-FFF2-40B4-BE49-F238E27FC236}">
                            <a16:creationId xmlns:a16="http://schemas.microsoft.com/office/drawing/2014/main" id="{8F40DD80-87B2-62C1-18AC-AA499CDBB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4636" name="组合 4635">
                <a:extLst>
                  <a:ext uri="{FF2B5EF4-FFF2-40B4-BE49-F238E27FC236}">
                    <a16:creationId xmlns:a16="http://schemas.microsoft.com/office/drawing/2014/main" id="{6630BE66-34F8-CFA9-55E8-77ED82388DF4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4831" name="组合 4830">
                  <a:extLst>
                    <a:ext uri="{FF2B5EF4-FFF2-40B4-BE49-F238E27FC236}">
                      <a16:creationId xmlns:a16="http://schemas.microsoft.com/office/drawing/2014/main" id="{926ECDB8-14FD-9E8E-ED5E-E39D053A54F6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4912" name="任意多边形 5366">
                    <a:extLst>
                      <a:ext uri="{FF2B5EF4-FFF2-40B4-BE49-F238E27FC236}">
                        <a16:creationId xmlns:a16="http://schemas.microsoft.com/office/drawing/2014/main" id="{ABFA0CAF-1181-841C-33B4-8A382FF3C031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913" name="任意多边形 5367">
                    <a:extLst>
                      <a:ext uri="{FF2B5EF4-FFF2-40B4-BE49-F238E27FC236}">
                        <a16:creationId xmlns:a16="http://schemas.microsoft.com/office/drawing/2014/main" id="{6F95FAF0-E0BA-68A6-DD64-2F788F906366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914" name="组合 4913">
                    <a:extLst>
                      <a:ext uri="{FF2B5EF4-FFF2-40B4-BE49-F238E27FC236}">
                        <a16:creationId xmlns:a16="http://schemas.microsoft.com/office/drawing/2014/main" id="{86625716-D0B4-AE1A-9062-4A86A4BFB5DD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4915" name="组合 4914">
                      <a:extLst>
                        <a:ext uri="{FF2B5EF4-FFF2-40B4-BE49-F238E27FC236}">
                          <a16:creationId xmlns:a16="http://schemas.microsoft.com/office/drawing/2014/main" id="{ED8CF5C1-214F-8626-688E-FBD3452DC5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4924" name="任意多边形 5378">
                        <a:extLst>
                          <a:ext uri="{FF2B5EF4-FFF2-40B4-BE49-F238E27FC236}">
                            <a16:creationId xmlns:a16="http://schemas.microsoft.com/office/drawing/2014/main" id="{561FF407-633C-9511-58AB-35FB8255D0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25" name="任意多边形 5379">
                        <a:extLst>
                          <a:ext uri="{FF2B5EF4-FFF2-40B4-BE49-F238E27FC236}">
                            <a16:creationId xmlns:a16="http://schemas.microsoft.com/office/drawing/2014/main" id="{4378ED0B-2121-1129-81F4-D67B8F20A1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26" name="任意多边形 5380">
                        <a:extLst>
                          <a:ext uri="{FF2B5EF4-FFF2-40B4-BE49-F238E27FC236}">
                            <a16:creationId xmlns:a16="http://schemas.microsoft.com/office/drawing/2014/main" id="{2E49B3FB-D8B7-8D92-5361-C63D3948CB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16" name="组合 4915">
                      <a:extLst>
                        <a:ext uri="{FF2B5EF4-FFF2-40B4-BE49-F238E27FC236}">
                          <a16:creationId xmlns:a16="http://schemas.microsoft.com/office/drawing/2014/main" id="{B3443185-713C-DF81-5C92-DD90DD220C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4921" name="任意多边形 5375">
                        <a:extLst>
                          <a:ext uri="{FF2B5EF4-FFF2-40B4-BE49-F238E27FC236}">
                            <a16:creationId xmlns:a16="http://schemas.microsoft.com/office/drawing/2014/main" id="{C73A9396-0512-4DB5-2153-1825378544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22" name="任意多边形 5376">
                        <a:extLst>
                          <a:ext uri="{FF2B5EF4-FFF2-40B4-BE49-F238E27FC236}">
                            <a16:creationId xmlns:a16="http://schemas.microsoft.com/office/drawing/2014/main" id="{4193C539-7331-448B-C944-C9B03C9E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23" name="任意多边形 5377">
                        <a:extLst>
                          <a:ext uri="{FF2B5EF4-FFF2-40B4-BE49-F238E27FC236}">
                            <a16:creationId xmlns:a16="http://schemas.microsoft.com/office/drawing/2014/main" id="{E67F946D-F138-A331-3BE2-DCBDB8BC8A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17" name="组合 4916">
                      <a:extLst>
                        <a:ext uri="{FF2B5EF4-FFF2-40B4-BE49-F238E27FC236}">
                          <a16:creationId xmlns:a16="http://schemas.microsoft.com/office/drawing/2014/main" id="{8AE76835-3AB2-76BE-D94D-B4CA1EE9FB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4918" name="任意多边形 5372">
                        <a:extLst>
                          <a:ext uri="{FF2B5EF4-FFF2-40B4-BE49-F238E27FC236}">
                            <a16:creationId xmlns:a16="http://schemas.microsoft.com/office/drawing/2014/main" id="{4DBEE1C1-D22F-A53E-ACD5-BF65A143C7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19" name="任意多边形 5373">
                        <a:extLst>
                          <a:ext uri="{FF2B5EF4-FFF2-40B4-BE49-F238E27FC236}">
                            <a16:creationId xmlns:a16="http://schemas.microsoft.com/office/drawing/2014/main" id="{0DD60115-9DE0-2AA0-47B2-6B2AE2BAE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20" name="任意多边形 5374">
                        <a:extLst>
                          <a:ext uri="{FF2B5EF4-FFF2-40B4-BE49-F238E27FC236}">
                            <a16:creationId xmlns:a16="http://schemas.microsoft.com/office/drawing/2014/main" id="{695A56CD-DB12-3FB1-F3C5-C115218C09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832" name="组合 4831">
                  <a:extLst>
                    <a:ext uri="{FF2B5EF4-FFF2-40B4-BE49-F238E27FC236}">
                      <a16:creationId xmlns:a16="http://schemas.microsoft.com/office/drawing/2014/main" id="{A713E38D-2F3B-29A3-9C93-490E7635402B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4897" name="任意多边形 5351">
                    <a:extLst>
                      <a:ext uri="{FF2B5EF4-FFF2-40B4-BE49-F238E27FC236}">
                        <a16:creationId xmlns:a16="http://schemas.microsoft.com/office/drawing/2014/main" id="{7B4CE55A-3F73-ADF6-5FBA-BD546818BE89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898" name="任意多边形 5352">
                    <a:extLst>
                      <a:ext uri="{FF2B5EF4-FFF2-40B4-BE49-F238E27FC236}">
                        <a16:creationId xmlns:a16="http://schemas.microsoft.com/office/drawing/2014/main" id="{5B1301CC-C407-D79D-8CA3-72BB8D32A307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899" name="组合 4898">
                    <a:extLst>
                      <a:ext uri="{FF2B5EF4-FFF2-40B4-BE49-F238E27FC236}">
                        <a16:creationId xmlns:a16="http://schemas.microsoft.com/office/drawing/2014/main" id="{01E3A90C-5D71-612B-D592-8B046C2BFB34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4900" name="组合 4899">
                      <a:extLst>
                        <a:ext uri="{FF2B5EF4-FFF2-40B4-BE49-F238E27FC236}">
                          <a16:creationId xmlns:a16="http://schemas.microsoft.com/office/drawing/2014/main" id="{76141109-9A9D-D22B-A4E5-9622B0D8D1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4909" name="任意多边形 5363">
                        <a:extLst>
                          <a:ext uri="{FF2B5EF4-FFF2-40B4-BE49-F238E27FC236}">
                            <a16:creationId xmlns:a16="http://schemas.microsoft.com/office/drawing/2014/main" id="{74E61EF7-F3A5-40F4-CD3A-06B3FF5FB6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10" name="任意多边形 5364">
                        <a:extLst>
                          <a:ext uri="{FF2B5EF4-FFF2-40B4-BE49-F238E27FC236}">
                            <a16:creationId xmlns:a16="http://schemas.microsoft.com/office/drawing/2014/main" id="{705D8DC2-30DC-0FD0-F6A5-4687069FC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11" name="任意多边形 5365">
                        <a:extLst>
                          <a:ext uri="{FF2B5EF4-FFF2-40B4-BE49-F238E27FC236}">
                            <a16:creationId xmlns:a16="http://schemas.microsoft.com/office/drawing/2014/main" id="{04A8ECFE-BFBE-CB56-E4F8-7B8F7A9ECA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01" name="组合 4900">
                      <a:extLst>
                        <a:ext uri="{FF2B5EF4-FFF2-40B4-BE49-F238E27FC236}">
                          <a16:creationId xmlns:a16="http://schemas.microsoft.com/office/drawing/2014/main" id="{F51A531A-E2BE-F2B0-FE97-77404FA1B7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4906" name="任意多边形 5360">
                        <a:extLst>
                          <a:ext uri="{FF2B5EF4-FFF2-40B4-BE49-F238E27FC236}">
                            <a16:creationId xmlns:a16="http://schemas.microsoft.com/office/drawing/2014/main" id="{0D70196E-DEE5-1086-20C6-7C66447DFD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07" name="任意多边形 5361">
                        <a:extLst>
                          <a:ext uri="{FF2B5EF4-FFF2-40B4-BE49-F238E27FC236}">
                            <a16:creationId xmlns:a16="http://schemas.microsoft.com/office/drawing/2014/main" id="{8849AA76-FB4C-3888-C4B2-FB929DF54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08" name="任意多边形 5362">
                        <a:extLst>
                          <a:ext uri="{FF2B5EF4-FFF2-40B4-BE49-F238E27FC236}">
                            <a16:creationId xmlns:a16="http://schemas.microsoft.com/office/drawing/2014/main" id="{F8180F15-27CE-C56F-13CA-8689C8A449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902" name="组合 4901">
                      <a:extLst>
                        <a:ext uri="{FF2B5EF4-FFF2-40B4-BE49-F238E27FC236}">
                          <a16:creationId xmlns:a16="http://schemas.microsoft.com/office/drawing/2014/main" id="{3F18845C-7745-0D21-196A-CABD1651B5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4903" name="任意多边形 5357">
                        <a:extLst>
                          <a:ext uri="{FF2B5EF4-FFF2-40B4-BE49-F238E27FC236}">
                            <a16:creationId xmlns:a16="http://schemas.microsoft.com/office/drawing/2014/main" id="{0062BD62-B92F-8F51-7D93-FBA448A15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04" name="任意多边形 5358">
                        <a:extLst>
                          <a:ext uri="{FF2B5EF4-FFF2-40B4-BE49-F238E27FC236}">
                            <a16:creationId xmlns:a16="http://schemas.microsoft.com/office/drawing/2014/main" id="{E4965C8F-31D7-1D84-D4DF-F90FD2D137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905" name="任意多边形 5359">
                        <a:extLst>
                          <a:ext uri="{FF2B5EF4-FFF2-40B4-BE49-F238E27FC236}">
                            <a16:creationId xmlns:a16="http://schemas.microsoft.com/office/drawing/2014/main" id="{F03E01C3-A3C4-5F23-8E05-007F426031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833" name="组合 4832">
                  <a:extLst>
                    <a:ext uri="{FF2B5EF4-FFF2-40B4-BE49-F238E27FC236}">
                      <a16:creationId xmlns:a16="http://schemas.microsoft.com/office/drawing/2014/main" id="{3B23D70C-8491-471A-3189-988AFDCDBC86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4882" name="任意多边形 5336">
                    <a:extLst>
                      <a:ext uri="{FF2B5EF4-FFF2-40B4-BE49-F238E27FC236}">
                        <a16:creationId xmlns:a16="http://schemas.microsoft.com/office/drawing/2014/main" id="{3C718498-3A21-2D5E-ED80-7061984F621A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883" name="任意多边形 5337">
                    <a:extLst>
                      <a:ext uri="{FF2B5EF4-FFF2-40B4-BE49-F238E27FC236}">
                        <a16:creationId xmlns:a16="http://schemas.microsoft.com/office/drawing/2014/main" id="{14FACEAF-EBE9-2B1A-4593-B91196147EB3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884" name="组合 4883">
                    <a:extLst>
                      <a:ext uri="{FF2B5EF4-FFF2-40B4-BE49-F238E27FC236}">
                        <a16:creationId xmlns:a16="http://schemas.microsoft.com/office/drawing/2014/main" id="{138A1446-ED27-B83B-7A80-5E9129BBC39A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4885" name="组合 4884">
                      <a:extLst>
                        <a:ext uri="{FF2B5EF4-FFF2-40B4-BE49-F238E27FC236}">
                          <a16:creationId xmlns:a16="http://schemas.microsoft.com/office/drawing/2014/main" id="{E7573F5B-6BBC-BFB6-D579-76E80A4693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4894" name="任意多边形 5348">
                        <a:extLst>
                          <a:ext uri="{FF2B5EF4-FFF2-40B4-BE49-F238E27FC236}">
                            <a16:creationId xmlns:a16="http://schemas.microsoft.com/office/drawing/2014/main" id="{1233BDF0-9818-ACCD-CCBE-CC1EB5F076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95" name="任意多边形 5349">
                        <a:extLst>
                          <a:ext uri="{FF2B5EF4-FFF2-40B4-BE49-F238E27FC236}">
                            <a16:creationId xmlns:a16="http://schemas.microsoft.com/office/drawing/2014/main" id="{2C648AB5-90A2-465B-9663-F6399C91EB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96" name="任意多边形 5350">
                        <a:extLst>
                          <a:ext uri="{FF2B5EF4-FFF2-40B4-BE49-F238E27FC236}">
                            <a16:creationId xmlns:a16="http://schemas.microsoft.com/office/drawing/2014/main" id="{2D275310-8DC7-87B6-923E-46CC9C689A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86" name="组合 4885">
                      <a:extLst>
                        <a:ext uri="{FF2B5EF4-FFF2-40B4-BE49-F238E27FC236}">
                          <a16:creationId xmlns:a16="http://schemas.microsoft.com/office/drawing/2014/main" id="{2BB3380C-71E4-BA3E-8043-E58DE98135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4891" name="任意多边形 5345">
                        <a:extLst>
                          <a:ext uri="{FF2B5EF4-FFF2-40B4-BE49-F238E27FC236}">
                            <a16:creationId xmlns:a16="http://schemas.microsoft.com/office/drawing/2014/main" id="{7E50D7C8-40F4-F76A-474C-9E3FDA5AEB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92" name="任意多边形 5346">
                        <a:extLst>
                          <a:ext uri="{FF2B5EF4-FFF2-40B4-BE49-F238E27FC236}">
                            <a16:creationId xmlns:a16="http://schemas.microsoft.com/office/drawing/2014/main" id="{D27C464D-9ED4-D6E5-8B84-F770F0B4B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93" name="任意多边形 5347">
                        <a:extLst>
                          <a:ext uri="{FF2B5EF4-FFF2-40B4-BE49-F238E27FC236}">
                            <a16:creationId xmlns:a16="http://schemas.microsoft.com/office/drawing/2014/main" id="{E3F3FA4D-3E2B-6468-6F37-72A9D31FCA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87" name="组合 4886">
                      <a:extLst>
                        <a:ext uri="{FF2B5EF4-FFF2-40B4-BE49-F238E27FC236}">
                          <a16:creationId xmlns:a16="http://schemas.microsoft.com/office/drawing/2014/main" id="{0DAD1816-E4E8-2B2A-39C2-895C7EE3DA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4888" name="任意多边形 5342">
                        <a:extLst>
                          <a:ext uri="{FF2B5EF4-FFF2-40B4-BE49-F238E27FC236}">
                            <a16:creationId xmlns:a16="http://schemas.microsoft.com/office/drawing/2014/main" id="{B96D01AE-14D4-BE1D-3BA8-53306E5EC5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89" name="任意多边形 5343">
                        <a:extLst>
                          <a:ext uri="{FF2B5EF4-FFF2-40B4-BE49-F238E27FC236}">
                            <a16:creationId xmlns:a16="http://schemas.microsoft.com/office/drawing/2014/main" id="{63031E34-9210-5197-44BD-9D05F6253C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90" name="任意多边形 5344">
                        <a:extLst>
                          <a:ext uri="{FF2B5EF4-FFF2-40B4-BE49-F238E27FC236}">
                            <a16:creationId xmlns:a16="http://schemas.microsoft.com/office/drawing/2014/main" id="{C071AFCE-9AFC-3635-91DD-F79BC6FCF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834" name="组合 4833">
                  <a:extLst>
                    <a:ext uri="{FF2B5EF4-FFF2-40B4-BE49-F238E27FC236}">
                      <a16:creationId xmlns:a16="http://schemas.microsoft.com/office/drawing/2014/main" id="{021A1FFC-C356-BD60-B5BF-D6D85A04198E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4867" name="任意多边形 5321">
                    <a:extLst>
                      <a:ext uri="{FF2B5EF4-FFF2-40B4-BE49-F238E27FC236}">
                        <a16:creationId xmlns:a16="http://schemas.microsoft.com/office/drawing/2014/main" id="{A8020CF4-A5E9-A83D-7E5F-B247069C1875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868" name="任意多边形 5322">
                    <a:extLst>
                      <a:ext uri="{FF2B5EF4-FFF2-40B4-BE49-F238E27FC236}">
                        <a16:creationId xmlns:a16="http://schemas.microsoft.com/office/drawing/2014/main" id="{956C2020-6415-5ACF-4F27-A16964B1B715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869" name="组合 4868">
                    <a:extLst>
                      <a:ext uri="{FF2B5EF4-FFF2-40B4-BE49-F238E27FC236}">
                        <a16:creationId xmlns:a16="http://schemas.microsoft.com/office/drawing/2014/main" id="{588AA9E6-ED06-3333-7B74-F69132A9B759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4870" name="组合 4869">
                      <a:extLst>
                        <a:ext uri="{FF2B5EF4-FFF2-40B4-BE49-F238E27FC236}">
                          <a16:creationId xmlns:a16="http://schemas.microsoft.com/office/drawing/2014/main" id="{A1CFC5FE-7ABF-E082-CDB0-2CBD2E2DE7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4879" name="任意多边形 5333">
                        <a:extLst>
                          <a:ext uri="{FF2B5EF4-FFF2-40B4-BE49-F238E27FC236}">
                            <a16:creationId xmlns:a16="http://schemas.microsoft.com/office/drawing/2014/main" id="{2F098CD2-10E6-587B-8714-43FCF5110C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80" name="任意多边形 5334">
                        <a:extLst>
                          <a:ext uri="{FF2B5EF4-FFF2-40B4-BE49-F238E27FC236}">
                            <a16:creationId xmlns:a16="http://schemas.microsoft.com/office/drawing/2014/main" id="{7FB1368F-8348-8628-D46B-EE157F5E07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81" name="任意多边形 5335">
                        <a:extLst>
                          <a:ext uri="{FF2B5EF4-FFF2-40B4-BE49-F238E27FC236}">
                            <a16:creationId xmlns:a16="http://schemas.microsoft.com/office/drawing/2014/main" id="{3675FE15-4586-B015-9156-1EFE624212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71" name="组合 4870">
                      <a:extLst>
                        <a:ext uri="{FF2B5EF4-FFF2-40B4-BE49-F238E27FC236}">
                          <a16:creationId xmlns:a16="http://schemas.microsoft.com/office/drawing/2014/main" id="{83B21639-C570-2A50-18AF-0FB9311B85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4876" name="任意多边形 5330">
                        <a:extLst>
                          <a:ext uri="{FF2B5EF4-FFF2-40B4-BE49-F238E27FC236}">
                            <a16:creationId xmlns:a16="http://schemas.microsoft.com/office/drawing/2014/main" id="{E1A9036D-D785-8712-3323-A2322171CA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77" name="任意多边形 5331">
                        <a:extLst>
                          <a:ext uri="{FF2B5EF4-FFF2-40B4-BE49-F238E27FC236}">
                            <a16:creationId xmlns:a16="http://schemas.microsoft.com/office/drawing/2014/main" id="{1B9548B0-11B1-0F10-9EA3-03E6CA347C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78" name="任意多边形 5332">
                        <a:extLst>
                          <a:ext uri="{FF2B5EF4-FFF2-40B4-BE49-F238E27FC236}">
                            <a16:creationId xmlns:a16="http://schemas.microsoft.com/office/drawing/2014/main" id="{D04638E3-753E-F4CD-649A-F2C9A26EC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72" name="组合 4871">
                      <a:extLst>
                        <a:ext uri="{FF2B5EF4-FFF2-40B4-BE49-F238E27FC236}">
                          <a16:creationId xmlns:a16="http://schemas.microsoft.com/office/drawing/2014/main" id="{C1422184-BFA2-E998-ABAB-15F7BF034D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4873" name="任意多边形 5327">
                        <a:extLst>
                          <a:ext uri="{FF2B5EF4-FFF2-40B4-BE49-F238E27FC236}">
                            <a16:creationId xmlns:a16="http://schemas.microsoft.com/office/drawing/2014/main" id="{92CE8FBC-7133-20D1-9495-92DBE12A9E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74" name="任意多边形 5328">
                        <a:extLst>
                          <a:ext uri="{FF2B5EF4-FFF2-40B4-BE49-F238E27FC236}">
                            <a16:creationId xmlns:a16="http://schemas.microsoft.com/office/drawing/2014/main" id="{E58A5520-4F5F-AFCD-258D-325941B76E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75" name="任意多边形 5329">
                        <a:extLst>
                          <a:ext uri="{FF2B5EF4-FFF2-40B4-BE49-F238E27FC236}">
                            <a16:creationId xmlns:a16="http://schemas.microsoft.com/office/drawing/2014/main" id="{FA7765CC-8E76-C11B-2614-8FA57BD7B1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835" name="组合 4834">
                  <a:extLst>
                    <a:ext uri="{FF2B5EF4-FFF2-40B4-BE49-F238E27FC236}">
                      <a16:creationId xmlns:a16="http://schemas.microsoft.com/office/drawing/2014/main" id="{8C2479CC-E566-F840-EC1B-331A8435BAFD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4852" name="任意多边形 5306">
                    <a:extLst>
                      <a:ext uri="{FF2B5EF4-FFF2-40B4-BE49-F238E27FC236}">
                        <a16:creationId xmlns:a16="http://schemas.microsoft.com/office/drawing/2014/main" id="{303E296F-8DE6-1C2C-0619-AF7681868983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853" name="任意多边形 5307">
                    <a:extLst>
                      <a:ext uri="{FF2B5EF4-FFF2-40B4-BE49-F238E27FC236}">
                        <a16:creationId xmlns:a16="http://schemas.microsoft.com/office/drawing/2014/main" id="{611EF411-0600-AE2C-78D2-3E71FD9EBF57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854" name="组合 4853">
                    <a:extLst>
                      <a:ext uri="{FF2B5EF4-FFF2-40B4-BE49-F238E27FC236}">
                        <a16:creationId xmlns:a16="http://schemas.microsoft.com/office/drawing/2014/main" id="{0C1D7159-AA9F-1A29-D50C-F2EF8E14F859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4855" name="组合 4854">
                      <a:extLst>
                        <a:ext uri="{FF2B5EF4-FFF2-40B4-BE49-F238E27FC236}">
                          <a16:creationId xmlns:a16="http://schemas.microsoft.com/office/drawing/2014/main" id="{03165C8A-7EFE-D23C-6497-3324762037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4864" name="任意多边形 5318">
                        <a:extLst>
                          <a:ext uri="{FF2B5EF4-FFF2-40B4-BE49-F238E27FC236}">
                            <a16:creationId xmlns:a16="http://schemas.microsoft.com/office/drawing/2014/main" id="{2B72079F-EBB7-AF2A-2E02-3C10D7DD47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65" name="任意多边形 5319">
                        <a:extLst>
                          <a:ext uri="{FF2B5EF4-FFF2-40B4-BE49-F238E27FC236}">
                            <a16:creationId xmlns:a16="http://schemas.microsoft.com/office/drawing/2014/main" id="{92433208-FCA2-25A9-9C37-F4733D16A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66" name="任意多边形 5320">
                        <a:extLst>
                          <a:ext uri="{FF2B5EF4-FFF2-40B4-BE49-F238E27FC236}">
                            <a16:creationId xmlns:a16="http://schemas.microsoft.com/office/drawing/2014/main" id="{247C730C-2C6A-5BDB-DE07-CB0C9CD90D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56" name="组合 4855">
                      <a:extLst>
                        <a:ext uri="{FF2B5EF4-FFF2-40B4-BE49-F238E27FC236}">
                          <a16:creationId xmlns:a16="http://schemas.microsoft.com/office/drawing/2014/main" id="{2195D8F8-955F-5E6B-A301-AB934FCCE9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4861" name="任意多边形 5315">
                        <a:extLst>
                          <a:ext uri="{FF2B5EF4-FFF2-40B4-BE49-F238E27FC236}">
                            <a16:creationId xmlns:a16="http://schemas.microsoft.com/office/drawing/2014/main" id="{405A7544-4660-38A8-5621-E26D9CAEE2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62" name="任意多边形 5316">
                        <a:extLst>
                          <a:ext uri="{FF2B5EF4-FFF2-40B4-BE49-F238E27FC236}">
                            <a16:creationId xmlns:a16="http://schemas.microsoft.com/office/drawing/2014/main" id="{0024F387-5762-9558-5C55-B5038DA3CB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63" name="任意多边形 5317">
                        <a:extLst>
                          <a:ext uri="{FF2B5EF4-FFF2-40B4-BE49-F238E27FC236}">
                            <a16:creationId xmlns:a16="http://schemas.microsoft.com/office/drawing/2014/main" id="{824394E6-DEF0-FE28-645C-814D6AB891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57" name="组合 4856">
                      <a:extLst>
                        <a:ext uri="{FF2B5EF4-FFF2-40B4-BE49-F238E27FC236}">
                          <a16:creationId xmlns:a16="http://schemas.microsoft.com/office/drawing/2014/main" id="{A7C7B48D-D573-C071-34C7-0F6B059E75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4858" name="任意多边形 5312">
                        <a:extLst>
                          <a:ext uri="{FF2B5EF4-FFF2-40B4-BE49-F238E27FC236}">
                            <a16:creationId xmlns:a16="http://schemas.microsoft.com/office/drawing/2014/main" id="{1E331207-B429-90C3-E7B2-2BF4286F9E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59" name="任意多边形 5313">
                        <a:extLst>
                          <a:ext uri="{FF2B5EF4-FFF2-40B4-BE49-F238E27FC236}">
                            <a16:creationId xmlns:a16="http://schemas.microsoft.com/office/drawing/2014/main" id="{54073E14-66E1-E444-A8C1-30079BBDAE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60" name="任意多边形 5314">
                        <a:extLst>
                          <a:ext uri="{FF2B5EF4-FFF2-40B4-BE49-F238E27FC236}">
                            <a16:creationId xmlns:a16="http://schemas.microsoft.com/office/drawing/2014/main" id="{0C519D49-5908-5899-0657-0E5F134A98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836" name="组合 4835">
                  <a:extLst>
                    <a:ext uri="{FF2B5EF4-FFF2-40B4-BE49-F238E27FC236}">
                      <a16:creationId xmlns:a16="http://schemas.microsoft.com/office/drawing/2014/main" id="{339BB73F-4B6A-4E6E-9CE2-FA0E90FAF85F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4837" name="任意多边形 5291">
                    <a:extLst>
                      <a:ext uri="{FF2B5EF4-FFF2-40B4-BE49-F238E27FC236}">
                        <a16:creationId xmlns:a16="http://schemas.microsoft.com/office/drawing/2014/main" id="{E5E86654-2971-C408-F851-4EB82FABC056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838" name="任意多边形 5292">
                    <a:extLst>
                      <a:ext uri="{FF2B5EF4-FFF2-40B4-BE49-F238E27FC236}">
                        <a16:creationId xmlns:a16="http://schemas.microsoft.com/office/drawing/2014/main" id="{6ECF9ED9-F6AD-1095-1E1B-C79804BAC312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839" name="组合 4838">
                    <a:extLst>
                      <a:ext uri="{FF2B5EF4-FFF2-40B4-BE49-F238E27FC236}">
                        <a16:creationId xmlns:a16="http://schemas.microsoft.com/office/drawing/2014/main" id="{AA06C371-B4B4-63B3-CF24-0F7F129B3805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4840" name="组合 4839">
                      <a:extLst>
                        <a:ext uri="{FF2B5EF4-FFF2-40B4-BE49-F238E27FC236}">
                          <a16:creationId xmlns:a16="http://schemas.microsoft.com/office/drawing/2014/main" id="{50D935C9-D838-7CCD-FB18-0F6AC7C048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4849" name="任意多边形 5303">
                        <a:extLst>
                          <a:ext uri="{FF2B5EF4-FFF2-40B4-BE49-F238E27FC236}">
                            <a16:creationId xmlns:a16="http://schemas.microsoft.com/office/drawing/2014/main" id="{D2526019-C527-B455-B96E-FE2C23C6C3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50" name="任意多边形 5304">
                        <a:extLst>
                          <a:ext uri="{FF2B5EF4-FFF2-40B4-BE49-F238E27FC236}">
                            <a16:creationId xmlns:a16="http://schemas.microsoft.com/office/drawing/2014/main" id="{075F8ADD-4F7C-E0B6-D8F8-7942E2768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51" name="任意多边形 5305">
                        <a:extLst>
                          <a:ext uri="{FF2B5EF4-FFF2-40B4-BE49-F238E27FC236}">
                            <a16:creationId xmlns:a16="http://schemas.microsoft.com/office/drawing/2014/main" id="{3417FD21-F7B1-4F66-59D7-5DCB065476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41" name="组合 4840">
                      <a:extLst>
                        <a:ext uri="{FF2B5EF4-FFF2-40B4-BE49-F238E27FC236}">
                          <a16:creationId xmlns:a16="http://schemas.microsoft.com/office/drawing/2014/main" id="{76C8560A-913C-B38E-66F6-CC305047B2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4846" name="任意多边形 5300">
                        <a:extLst>
                          <a:ext uri="{FF2B5EF4-FFF2-40B4-BE49-F238E27FC236}">
                            <a16:creationId xmlns:a16="http://schemas.microsoft.com/office/drawing/2014/main" id="{A7C1CC4E-455B-69DB-5A2B-FC09DFD593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47" name="任意多边形 5301">
                        <a:extLst>
                          <a:ext uri="{FF2B5EF4-FFF2-40B4-BE49-F238E27FC236}">
                            <a16:creationId xmlns:a16="http://schemas.microsoft.com/office/drawing/2014/main" id="{C9DB48B4-9B2A-1112-83A1-B0947BB96F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48" name="任意多边形 5302">
                        <a:extLst>
                          <a:ext uri="{FF2B5EF4-FFF2-40B4-BE49-F238E27FC236}">
                            <a16:creationId xmlns:a16="http://schemas.microsoft.com/office/drawing/2014/main" id="{64B26A86-DD01-3DCA-12BC-947E43EAEE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42" name="组合 4841">
                      <a:extLst>
                        <a:ext uri="{FF2B5EF4-FFF2-40B4-BE49-F238E27FC236}">
                          <a16:creationId xmlns:a16="http://schemas.microsoft.com/office/drawing/2014/main" id="{CD8ECC45-C228-43C8-2FF5-69954178CC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4843" name="任意多边形 5297">
                        <a:extLst>
                          <a:ext uri="{FF2B5EF4-FFF2-40B4-BE49-F238E27FC236}">
                            <a16:creationId xmlns:a16="http://schemas.microsoft.com/office/drawing/2014/main" id="{07EE24A6-886D-21DA-A3AB-3FFDFD0C59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44" name="任意多边形 5298">
                        <a:extLst>
                          <a:ext uri="{FF2B5EF4-FFF2-40B4-BE49-F238E27FC236}">
                            <a16:creationId xmlns:a16="http://schemas.microsoft.com/office/drawing/2014/main" id="{7A1B118C-C4B0-ADAC-C2DC-EA928DA1FC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45" name="任意多边形 5299">
                        <a:extLst>
                          <a:ext uri="{FF2B5EF4-FFF2-40B4-BE49-F238E27FC236}">
                            <a16:creationId xmlns:a16="http://schemas.microsoft.com/office/drawing/2014/main" id="{CAEBAD62-F308-8181-A407-E0C26A6850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4637" name="组合 4636">
                <a:extLst>
                  <a:ext uri="{FF2B5EF4-FFF2-40B4-BE49-F238E27FC236}">
                    <a16:creationId xmlns:a16="http://schemas.microsoft.com/office/drawing/2014/main" id="{40A35625-1361-395B-0690-B675927ED292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4735" name="组合 4734">
                  <a:extLst>
                    <a:ext uri="{FF2B5EF4-FFF2-40B4-BE49-F238E27FC236}">
                      <a16:creationId xmlns:a16="http://schemas.microsoft.com/office/drawing/2014/main" id="{2FBA196E-1520-2F41-873A-95F20EE54CC0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4816" name="任意多边形 5270">
                    <a:extLst>
                      <a:ext uri="{FF2B5EF4-FFF2-40B4-BE49-F238E27FC236}">
                        <a16:creationId xmlns:a16="http://schemas.microsoft.com/office/drawing/2014/main" id="{9824BC63-DA4F-04BF-0678-61857131E741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817" name="任意多边形 5271">
                    <a:extLst>
                      <a:ext uri="{FF2B5EF4-FFF2-40B4-BE49-F238E27FC236}">
                        <a16:creationId xmlns:a16="http://schemas.microsoft.com/office/drawing/2014/main" id="{2A5D5986-9D6F-52C6-EE22-619CFEF48169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818" name="组合 4817">
                    <a:extLst>
                      <a:ext uri="{FF2B5EF4-FFF2-40B4-BE49-F238E27FC236}">
                        <a16:creationId xmlns:a16="http://schemas.microsoft.com/office/drawing/2014/main" id="{AF801526-6597-2272-6B20-F6C53310FD68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4819" name="组合 4818">
                      <a:extLst>
                        <a:ext uri="{FF2B5EF4-FFF2-40B4-BE49-F238E27FC236}">
                          <a16:creationId xmlns:a16="http://schemas.microsoft.com/office/drawing/2014/main" id="{DF7A36FB-59A5-5D9A-4B18-C8ABF7D8D7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4828" name="任意多边形 5282">
                        <a:extLst>
                          <a:ext uri="{FF2B5EF4-FFF2-40B4-BE49-F238E27FC236}">
                            <a16:creationId xmlns:a16="http://schemas.microsoft.com/office/drawing/2014/main" id="{DF6D12A2-D810-E805-F38F-81A9712E91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29" name="任意多边形 5283">
                        <a:extLst>
                          <a:ext uri="{FF2B5EF4-FFF2-40B4-BE49-F238E27FC236}">
                            <a16:creationId xmlns:a16="http://schemas.microsoft.com/office/drawing/2014/main" id="{1B744692-876A-D29F-9487-00B4E3DAEF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30" name="任意多边形 5284">
                        <a:extLst>
                          <a:ext uri="{FF2B5EF4-FFF2-40B4-BE49-F238E27FC236}">
                            <a16:creationId xmlns:a16="http://schemas.microsoft.com/office/drawing/2014/main" id="{98604DB9-851E-A1E3-AA92-268CD4F24D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20" name="组合 4819">
                      <a:extLst>
                        <a:ext uri="{FF2B5EF4-FFF2-40B4-BE49-F238E27FC236}">
                          <a16:creationId xmlns:a16="http://schemas.microsoft.com/office/drawing/2014/main" id="{00716531-AA3F-4B5F-5BA1-69E35CF6CA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4825" name="任意多边形 5279">
                        <a:extLst>
                          <a:ext uri="{FF2B5EF4-FFF2-40B4-BE49-F238E27FC236}">
                            <a16:creationId xmlns:a16="http://schemas.microsoft.com/office/drawing/2014/main" id="{9DDCB011-6D84-7FDA-81BC-2191CE551E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26" name="任意多边形 5280">
                        <a:extLst>
                          <a:ext uri="{FF2B5EF4-FFF2-40B4-BE49-F238E27FC236}">
                            <a16:creationId xmlns:a16="http://schemas.microsoft.com/office/drawing/2014/main" id="{4BECD84E-CB82-5A4C-0343-2A8958E50B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27" name="任意多边形 5281">
                        <a:extLst>
                          <a:ext uri="{FF2B5EF4-FFF2-40B4-BE49-F238E27FC236}">
                            <a16:creationId xmlns:a16="http://schemas.microsoft.com/office/drawing/2014/main" id="{800B3009-3EDB-A7B1-667A-1E9F56E230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21" name="组合 4820">
                      <a:extLst>
                        <a:ext uri="{FF2B5EF4-FFF2-40B4-BE49-F238E27FC236}">
                          <a16:creationId xmlns:a16="http://schemas.microsoft.com/office/drawing/2014/main" id="{C14A0C9D-BF56-6D9B-B49E-6CD7F1D712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4822" name="任意多边形 5276">
                        <a:extLst>
                          <a:ext uri="{FF2B5EF4-FFF2-40B4-BE49-F238E27FC236}">
                            <a16:creationId xmlns:a16="http://schemas.microsoft.com/office/drawing/2014/main" id="{7A1CC7F2-9AB0-91B1-A8F3-791E6F3FC0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23" name="任意多边形 5277">
                        <a:extLst>
                          <a:ext uri="{FF2B5EF4-FFF2-40B4-BE49-F238E27FC236}">
                            <a16:creationId xmlns:a16="http://schemas.microsoft.com/office/drawing/2014/main" id="{ACF11906-4F74-1A73-0067-350D5171DF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24" name="任意多边形 5278">
                        <a:extLst>
                          <a:ext uri="{FF2B5EF4-FFF2-40B4-BE49-F238E27FC236}">
                            <a16:creationId xmlns:a16="http://schemas.microsoft.com/office/drawing/2014/main" id="{D2DEAB45-8909-D15D-0C39-72C265B340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736" name="组合 4735">
                  <a:extLst>
                    <a:ext uri="{FF2B5EF4-FFF2-40B4-BE49-F238E27FC236}">
                      <a16:creationId xmlns:a16="http://schemas.microsoft.com/office/drawing/2014/main" id="{AF302964-ADD4-7294-4761-CFC54EF6E2F8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4801" name="任意多边形 5255">
                    <a:extLst>
                      <a:ext uri="{FF2B5EF4-FFF2-40B4-BE49-F238E27FC236}">
                        <a16:creationId xmlns:a16="http://schemas.microsoft.com/office/drawing/2014/main" id="{3C4286A9-2A12-5A82-EC44-DA73CD48D990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802" name="任意多边形 5256">
                    <a:extLst>
                      <a:ext uri="{FF2B5EF4-FFF2-40B4-BE49-F238E27FC236}">
                        <a16:creationId xmlns:a16="http://schemas.microsoft.com/office/drawing/2014/main" id="{C547F206-7B0F-03F2-E72C-DA183B4D60F6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803" name="组合 4802">
                    <a:extLst>
                      <a:ext uri="{FF2B5EF4-FFF2-40B4-BE49-F238E27FC236}">
                        <a16:creationId xmlns:a16="http://schemas.microsoft.com/office/drawing/2014/main" id="{7161D485-A0B8-F482-4AA5-08B13FBC7F52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4804" name="组合 4803">
                      <a:extLst>
                        <a:ext uri="{FF2B5EF4-FFF2-40B4-BE49-F238E27FC236}">
                          <a16:creationId xmlns:a16="http://schemas.microsoft.com/office/drawing/2014/main" id="{DE7322D5-EEF6-D3C9-9402-532F89B526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4813" name="任意多边形 5267">
                        <a:extLst>
                          <a:ext uri="{FF2B5EF4-FFF2-40B4-BE49-F238E27FC236}">
                            <a16:creationId xmlns:a16="http://schemas.microsoft.com/office/drawing/2014/main" id="{C709022A-5316-C10B-B421-51D879D678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14" name="任意多边形 5268">
                        <a:extLst>
                          <a:ext uri="{FF2B5EF4-FFF2-40B4-BE49-F238E27FC236}">
                            <a16:creationId xmlns:a16="http://schemas.microsoft.com/office/drawing/2014/main" id="{F0E7666F-7590-E412-F300-E9B130C6DC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15" name="任意多边形 5269">
                        <a:extLst>
                          <a:ext uri="{FF2B5EF4-FFF2-40B4-BE49-F238E27FC236}">
                            <a16:creationId xmlns:a16="http://schemas.microsoft.com/office/drawing/2014/main" id="{D49FFEE2-166D-FE74-5B88-83B96B73C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05" name="组合 4804">
                      <a:extLst>
                        <a:ext uri="{FF2B5EF4-FFF2-40B4-BE49-F238E27FC236}">
                          <a16:creationId xmlns:a16="http://schemas.microsoft.com/office/drawing/2014/main" id="{20FABDD7-DDB2-FDF7-0D6A-E2BD57494B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4810" name="任意多边形 5264">
                        <a:extLst>
                          <a:ext uri="{FF2B5EF4-FFF2-40B4-BE49-F238E27FC236}">
                            <a16:creationId xmlns:a16="http://schemas.microsoft.com/office/drawing/2014/main" id="{B29B6677-F30F-BDD6-1CFB-492AFBE9FC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11" name="任意多边形 5265">
                        <a:extLst>
                          <a:ext uri="{FF2B5EF4-FFF2-40B4-BE49-F238E27FC236}">
                            <a16:creationId xmlns:a16="http://schemas.microsoft.com/office/drawing/2014/main" id="{A598DC17-F290-D384-4A6B-419D2717D2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12" name="任意多边形 5266">
                        <a:extLst>
                          <a:ext uri="{FF2B5EF4-FFF2-40B4-BE49-F238E27FC236}">
                            <a16:creationId xmlns:a16="http://schemas.microsoft.com/office/drawing/2014/main" id="{92944492-6BD9-01E1-A8FE-1DCF37D631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806" name="组合 4805">
                      <a:extLst>
                        <a:ext uri="{FF2B5EF4-FFF2-40B4-BE49-F238E27FC236}">
                          <a16:creationId xmlns:a16="http://schemas.microsoft.com/office/drawing/2014/main" id="{532FF6D4-D3F6-EB5D-4009-428B788526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4807" name="任意多边形 5261">
                        <a:extLst>
                          <a:ext uri="{FF2B5EF4-FFF2-40B4-BE49-F238E27FC236}">
                            <a16:creationId xmlns:a16="http://schemas.microsoft.com/office/drawing/2014/main" id="{3E142A5E-E666-3B7E-2FAF-771BB8AE4B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08" name="任意多边形 5262">
                        <a:extLst>
                          <a:ext uri="{FF2B5EF4-FFF2-40B4-BE49-F238E27FC236}">
                            <a16:creationId xmlns:a16="http://schemas.microsoft.com/office/drawing/2014/main" id="{80CDC3DC-3F8C-EFEC-B752-2A3B618664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09" name="任意多边形 5263">
                        <a:extLst>
                          <a:ext uri="{FF2B5EF4-FFF2-40B4-BE49-F238E27FC236}">
                            <a16:creationId xmlns:a16="http://schemas.microsoft.com/office/drawing/2014/main" id="{A198D478-AD48-1BF1-3ABF-401E1A91B5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737" name="组合 4736">
                  <a:extLst>
                    <a:ext uri="{FF2B5EF4-FFF2-40B4-BE49-F238E27FC236}">
                      <a16:creationId xmlns:a16="http://schemas.microsoft.com/office/drawing/2014/main" id="{2AA8A8EE-C2A3-355B-E9C7-015E5EE62802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4786" name="任意多边形 5240">
                    <a:extLst>
                      <a:ext uri="{FF2B5EF4-FFF2-40B4-BE49-F238E27FC236}">
                        <a16:creationId xmlns:a16="http://schemas.microsoft.com/office/drawing/2014/main" id="{74FA2E7F-2D81-E49B-F084-6C4E10EC07E9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787" name="任意多边形 5241">
                    <a:extLst>
                      <a:ext uri="{FF2B5EF4-FFF2-40B4-BE49-F238E27FC236}">
                        <a16:creationId xmlns:a16="http://schemas.microsoft.com/office/drawing/2014/main" id="{39D2298A-65A1-77EA-5742-7B23B10C7133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788" name="组合 4787">
                    <a:extLst>
                      <a:ext uri="{FF2B5EF4-FFF2-40B4-BE49-F238E27FC236}">
                        <a16:creationId xmlns:a16="http://schemas.microsoft.com/office/drawing/2014/main" id="{9CF846D4-107E-1715-ABCD-5D7A416CDB96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4789" name="组合 4788">
                      <a:extLst>
                        <a:ext uri="{FF2B5EF4-FFF2-40B4-BE49-F238E27FC236}">
                          <a16:creationId xmlns:a16="http://schemas.microsoft.com/office/drawing/2014/main" id="{8A077FAE-BB1B-C77C-4AAE-13E0B4D1469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4798" name="任意多边形 5252">
                        <a:extLst>
                          <a:ext uri="{FF2B5EF4-FFF2-40B4-BE49-F238E27FC236}">
                            <a16:creationId xmlns:a16="http://schemas.microsoft.com/office/drawing/2014/main" id="{18273EBB-B466-C782-12A5-8E6E0EE941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99" name="任意多边形 5253">
                        <a:extLst>
                          <a:ext uri="{FF2B5EF4-FFF2-40B4-BE49-F238E27FC236}">
                            <a16:creationId xmlns:a16="http://schemas.microsoft.com/office/drawing/2014/main" id="{84F9E75C-C8FA-7C04-6899-69FE3A9613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800" name="任意多边形 5254">
                        <a:extLst>
                          <a:ext uri="{FF2B5EF4-FFF2-40B4-BE49-F238E27FC236}">
                            <a16:creationId xmlns:a16="http://schemas.microsoft.com/office/drawing/2014/main" id="{B8AFBFE9-E45D-B53A-D353-3E8CBBEB7C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90" name="组合 4789">
                      <a:extLst>
                        <a:ext uri="{FF2B5EF4-FFF2-40B4-BE49-F238E27FC236}">
                          <a16:creationId xmlns:a16="http://schemas.microsoft.com/office/drawing/2014/main" id="{EEB8D8F5-D9A2-CF56-8B4B-2EADBD2878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4795" name="任意多边形 5249">
                        <a:extLst>
                          <a:ext uri="{FF2B5EF4-FFF2-40B4-BE49-F238E27FC236}">
                            <a16:creationId xmlns:a16="http://schemas.microsoft.com/office/drawing/2014/main" id="{0307E402-0D91-7390-7C90-6FFE2D97D1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96" name="任意多边形 5250">
                        <a:extLst>
                          <a:ext uri="{FF2B5EF4-FFF2-40B4-BE49-F238E27FC236}">
                            <a16:creationId xmlns:a16="http://schemas.microsoft.com/office/drawing/2014/main" id="{FFAF044C-93E1-07AC-8360-20E739E58D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97" name="任意多边形 5251">
                        <a:extLst>
                          <a:ext uri="{FF2B5EF4-FFF2-40B4-BE49-F238E27FC236}">
                            <a16:creationId xmlns:a16="http://schemas.microsoft.com/office/drawing/2014/main" id="{DA580AF5-AB88-5D50-562A-1858745040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91" name="组合 4790">
                      <a:extLst>
                        <a:ext uri="{FF2B5EF4-FFF2-40B4-BE49-F238E27FC236}">
                          <a16:creationId xmlns:a16="http://schemas.microsoft.com/office/drawing/2014/main" id="{9256B410-FED7-CC90-7737-F1F8BDD1EA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4792" name="任意多边形 5246">
                        <a:extLst>
                          <a:ext uri="{FF2B5EF4-FFF2-40B4-BE49-F238E27FC236}">
                            <a16:creationId xmlns:a16="http://schemas.microsoft.com/office/drawing/2014/main" id="{BF581719-5FCC-7B78-37A8-FFEAD907C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93" name="任意多边形 5247">
                        <a:extLst>
                          <a:ext uri="{FF2B5EF4-FFF2-40B4-BE49-F238E27FC236}">
                            <a16:creationId xmlns:a16="http://schemas.microsoft.com/office/drawing/2014/main" id="{F3825272-3C94-C391-A561-E0F7571A1D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94" name="任意多边形 5248">
                        <a:extLst>
                          <a:ext uri="{FF2B5EF4-FFF2-40B4-BE49-F238E27FC236}">
                            <a16:creationId xmlns:a16="http://schemas.microsoft.com/office/drawing/2014/main" id="{9BE102CB-1704-6518-D3AF-5F815FE146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738" name="组合 4737">
                  <a:extLst>
                    <a:ext uri="{FF2B5EF4-FFF2-40B4-BE49-F238E27FC236}">
                      <a16:creationId xmlns:a16="http://schemas.microsoft.com/office/drawing/2014/main" id="{DD76AE7C-3316-7BCA-1F3A-E9DF8F1CE270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4771" name="任意多边形 5225">
                    <a:extLst>
                      <a:ext uri="{FF2B5EF4-FFF2-40B4-BE49-F238E27FC236}">
                        <a16:creationId xmlns:a16="http://schemas.microsoft.com/office/drawing/2014/main" id="{E1F3551D-FC52-5FC5-D507-7BFCC41AD6D3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772" name="任意多边形 5226">
                    <a:extLst>
                      <a:ext uri="{FF2B5EF4-FFF2-40B4-BE49-F238E27FC236}">
                        <a16:creationId xmlns:a16="http://schemas.microsoft.com/office/drawing/2014/main" id="{990E3248-D22A-DA52-F892-2D309D355126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773" name="组合 4772">
                    <a:extLst>
                      <a:ext uri="{FF2B5EF4-FFF2-40B4-BE49-F238E27FC236}">
                        <a16:creationId xmlns:a16="http://schemas.microsoft.com/office/drawing/2014/main" id="{3F252625-C987-E6AF-B05E-D3987DB7C412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4774" name="组合 4773">
                      <a:extLst>
                        <a:ext uri="{FF2B5EF4-FFF2-40B4-BE49-F238E27FC236}">
                          <a16:creationId xmlns:a16="http://schemas.microsoft.com/office/drawing/2014/main" id="{300E150E-7302-1C39-6E0D-AA3AB3AE22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4783" name="任意多边形 5237">
                        <a:extLst>
                          <a:ext uri="{FF2B5EF4-FFF2-40B4-BE49-F238E27FC236}">
                            <a16:creationId xmlns:a16="http://schemas.microsoft.com/office/drawing/2014/main" id="{A79D56F1-FFF4-7266-DCAD-E260E41B64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84" name="任意多边形 5238">
                        <a:extLst>
                          <a:ext uri="{FF2B5EF4-FFF2-40B4-BE49-F238E27FC236}">
                            <a16:creationId xmlns:a16="http://schemas.microsoft.com/office/drawing/2014/main" id="{9DD6A3CA-26E6-E224-FA74-90D05C1F5D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85" name="任意多边形 5239">
                        <a:extLst>
                          <a:ext uri="{FF2B5EF4-FFF2-40B4-BE49-F238E27FC236}">
                            <a16:creationId xmlns:a16="http://schemas.microsoft.com/office/drawing/2014/main" id="{E7011FE6-F960-6875-939C-C2C2F45605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75" name="组合 4774">
                      <a:extLst>
                        <a:ext uri="{FF2B5EF4-FFF2-40B4-BE49-F238E27FC236}">
                          <a16:creationId xmlns:a16="http://schemas.microsoft.com/office/drawing/2014/main" id="{20B6C46C-D288-B83F-9860-8DE8FCD4FE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4780" name="任意多边形 5234">
                        <a:extLst>
                          <a:ext uri="{FF2B5EF4-FFF2-40B4-BE49-F238E27FC236}">
                            <a16:creationId xmlns:a16="http://schemas.microsoft.com/office/drawing/2014/main" id="{3DFAFA4A-FBE8-3347-40ED-7B329A439E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81" name="任意多边形 5235">
                        <a:extLst>
                          <a:ext uri="{FF2B5EF4-FFF2-40B4-BE49-F238E27FC236}">
                            <a16:creationId xmlns:a16="http://schemas.microsoft.com/office/drawing/2014/main" id="{0E69ABB9-71C0-B569-684A-1617058F4D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82" name="任意多边形 5236">
                        <a:extLst>
                          <a:ext uri="{FF2B5EF4-FFF2-40B4-BE49-F238E27FC236}">
                            <a16:creationId xmlns:a16="http://schemas.microsoft.com/office/drawing/2014/main" id="{86B0540E-14FD-E792-B9BC-66A3DFE52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76" name="组合 4775">
                      <a:extLst>
                        <a:ext uri="{FF2B5EF4-FFF2-40B4-BE49-F238E27FC236}">
                          <a16:creationId xmlns:a16="http://schemas.microsoft.com/office/drawing/2014/main" id="{C5505423-2DDC-4A56-6836-ACD59E9086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4777" name="任意多边形 5231">
                        <a:extLst>
                          <a:ext uri="{FF2B5EF4-FFF2-40B4-BE49-F238E27FC236}">
                            <a16:creationId xmlns:a16="http://schemas.microsoft.com/office/drawing/2014/main" id="{1089CD02-F97F-6654-482C-C1399ED3EB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78" name="任意多边形 5232">
                        <a:extLst>
                          <a:ext uri="{FF2B5EF4-FFF2-40B4-BE49-F238E27FC236}">
                            <a16:creationId xmlns:a16="http://schemas.microsoft.com/office/drawing/2014/main" id="{290C729D-CE3A-64CB-7F58-B30EC929A9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79" name="任意多边形 5233">
                        <a:extLst>
                          <a:ext uri="{FF2B5EF4-FFF2-40B4-BE49-F238E27FC236}">
                            <a16:creationId xmlns:a16="http://schemas.microsoft.com/office/drawing/2014/main" id="{A2DDE12C-8617-0B73-3C9C-80BD37B1B9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739" name="组合 4738">
                  <a:extLst>
                    <a:ext uri="{FF2B5EF4-FFF2-40B4-BE49-F238E27FC236}">
                      <a16:creationId xmlns:a16="http://schemas.microsoft.com/office/drawing/2014/main" id="{E1A7F5DE-8751-D955-E366-489DC866D306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4756" name="任意多边形 5210">
                    <a:extLst>
                      <a:ext uri="{FF2B5EF4-FFF2-40B4-BE49-F238E27FC236}">
                        <a16:creationId xmlns:a16="http://schemas.microsoft.com/office/drawing/2014/main" id="{538FD684-EE00-E91B-1747-E8DA90110F56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757" name="任意多边形 5211">
                    <a:extLst>
                      <a:ext uri="{FF2B5EF4-FFF2-40B4-BE49-F238E27FC236}">
                        <a16:creationId xmlns:a16="http://schemas.microsoft.com/office/drawing/2014/main" id="{BFBF6D19-FE4E-8B5C-E409-209B665B6F05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758" name="组合 4757">
                    <a:extLst>
                      <a:ext uri="{FF2B5EF4-FFF2-40B4-BE49-F238E27FC236}">
                        <a16:creationId xmlns:a16="http://schemas.microsoft.com/office/drawing/2014/main" id="{44009250-28B7-A630-D659-ABF9DE727A0A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4759" name="组合 4758">
                      <a:extLst>
                        <a:ext uri="{FF2B5EF4-FFF2-40B4-BE49-F238E27FC236}">
                          <a16:creationId xmlns:a16="http://schemas.microsoft.com/office/drawing/2014/main" id="{D5664832-E3A1-5316-9C7F-C3CF1BB002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4768" name="任意多边形 5222">
                        <a:extLst>
                          <a:ext uri="{FF2B5EF4-FFF2-40B4-BE49-F238E27FC236}">
                            <a16:creationId xmlns:a16="http://schemas.microsoft.com/office/drawing/2014/main" id="{4B11A908-C8D7-7165-D55C-CEBB47599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69" name="任意多边形 5223">
                        <a:extLst>
                          <a:ext uri="{FF2B5EF4-FFF2-40B4-BE49-F238E27FC236}">
                            <a16:creationId xmlns:a16="http://schemas.microsoft.com/office/drawing/2014/main" id="{AAF9B1E8-6F66-0DD9-5C94-8C1AD806ED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70" name="任意多边形 5224">
                        <a:extLst>
                          <a:ext uri="{FF2B5EF4-FFF2-40B4-BE49-F238E27FC236}">
                            <a16:creationId xmlns:a16="http://schemas.microsoft.com/office/drawing/2014/main" id="{9472685E-10C2-6FE6-9120-C0E75D8920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60" name="组合 4759">
                      <a:extLst>
                        <a:ext uri="{FF2B5EF4-FFF2-40B4-BE49-F238E27FC236}">
                          <a16:creationId xmlns:a16="http://schemas.microsoft.com/office/drawing/2014/main" id="{ADFB0764-C7F5-D438-CD42-5CE8552C9A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4765" name="任意多边形 5219">
                        <a:extLst>
                          <a:ext uri="{FF2B5EF4-FFF2-40B4-BE49-F238E27FC236}">
                            <a16:creationId xmlns:a16="http://schemas.microsoft.com/office/drawing/2014/main" id="{66FD2097-B5D3-BF68-C422-1BE0110062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66" name="任意多边形 5220">
                        <a:extLst>
                          <a:ext uri="{FF2B5EF4-FFF2-40B4-BE49-F238E27FC236}">
                            <a16:creationId xmlns:a16="http://schemas.microsoft.com/office/drawing/2014/main" id="{756A1CC4-BEE6-2532-FD84-10F3B6B0FA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67" name="任意多边形 5221">
                        <a:extLst>
                          <a:ext uri="{FF2B5EF4-FFF2-40B4-BE49-F238E27FC236}">
                            <a16:creationId xmlns:a16="http://schemas.microsoft.com/office/drawing/2014/main" id="{1163A156-E272-1ABD-8028-B385C669DA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61" name="组合 4760">
                      <a:extLst>
                        <a:ext uri="{FF2B5EF4-FFF2-40B4-BE49-F238E27FC236}">
                          <a16:creationId xmlns:a16="http://schemas.microsoft.com/office/drawing/2014/main" id="{C18DFD6A-39CC-D490-B606-B32E242C85E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4762" name="任意多边形 5216">
                        <a:extLst>
                          <a:ext uri="{FF2B5EF4-FFF2-40B4-BE49-F238E27FC236}">
                            <a16:creationId xmlns:a16="http://schemas.microsoft.com/office/drawing/2014/main" id="{DB9CB5D9-B83D-4A1C-096F-391DDB2EC9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63" name="任意多边形 5217">
                        <a:extLst>
                          <a:ext uri="{FF2B5EF4-FFF2-40B4-BE49-F238E27FC236}">
                            <a16:creationId xmlns:a16="http://schemas.microsoft.com/office/drawing/2014/main" id="{3B9FCE6C-B582-9A4E-295C-267B3D678B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64" name="任意多边形 5218">
                        <a:extLst>
                          <a:ext uri="{FF2B5EF4-FFF2-40B4-BE49-F238E27FC236}">
                            <a16:creationId xmlns:a16="http://schemas.microsoft.com/office/drawing/2014/main" id="{8C55EFF4-6C65-C47E-E9A3-234E0862C2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740" name="组合 4739">
                  <a:extLst>
                    <a:ext uri="{FF2B5EF4-FFF2-40B4-BE49-F238E27FC236}">
                      <a16:creationId xmlns:a16="http://schemas.microsoft.com/office/drawing/2014/main" id="{9CF86375-9F3C-8871-5681-88BBF2635FAE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4741" name="任意多边形 5195">
                    <a:extLst>
                      <a:ext uri="{FF2B5EF4-FFF2-40B4-BE49-F238E27FC236}">
                        <a16:creationId xmlns:a16="http://schemas.microsoft.com/office/drawing/2014/main" id="{90360AD6-4462-E1C4-3255-DFA6051928C2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742" name="任意多边形 5196">
                    <a:extLst>
                      <a:ext uri="{FF2B5EF4-FFF2-40B4-BE49-F238E27FC236}">
                        <a16:creationId xmlns:a16="http://schemas.microsoft.com/office/drawing/2014/main" id="{F15A0532-E041-D63E-465C-BC601B7697F8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743" name="组合 4742">
                    <a:extLst>
                      <a:ext uri="{FF2B5EF4-FFF2-40B4-BE49-F238E27FC236}">
                        <a16:creationId xmlns:a16="http://schemas.microsoft.com/office/drawing/2014/main" id="{0035C2F0-AAE0-41E4-E824-F9705116AC86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4744" name="组合 4743">
                      <a:extLst>
                        <a:ext uri="{FF2B5EF4-FFF2-40B4-BE49-F238E27FC236}">
                          <a16:creationId xmlns:a16="http://schemas.microsoft.com/office/drawing/2014/main" id="{37C16FEF-0169-DE46-9FCA-5AE6559A52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4753" name="任意多边形 5207">
                        <a:extLst>
                          <a:ext uri="{FF2B5EF4-FFF2-40B4-BE49-F238E27FC236}">
                            <a16:creationId xmlns:a16="http://schemas.microsoft.com/office/drawing/2014/main" id="{6E02FCA7-084B-D68F-CCEF-9AAEFF8891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54" name="任意多边形 5208">
                        <a:extLst>
                          <a:ext uri="{FF2B5EF4-FFF2-40B4-BE49-F238E27FC236}">
                            <a16:creationId xmlns:a16="http://schemas.microsoft.com/office/drawing/2014/main" id="{63CB1FB8-5C71-68A0-B807-560584626F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55" name="任意多边形 5209">
                        <a:extLst>
                          <a:ext uri="{FF2B5EF4-FFF2-40B4-BE49-F238E27FC236}">
                            <a16:creationId xmlns:a16="http://schemas.microsoft.com/office/drawing/2014/main" id="{AA62AA74-5985-1963-4FF9-CE8EA333E4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45" name="组合 4744">
                      <a:extLst>
                        <a:ext uri="{FF2B5EF4-FFF2-40B4-BE49-F238E27FC236}">
                          <a16:creationId xmlns:a16="http://schemas.microsoft.com/office/drawing/2014/main" id="{B6786E42-FCFB-7CCE-B4F8-940E8344D6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4750" name="任意多边形 5204">
                        <a:extLst>
                          <a:ext uri="{FF2B5EF4-FFF2-40B4-BE49-F238E27FC236}">
                            <a16:creationId xmlns:a16="http://schemas.microsoft.com/office/drawing/2014/main" id="{FC90EBD1-C998-C894-9849-51D08FE345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51" name="任意多边形 5205">
                        <a:extLst>
                          <a:ext uri="{FF2B5EF4-FFF2-40B4-BE49-F238E27FC236}">
                            <a16:creationId xmlns:a16="http://schemas.microsoft.com/office/drawing/2014/main" id="{85BF3CF3-A9FB-3255-ACD1-B06D191967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52" name="任意多边形 5206">
                        <a:extLst>
                          <a:ext uri="{FF2B5EF4-FFF2-40B4-BE49-F238E27FC236}">
                            <a16:creationId xmlns:a16="http://schemas.microsoft.com/office/drawing/2014/main" id="{4B2FE7B4-E1C0-C2A5-82E8-F50BD63C79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46" name="组合 4745">
                      <a:extLst>
                        <a:ext uri="{FF2B5EF4-FFF2-40B4-BE49-F238E27FC236}">
                          <a16:creationId xmlns:a16="http://schemas.microsoft.com/office/drawing/2014/main" id="{AFAC93BD-E374-4C39-3D83-C31333FFEE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4747" name="任意多边形 5201">
                        <a:extLst>
                          <a:ext uri="{FF2B5EF4-FFF2-40B4-BE49-F238E27FC236}">
                            <a16:creationId xmlns:a16="http://schemas.microsoft.com/office/drawing/2014/main" id="{89910105-C1C6-1316-59AC-7F7FAA5751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48" name="任意多边形 5202">
                        <a:extLst>
                          <a:ext uri="{FF2B5EF4-FFF2-40B4-BE49-F238E27FC236}">
                            <a16:creationId xmlns:a16="http://schemas.microsoft.com/office/drawing/2014/main" id="{7F28D9E5-974A-3FE0-D486-5A8684E66C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49" name="任意多边形 5203">
                        <a:extLst>
                          <a:ext uri="{FF2B5EF4-FFF2-40B4-BE49-F238E27FC236}">
                            <a16:creationId xmlns:a16="http://schemas.microsoft.com/office/drawing/2014/main" id="{72CE4948-1A19-54A4-2C59-3DC740A5A4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4638" name="组合 4637">
                <a:extLst>
                  <a:ext uri="{FF2B5EF4-FFF2-40B4-BE49-F238E27FC236}">
                    <a16:creationId xmlns:a16="http://schemas.microsoft.com/office/drawing/2014/main" id="{903F865A-5DBA-CBF6-93ED-99D00AEFC8A9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4639" name="组合 4638">
                  <a:extLst>
                    <a:ext uri="{FF2B5EF4-FFF2-40B4-BE49-F238E27FC236}">
                      <a16:creationId xmlns:a16="http://schemas.microsoft.com/office/drawing/2014/main" id="{F4D49324-A0BB-B7CA-9147-EA1F706F2D96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4720" name="任意多边形 5174">
                    <a:extLst>
                      <a:ext uri="{FF2B5EF4-FFF2-40B4-BE49-F238E27FC236}">
                        <a16:creationId xmlns:a16="http://schemas.microsoft.com/office/drawing/2014/main" id="{09446998-EADA-7A56-28A4-7F24E5C44383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721" name="任意多边形 5175">
                    <a:extLst>
                      <a:ext uri="{FF2B5EF4-FFF2-40B4-BE49-F238E27FC236}">
                        <a16:creationId xmlns:a16="http://schemas.microsoft.com/office/drawing/2014/main" id="{E1A58CB4-AE9D-2F7A-E991-E2DA7213430F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722" name="组合 4721">
                    <a:extLst>
                      <a:ext uri="{FF2B5EF4-FFF2-40B4-BE49-F238E27FC236}">
                        <a16:creationId xmlns:a16="http://schemas.microsoft.com/office/drawing/2014/main" id="{039A63FC-8039-8C3D-395B-CB1458299883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4723" name="组合 4722">
                      <a:extLst>
                        <a:ext uri="{FF2B5EF4-FFF2-40B4-BE49-F238E27FC236}">
                          <a16:creationId xmlns:a16="http://schemas.microsoft.com/office/drawing/2014/main" id="{BCECC1E6-FD39-324F-3618-066417FC95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4732" name="任意多边形 5186">
                        <a:extLst>
                          <a:ext uri="{FF2B5EF4-FFF2-40B4-BE49-F238E27FC236}">
                            <a16:creationId xmlns:a16="http://schemas.microsoft.com/office/drawing/2014/main" id="{2A2ABC49-FA67-A3F0-8215-81B6059812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33" name="任意多边形 5187">
                        <a:extLst>
                          <a:ext uri="{FF2B5EF4-FFF2-40B4-BE49-F238E27FC236}">
                            <a16:creationId xmlns:a16="http://schemas.microsoft.com/office/drawing/2014/main" id="{50BA01A7-5214-B2E3-0CF6-9845C756A7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34" name="任意多边形 5188">
                        <a:extLst>
                          <a:ext uri="{FF2B5EF4-FFF2-40B4-BE49-F238E27FC236}">
                            <a16:creationId xmlns:a16="http://schemas.microsoft.com/office/drawing/2014/main" id="{F16D067F-0410-3276-CC0D-E9F541CC3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24" name="组合 4723">
                      <a:extLst>
                        <a:ext uri="{FF2B5EF4-FFF2-40B4-BE49-F238E27FC236}">
                          <a16:creationId xmlns:a16="http://schemas.microsoft.com/office/drawing/2014/main" id="{D939F656-2FBC-974F-C65E-987829A4A8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4729" name="任意多边形 5183">
                        <a:extLst>
                          <a:ext uri="{FF2B5EF4-FFF2-40B4-BE49-F238E27FC236}">
                            <a16:creationId xmlns:a16="http://schemas.microsoft.com/office/drawing/2014/main" id="{81DFDA59-3B8B-6260-D436-9E94E2D8B3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30" name="任意多边形 5184">
                        <a:extLst>
                          <a:ext uri="{FF2B5EF4-FFF2-40B4-BE49-F238E27FC236}">
                            <a16:creationId xmlns:a16="http://schemas.microsoft.com/office/drawing/2014/main" id="{DE0E4DEC-F26E-B2F5-92CE-3F4875FD9C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31" name="任意多边形 5185">
                        <a:extLst>
                          <a:ext uri="{FF2B5EF4-FFF2-40B4-BE49-F238E27FC236}">
                            <a16:creationId xmlns:a16="http://schemas.microsoft.com/office/drawing/2014/main" id="{2F63E7F2-36C4-B176-CA1E-DCDB72AFB6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25" name="组合 4724">
                      <a:extLst>
                        <a:ext uri="{FF2B5EF4-FFF2-40B4-BE49-F238E27FC236}">
                          <a16:creationId xmlns:a16="http://schemas.microsoft.com/office/drawing/2014/main" id="{345BFEB9-45CE-7AF2-E76B-FFB6789FCC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4726" name="任意多边形 5180">
                        <a:extLst>
                          <a:ext uri="{FF2B5EF4-FFF2-40B4-BE49-F238E27FC236}">
                            <a16:creationId xmlns:a16="http://schemas.microsoft.com/office/drawing/2014/main" id="{2EDB8600-16B6-1935-A098-506117F9AA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27" name="任意多边形 5181">
                        <a:extLst>
                          <a:ext uri="{FF2B5EF4-FFF2-40B4-BE49-F238E27FC236}">
                            <a16:creationId xmlns:a16="http://schemas.microsoft.com/office/drawing/2014/main" id="{ED484DB3-B8A7-92C7-A816-7ADA1704E3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28" name="任意多边形 5182">
                        <a:extLst>
                          <a:ext uri="{FF2B5EF4-FFF2-40B4-BE49-F238E27FC236}">
                            <a16:creationId xmlns:a16="http://schemas.microsoft.com/office/drawing/2014/main" id="{359E07E8-CDA6-4108-CF2E-6873CE2141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640" name="组合 4639">
                  <a:extLst>
                    <a:ext uri="{FF2B5EF4-FFF2-40B4-BE49-F238E27FC236}">
                      <a16:creationId xmlns:a16="http://schemas.microsoft.com/office/drawing/2014/main" id="{1AADDDF0-1D5B-79A8-4B7D-F3729234FF34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4705" name="任意多边形 5159">
                    <a:extLst>
                      <a:ext uri="{FF2B5EF4-FFF2-40B4-BE49-F238E27FC236}">
                        <a16:creationId xmlns:a16="http://schemas.microsoft.com/office/drawing/2014/main" id="{394FD35A-E679-0E72-0792-4BF237305844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706" name="任意多边形 5160">
                    <a:extLst>
                      <a:ext uri="{FF2B5EF4-FFF2-40B4-BE49-F238E27FC236}">
                        <a16:creationId xmlns:a16="http://schemas.microsoft.com/office/drawing/2014/main" id="{59D4E98C-59FA-9914-78D5-6BB9E38E1EEB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707" name="组合 4706">
                    <a:extLst>
                      <a:ext uri="{FF2B5EF4-FFF2-40B4-BE49-F238E27FC236}">
                        <a16:creationId xmlns:a16="http://schemas.microsoft.com/office/drawing/2014/main" id="{7CC1DE49-51CE-925F-06BA-D4DA392DA8A2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4708" name="组合 4707">
                      <a:extLst>
                        <a:ext uri="{FF2B5EF4-FFF2-40B4-BE49-F238E27FC236}">
                          <a16:creationId xmlns:a16="http://schemas.microsoft.com/office/drawing/2014/main" id="{902265E5-1F23-A6E8-AECA-DDA3C094AF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4717" name="任意多边形 5171">
                        <a:extLst>
                          <a:ext uri="{FF2B5EF4-FFF2-40B4-BE49-F238E27FC236}">
                            <a16:creationId xmlns:a16="http://schemas.microsoft.com/office/drawing/2014/main" id="{D7AE8064-958A-BF3D-723C-C4055A14A3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18" name="任意多边形 5172">
                        <a:extLst>
                          <a:ext uri="{FF2B5EF4-FFF2-40B4-BE49-F238E27FC236}">
                            <a16:creationId xmlns:a16="http://schemas.microsoft.com/office/drawing/2014/main" id="{9D602878-E6EC-FAD7-E7FC-6766EB9B5E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19" name="任意多边形 5173">
                        <a:extLst>
                          <a:ext uri="{FF2B5EF4-FFF2-40B4-BE49-F238E27FC236}">
                            <a16:creationId xmlns:a16="http://schemas.microsoft.com/office/drawing/2014/main" id="{39D89EE7-99E3-5555-AACE-3E4688616F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09" name="组合 4708">
                      <a:extLst>
                        <a:ext uri="{FF2B5EF4-FFF2-40B4-BE49-F238E27FC236}">
                          <a16:creationId xmlns:a16="http://schemas.microsoft.com/office/drawing/2014/main" id="{84D5C847-F62C-E973-B6A3-32B6A9A0CA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4714" name="任意多边形 5168">
                        <a:extLst>
                          <a:ext uri="{FF2B5EF4-FFF2-40B4-BE49-F238E27FC236}">
                            <a16:creationId xmlns:a16="http://schemas.microsoft.com/office/drawing/2014/main" id="{5CE5A5BD-9088-A5CF-BB46-0B2337681B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15" name="任意多边形 5169">
                        <a:extLst>
                          <a:ext uri="{FF2B5EF4-FFF2-40B4-BE49-F238E27FC236}">
                            <a16:creationId xmlns:a16="http://schemas.microsoft.com/office/drawing/2014/main" id="{2DC52908-AC79-D57C-F193-F6930862F0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16" name="任意多边形 5170">
                        <a:extLst>
                          <a:ext uri="{FF2B5EF4-FFF2-40B4-BE49-F238E27FC236}">
                            <a16:creationId xmlns:a16="http://schemas.microsoft.com/office/drawing/2014/main" id="{A7F39FFB-A3CE-9A15-D083-93A1A248A7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710" name="组合 4709">
                      <a:extLst>
                        <a:ext uri="{FF2B5EF4-FFF2-40B4-BE49-F238E27FC236}">
                          <a16:creationId xmlns:a16="http://schemas.microsoft.com/office/drawing/2014/main" id="{51C45F84-6AEE-D83E-4D7E-B08AD5DFF3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4711" name="任意多边形 5165">
                        <a:extLst>
                          <a:ext uri="{FF2B5EF4-FFF2-40B4-BE49-F238E27FC236}">
                            <a16:creationId xmlns:a16="http://schemas.microsoft.com/office/drawing/2014/main" id="{07A4E061-4CA8-F60E-360E-FCF326B284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12" name="任意多边形 5166">
                        <a:extLst>
                          <a:ext uri="{FF2B5EF4-FFF2-40B4-BE49-F238E27FC236}">
                            <a16:creationId xmlns:a16="http://schemas.microsoft.com/office/drawing/2014/main" id="{4B02F9E4-E150-C731-BF6D-3B4EE0AAFF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13" name="任意多边形 5167">
                        <a:extLst>
                          <a:ext uri="{FF2B5EF4-FFF2-40B4-BE49-F238E27FC236}">
                            <a16:creationId xmlns:a16="http://schemas.microsoft.com/office/drawing/2014/main" id="{6C2D32C7-B8BC-F25D-DBC5-2F0D228963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641" name="组合 4640">
                  <a:extLst>
                    <a:ext uri="{FF2B5EF4-FFF2-40B4-BE49-F238E27FC236}">
                      <a16:creationId xmlns:a16="http://schemas.microsoft.com/office/drawing/2014/main" id="{A8D9E31E-D19E-D9A8-414E-4549B6816901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4690" name="任意多边形 5144">
                    <a:extLst>
                      <a:ext uri="{FF2B5EF4-FFF2-40B4-BE49-F238E27FC236}">
                        <a16:creationId xmlns:a16="http://schemas.microsoft.com/office/drawing/2014/main" id="{0C2F9FB7-8C77-6D46-977F-B2DA1155213C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691" name="任意多边形 5145">
                    <a:extLst>
                      <a:ext uri="{FF2B5EF4-FFF2-40B4-BE49-F238E27FC236}">
                        <a16:creationId xmlns:a16="http://schemas.microsoft.com/office/drawing/2014/main" id="{AC3AB06C-BFA2-DE06-C3B5-91704FCE11F3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692" name="组合 4691">
                    <a:extLst>
                      <a:ext uri="{FF2B5EF4-FFF2-40B4-BE49-F238E27FC236}">
                        <a16:creationId xmlns:a16="http://schemas.microsoft.com/office/drawing/2014/main" id="{90013141-3420-110C-668A-414C7ADEB14C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4693" name="组合 4692">
                      <a:extLst>
                        <a:ext uri="{FF2B5EF4-FFF2-40B4-BE49-F238E27FC236}">
                          <a16:creationId xmlns:a16="http://schemas.microsoft.com/office/drawing/2014/main" id="{56E203E7-3955-A548-55F1-7A1F15D92A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4702" name="任意多边形 5156">
                        <a:extLst>
                          <a:ext uri="{FF2B5EF4-FFF2-40B4-BE49-F238E27FC236}">
                            <a16:creationId xmlns:a16="http://schemas.microsoft.com/office/drawing/2014/main" id="{79BA1D1A-0A4F-7F7A-FE95-02CA978A80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03" name="任意多边形 5157">
                        <a:extLst>
                          <a:ext uri="{FF2B5EF4-FFF2-40B4-BE49-F238E27FC236}">
                            <a16:creationId xmlns:a16="http://schemas.microsoft.com/office/drawing/2014/main" id="{43F1E981-C874-5E95-D66B-A53F50920B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04" name="任意多边形 5158">
                        <a:extLst>
                          <a:ext uri="{FF2B5EF4-FFF2-40B4-BE49-F238E27FC236}">
                            <a16:creationId xmlns:a16="http://schemas.microsoft.com/office/drawing/2014/main" id="{8FCE76D7-FE11-4F83-B008-29A37BB1D8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94" name="组合 4693">
                      <a:extLst>
                        <a:ext uri="{FF2B5EF4-FFF2-40B4-BE49-F238E27FC236}">
                          <a16:creationId xmlns:a16="http://schemas.microsoft.com/office/drawing/2014/main" id="{694880DA-D8A5-6F4A-1393-6EFAC48B70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4699" name="任意多边形 5153">
                        <a:extLst>
                          <a:ext uri="{FF2B5EF4-FFF2-40B4-BE49-F238E27FC236}">
                            <a16:creationId xmlns:a16="http://schemas.microsoft.com/office/drawing/2014/main" id="{2344624A-4F6F-462B-BBE8-E428D6FA0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00" name="任意多边形 5154">
                        <a:extLst>
                          <a:ext uri="{FF2B5EF4-FFF2-40B4-BE49-F238E27FC236}">
                            <a16:creationId xmlns:a16="http://schemas.microsoft.com/office/drawing/2014/main" id="{72A56F34-3C0E-36B9-6A85-915BE90136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701" name="任意多边形 5155">
                        <a:extLst>
                          <a:ext uri="{FF2B5EF4-FFF2-40B4-BE49-F238E27FC236}">
                            <a16:creationId xmlns:a16="http://schemas.microsoft.com/office/drawing/2014/main" id="{A0AAA26C-3991-D732-F659-04700447B9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95" name="组合 4694">
                      <a:extLst>
                        <a:ext uri="{FF2B5EF4-FFF2-40B4-BE49-F238E27FC236}">
                          <a16:creationId xmlns:a16="http://schemas.microsoft.com/office/drawing/2014/main" id="{C72D34CF-B378-613D-B505-C1ED5216B7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4696" name="任意多边形 5150">
                        <a:extLst>
                          <a:ext uri="{FF2B5EF4-FFF2-40B4-BE49-F238E27FC236}">
                            <a16:creationId xmlns:a16="http://schemas.microsoft.com/office/drawing/2014/main" id="{C937950E-F35D-F2B4-A8C6-BE48BBF397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97" name="任意多边形 5151">
                        <a:extLst>
                          <a:ext uri="{FF2B5EF4-FFF2-40B4-BE49-F238E27FC236}">
                            <a16:creationId xmlns:a16="http://schemas.microsoft.com/office/drawing/2014/main" id="{D4B1A4D6-EF82-D37E-35FE-E93307EC05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98" name="任意多边形 5152">
                        <a:extLst>
                          <a:ext uri="{FF2B5EF4-FFF2-40B4-BE49-F238E27FC236}">
                            <a16:creationId xmlns:a16="http://schemas.microsoft.com/office/drawing/2014/main" id="{71F240C5-48FB-8496-2F9D-BC27ED005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642" name="组合 4641">
                  <a:extLst>
                    <a:ext uri="{FF2B5EF4-FFF2-40B4-BE49-F238E27FC236}">
                      <a16:creationId xmlns:a16="http://schemas.microsoft.com/office/drawing/2014/main" id="{CDDD8BA2-5216-9A7C-8E2D-DF5BA89A5F92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4675" name="任意多边形 5129">
                    <a:extLst>
                      <a:ext uri="{FF2B5EF4-FFF2-40B4-BE49-F238E27FC236}">
                        <a16:creationId xmlns:a16="http://schemas.microsoft.com/office/drawing/2014/main" id="{138E0A5A-9E56-A460-6214-35A1C485E9C5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676" name="任意多边形 5130">
                    <a:extLst>
                      <a:ext uri="{FF2B5EF4-FFF2-40B4-BE49-F238E27FC236}">
                        <a16:creationId xmlns:a16="http://schemas.microsoft.com/office/drawing/2014/main" id="{F121B78D-B02C-C773-29A8-BCEE7B1B2CE8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677" name="组合 4676">
                    <a:extLst>
                      <a:ext uri="{FF2B5EF4-FFF2-40B4-BE49-F238E27FC236}">
                        <a16:creationId xmlns:a16="http://schemas.microsoft.com/office/drawing/2014/main" id="{D1E3D686-D343-69D5-350B-CD5DAE215152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4678" name="组合 4677">
                      <a:extLst>
                        <a:ext uri="{FF2B5EF4-FFF2-40B4-BE49-F238E27FC236}">
                          <a16:creationId xmlns:a16="http://schemas.microsoft.com/office/drawing/2014/main" id="{C5A736CC-077B-6286-336C-11D9DC8F18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4687" name="任意多边形 5141">
                        <a:extLst>
                          <a:ext uri="{FF2B5EF4-FFF2-40B4-BE49-F238E27FC236}">
                            <a16:creationId xmlns:a16="http://schemas.microsoft.com/office/drawing/2014/main" id="{EEB93D39-8371-1F39-5DA4-41398DACF8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88" name="任意多边形 5142">
                        <a:extLst>
                          <a:ext uri="{FF2B5EF4-FFF2-40B4-BE49-F238E27FC236}">
                            <a16:creationId xmlns:a16="http://schemas.microsoft.com/office/drawing/2014/main" id="{01A19321-2B76-81D1-3613-DCF67513FC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89" name="任意多边形 5143">
                        <a:extLst>
                          <a:ext uri="{FF2B5EF4-FFF2-40B4-BE49-F238E27FC236}">
                            <a16:creationId xmlns:a16="http://schemas.microsoft.com/office/drawing/2014/main" id="{9C4A4A52-474B-EE0F-4160-F95F1E0A63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79" name="组合 4678">
                      <a:extLst>
                        <a:ext uri="{FF2B5EF4-FFF2-40B4-BE49-F238E27FC236}">
                          <a16:creationId xmlns:a16="http://schemas.microsoft.com/office/drawing/2014/main" id="{A1877BEF-8BD2-4104-7A02-85C0880B808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4684" name="任意多边形 5138">
                        <a:extLst>
                          <a:ext uri="{FF2B5EF4-FFF2-40B4-BE49-F238E27FC236}">
                            <a16:creationId xmlns:a16="http://schemas.microsoft.com/office/drawing/2014/main" id="{A4A44191-8CD6-2B12-C598-FC60EDEE9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85" name="任意多边形 5139">
                        <a:extLst>
                          <a:ext uri="{FF2B5EF4-FFF2-40B4-BE49-F238E27FC236}">
                            <a16:creationId xmlns:a16="http://schemas.microsoft.com/office/drawing/2014/main" id="{7C4496BB-DFA8-1559-B227-F2C57954E7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86" name="任意多边形 5140">
                        <a:extLst>
                          <a:ext uri="{FF2B5EF4-FFF2-40B4-BE49-F238E27FC236}">
                            <a16:creationId xmlns:a16="http://schemas.microsoft.com/office/drawing/2014/main" id="{73422734-B6F1-81FC-F014-14E88C2A79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80" name="组合 4679">
                      <a:extLst>
                        <a:ext uri="{FF2B5EF4-FFF2-40B4-BE49-F238E27FC236}">
                          <a16:creationId xmlns:a16="http://schemas.microsoft.com/office/drawing/2014/main" id="{8C5D7C56-5667-A24B-B2F3-99967C2013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4681" name="任意多边形 5135">
                        <a:extLst>
                          <a:ext uri="{FF2B5EF4-FFF2-40B4-BE49-F238E27FC236}">
                            <a16:creationId xmlns:a16="http://schemas.microsoft.com/office/drawing/2014/main" id="{B765B6F1-1BD1-4FC3-D41A-6D3ED9EFE0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82" name="任意多边形 5136">
                        <a:extLst>
                          <a:ext uri="{FF2B5EF4-FFF2-40B4-BE49-F238E27FC236}">
                            <a16:creationId xmlns:a16="http://schemas.microsoft.com/office/drawing/2014/main" id="{D2B4F586-DB92-FD5D-A1EC-538FBC87FB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83" name="任意多边形 5137">
                        <a:extLst>
                          <a:ext uri="{FF2B5EF4-FFF2-40B4-BE49-F238E27FC236}">
                            <a16:creationId xmlns:a16="http://schemas.microsoft.com/office/drawing/2014/main" id="{2A1C0FD6-CF7F-A33B-D222-569779FABA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643" name="组合 4642">
                  <a:extLst>
                    <a:ext uri="{FF2B5EF4-FFF2-40B4-BE49-F238E27FC236}">
                      <a16:creationId xmlns:a16="http://schemas.microsoft.com/office/drawing/2014/main" id="{D3825D29-A9F5-A4A5-3B26-11FFB8004F71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4660" name="任意多边形 5114">
                    <a:extLst>
                      <a:ext uri="{FF2B5EF4-FFF2-40B4-BE49-F238E27FC236}">
                        <a16:creationId xmlns:a16="http://schemas.microsoft.com/office/drawing/2014/main" id="{B1B5CA82-619E-C245-606B-BB1DB9ABA716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661" name="任意多边形 5115">
                    <a:extLst>
                      <a:ext uri="{FF2B5EF4-FFF2-40B4-BE49-F238E27FC236}">
                        <a16:creationId xmlns:a16="http://schemas.microsoft.com/office/drawing/2014/main" id="{12B7D0FB-CA8C-380F-9FAA-8DC0B4835275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662" name="组合 4661">
                    <a:extLst>
                      <a:ext uri="{FF2B5EF4-FFF2-40B4-BE49-F238E27FC236}">
                        <a16:creationId xmlns:a16="http://schemas.microsoft.com/office/drawing/2014/main" id="{C303A05D-6A28-37C8-E04B-5A172B846547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4663" name="组合 4662">
                      <a:extLst>
                        <a:ext uri="{FF2B5EF4-FFF2-40B4-BE49-F238E27FC236}">
                          <a16:creationId xmlns:a16="http://schemas.microsoft.com/office/drawing/2014/main" id="{6A91668F-F38A-82FB-A790-1CCB7395F3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4672" name="任意多边形 5126">
                        <a:extLst>
                          <a:ext uri="{FF2B5EF4-FFF2-40B4-BE49-F238E27FC236}">
                            <a16:creationId xmlns:a16="http://schemas.microsoft.com/office/drawing/2014/main" id="{0F213A75-AF45-86B0-9E7B-9542BDD80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73" name="任意多边形 5127">
                        <a:extLst>
                          <a:ext uri="{FF2B5EF4-FFF2-40B4-BE49-F238E27FC236}">
                            <a16:creationId xmlns:a16="http://schemas.microsoft.com/office/drawing/2014/main" id="{AC2AC290-FA09-8962-14BA-258D57D0B8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74" name="任意多边形 5128">
                        <a:extLst>
                          <a:ext uri="{FF2B5EF4-FFF2-40B4-BE49-F238E27FC236}">
                            <a16:creationId xmlns:a16="http://schemas.microsoft.com/office/drawing/2014/main" id="{805B6631-FD4A-5BC8-83F4-B7E27C3019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64" name="组合 4663">
                      <a:extLst>
                        <a:ext uri="{FF2B5EF4-FFF2-40B4-BE49-F238E27FC236}">
                          <a16:creationId xmlns:a16="http://schemas.microsoft.com/office/drawing/2014/main" id="{206605E5-92F8-2CAB-E5AF-89F7940F00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4669" name="任意多边形 5123">
                        <a:extLst>
                          <a:ext uri="{FF2B5EF4-FFF2-40B4-BE49-F238E27FC236}">
                            <a16:creationId xmlns:a16="http://schemas.microsoft.com/office/drawing/2014/main" id="{1E214091-1C90-B139-B607-D7D6A56A9A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70" name="任意多边形 5124">
                        <a:extLst>
                          <a:ext uri="{FF2B5EF4-FFF2-40B4-BE49-F238E27FC236}">
                            <a16:creationId xmlns:a16="http://schemas.microsoft.com/office/drawing/2014/main" id="{9D96FFA1-AF2C-2CBB-8C1D-A14C4FF65F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71" name="任意多边形 5125">
                        <a:extLst>
                          <a:ext uri="{FF2B5EF4-FFF2-40B4-BE49-F238E27FC236}">
                            <a16:creationId xmlns:a16="http://schemas.microsoft.com/office/drawing/2014/main" id="{2EC0D746-5C3C-EB3C-2007-E703A66C70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65" name="组合 4664">
                      <a:extLst>
                        <a:ext uri="{FF2B5EF4-FFF2-40B4-BE49-F238E27FC236}">
                          <a16:creationId xmlns:a16="http://schemas.microsoft.com/office/drawing/2014/main" id="{B25AD886-784C-B51E-DD3A-3CA9F942CB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4666" name="任意多边形 5120">
                        <a:extLst>
                          <a:ext uri="{FF2B5EF4-FFF2-40B4-BE49-F238E27FC236}">
                            <a16:creationId xmlns:a16="http://schemas.microsoft.com/office/drawing/2014/main" id="{70BC1D86-5E51-0517-D246-17CE64BAE8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67" name="任意多边形 5121">
                        <a:extLst>
                          <a:ext uri="{FF2B5EF4-FFF2-40B4-BE49-F238E27FC236}">
                            <a16:creationId xmlns:a16="http://schemas.microsoft.com/office/drawing/2014/main" id="{ACF1783B-FECB-A91C-3171-67D8DB6A15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68" name="任意多边形 5122">
                        <a:extLst>
                          <a:ext uri="{FF2B5EF4-FFF2-40B4-BE49-F238E27FC236}">
                            <a16:creationId xmlns:a16="http://schemas.microsoft.com/office/drawing/2014/main" id="{B283DF6A-D37F-7B31-F0ED-7EBA90045B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644" name="组合 4643">
                  <a:extLst>
                    <a:ext uri="{FF2B5EF4-FFF2-40B4-BE49-F238E27FC236}">
                      <a16:creationId xmlns:a16="http://schemas.microsoft.com/office/drawing/2014/main" id="{B8EBB48D-9369-6A97-6E48-7A41E23C4DBD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4645" name="任意多边形 5099">
                    <a:extLst>
                      <a:ext uri="{FF2B5EF4-FFF2-40B4-BE49-F238E27FC236}">
                        <a16:creationId xmlns:a16="http://schemas.microsoft.com/office/drawing/2014/main" id="{51A18473-FBD1-22DF-4C24-5D1E58997B75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646" name="任意多边形 5100">
                    <a:extLst>
                      <a:ext uri="{FF2B5EF4-FFF2-40B4-BE49-F238E27FC236}">
                        <a16:creationId xmlns:a16="http://schemas.microsoft.com/office/drawing/2014/main" id="{0F020EE6-7B16-BCE1-2C7D-949FA51A5C8A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647" name="组合 4646">
                    <a:extLst>
                      <a:ext uri="{FF2B5EF4-FFF2-40B4-BE49-F238E27FC236}">
                        <a16:creationId xmlns:a16="http://schemas.microsoft.com/office/drawing/2014/main" id="{51DC9772-DA5B-D1A5-8C29-5BE684C4E321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4648" name="组合 4647">
                      <a:extLst>
                        <a:ext uri="{FF2B5EF4-FFF2-40B4-BE49-F238E27FC236}">
                          <a16:creationId xmlns:a16="http://schemas.microsoft.com/office/drawing/2014/main" id="{115F28E7-F30B-7ACD-D91F-2FD481DE02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4657" name="任意多边形 5111">
                        <a:extLst>
                          <a:ext uri="{FF2B5EF4-FFF2-40B4-BE49-F238E27FC236}">
                            <a16:creationId xmlns:a16="http://schemas.microsoft.com/office/drawing/2014/main" id="{26495255-D674-F32A-B61A-B890718AD7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58" name="任意多边形 5112">
                        <a:extLst>
                          <a:ext uri="{FF2B5EF4-FFF2-40B4-BE49-F238E27FC236}">
                            <a16:creationId xmlns:a16="http://schemas.microsoft.com/office/drawing/2014/main" id="{12908536-7D3C-3A18-B1A9-0562512660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59" name="任意多边形 5113">
                        <a:extLst>
                          <a:ext uri="{FF2B5EF4-FFF2-40B4-BE49-F238E27FC236}">
                            <a16:creationId xmlns:a16="http://schemas.microsoft.com/office/drawing/2014/main" id="{AACF5684-DDA8-122E-0915-B4F966C207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49" name="组合 4648">
                      <a:extLst>
                        <a:ext uri="{FF2B5EF4-FFF2-40B4-BE49-F238E27FC236}">
                          <a16:creationId xmlns:a16="http://schemas.microsoft.com/office/drawing/2014/main" id="{816F82D2-6CDE-1506-4966-05FFB08908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4654" name="任意多边形 5108">
                        <a:extLst>
                          <a:ext uri="{FF2B5EF4-FFF2-40B4-BE49-F238E27FC236}">
                            <a16:creationId xmlns:a16="http://schemas.microsoft.com/office/drawing/2014/main" id="{49B23450-855C-5EDE-8B18-D107D8A309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55" name="任意多边形 5109">
                        <a:extLst>
                          <a:ext uri="{FF2B5EF4-FFF2-40B4-BE49-F238E27FC236}">
                            <a16:creationId xmlns:a16="http://schemas.microsoft.com/office/drawing/2014/main" id="{42433174-5DFD-6498-66DC-51EDB20702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56" name="任意多边形 5110">
                        <a:extLst>
                          <a:ext uri="{FF2B5EF4-FFF2-40B4-BE49-F238E27FC236}">
                            <a16:creationId xmlns:a16="http://schemas.microsoft.com/office/drawing/2014/main" id="{66CBFB95-5E29-A534-F37E-5E00A89120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50" name="组合 4649">
                      <a:extLst>
                        <a:ext uri="{FF2B5EF4-FFF2-40B4-BE49-F238E27FC236}">
                          <a16:creationId xmlns:a16="http://schemas.microsoft.com/office/drawing/2014/main" id="{794832B7-C425-527A-7F52-F81AA46148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4651" name="任意多边形 5105">
                        <a:extLst>
                          <a:ext uri="{FF2B5EF4-FFF2-40B4-BE49-F238E27FC236}">
                            <a16:creationId xmlns:a16="http://schemas.microsoft.com/office/drawing/2014/main" id="{BCD0C8B7-E246-F557-85E7-999EF4AE1F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52" name="任意多边形 5106">
                        <a:extLst>
                          <a:ext uri="{FF2B5EF4-FFF2-40B4-BE49-F238E27FC236}">
                            <a16:creationId xmlns:a16="http://schemas.microsoft.com/office/drawing/2014/main" id="{DA216150-8B10-0C5F-008E-2CE824F7CA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53" name="任意多边形 5107">
                        <a:extLst>
                          <a:ext uri="{FF2B5EF4-FFF2-40B4-BE49-F238E27FC236}">
                            <a16:creationId xmlns:a16="http://schemas.microsoft.com/office/drawing/2014/main" id="{80A9118C-A0E8-0DF1-0892-2285AC0DCB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  <p:grpSp>
          <p:nvGrpSpPr>
            <p:cNvPr id="4217" name="视频分配器">
              <a:extLst>
                <a:ext uri="{FF2B5EF4-FFF2-40B4-BE49-F238E27FC236}">
                  <a16:creationId xmlns:a16="http://schemas.microsoft.com/office/drawing/2014/main" id="{C37C88D3-3C89-5FEB-DE01-CD34CF0573D9}"/>
                </a:ext>
              </a:extLst>
            </p:cNvPr>
            <p:cNvGrpSpPr/>
            <p:nvPr/>
          </p:nvGrpSpPr>
          <p:grpSpPr>
            <a:xfrm>
              <a:off x="4981983" y="5782912"/>
              <a:ext cx="1064157" cy="268252"/>
              <a:chOff x="4017556" y="5085739"/>
              <a:chExt cx="981420" cy="268252"/>
            </a:xfrm>
          </p:grpSpPr>
          <p:sp>
            <p:nvSpPr>
              <p:cNvPr id="4218" name="任意多边形 5487">
                <a:extLst>
                  <a:ext uri="{FF2B5EF4-FFF2-40B4-BE49-F238E27FC236}">
                    <a16:creationId xmlns:a16="http://schemas.microsoft.com/office/drawing/2014/main" id="{45406715-B43E-90DC-8E18-0E858A0ABE69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4219" name="任意多边形 5488">
                <a:extLst>
                  <a:ext uri="{FF2B5EF4-FFF2-40B4-BE49-F238E27FC236}">
                    <a16:creationId xmlns:a16="http://schemas.microsoft.com/office/drawing/2014/main" id="{FF959CCC-06EE-9670-8C50-A8959365FC10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4220" name="组合 4219">
                <a:extLst>
                  <a:ext uri="{FF2B5EF4-FFF2-40B4-BE49-F238E27FC236}">
                    <a16:creationId xmlns:a16="http://schemas.microsoft.com/office/drawing/2014/main" id="{12AD8A84-9BDC-0EC6-23C0-1336C1A89BF6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4622" name="任意多边形 5891">
                  <a:extLst>
                    <a:ext uri="{FF2B5EF4-FFF2-40B4-BE49-F238E27FC236}">
                      <a16:creationId xmlns:a16="http://schemas.microsoft.com/office/drawing/2014/main" id="{B75BD006-F4BC-3536-45CE-82ED11061DCB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623" name="任意多边形 5892">
                  <a:extLst>
                    <a:ext uri="{FF2B5EF4-FFF2-40B4-BE49-F238E27FC236}">
                      <a16:creationId xmlns:a16="http://schemas.microsoft.com/office/drawing/2014/main" id="{FC36461C-DA13-EF48-FDAC-0990771FFFDB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624" name="任意多边形 5893">
                  <a:extLst>
                    <a:ext uri="{FF2B5EF4-FFF2-40B4-BE49-F238E27FC236}">
                      <a16:creationId xmlns:a16="http://schemas.microsoft.com/office/drawing/2014/main" id="{1B7B7082-09DE-E9EC-33F8-FF3CABF2171E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4221" name="组合 4220">
                <a:extLst>
                  <a:ext uri="{FF2B5EF4-FFF2-40B4-BE49-F238E27FC236}">
                    <a16:creationId xmlns:a16="http://schemas.microsoft.com/office/drawing/2014/main" id="{57C9695C-739F-307B-7784-E2F0D48E7F3B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4619" name="任意多边形 5888">
                  <a:extLst>
                    <a:ext uri="{FF2B5EF4-FFF2-40B4-BE49-F238E27FC236}">
                      <a16:creationId xmlns:a16="http://schemas.microsoft.com/office/drawing/2014/main" id="{125BC9FB-6009-FB43-7A1A-447041CFAF09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620" name="任意多边形 5889">
                  <a:extLst>
                    <a:ext uri="{FF2B5EF4-FFF2-40B4-BE49-F238E27FC236}">
                      <a16:creationId xmlns:a16="http://schemas.microsoft.com/office/drawing/2014/main" id="{BB3C6025-B41B-623F-0C4A-A750D2CE7358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621" name="任意多边形 5890">
                  <a:extLst>
                    <a:ext uri="{FF2B5EF4-FFF2-40B4-BE49-F238E27FC236}">
                      <a16:creationId xmlns:a16="http://schemas.microsoft.com/office/drawing/2014/main" id="{3DA9E6AB-D525-7679-4B05-9DCF2F1E5180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4222" name="组合 4221">
                <a:extLst>
                  <a:ext uri="{FF2B5EF4-FFF2-40B4-BE49-F238E27FC236}">
                    <a16:creationId xmlns:a16="http://schemas.microsoft.com/office/drawing/2014/main" id="{9E5A9CB0-CBAA-DFC7-37FF-882762107779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4616" name="任意多边形 5885">
                  <a:extLst>
                    <a:ext uri="{FF2B5EF4-FFF2-40B4-BE49-F238E27FC236}">
                      <a16:creationId xmlns:a16="http://schemas.microsoft.com/office/drawing/2014/main" id="{9ABDC453-935D-F06E-C73A-6F49A29B96F6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617" name="任意多边形 5886">
                  <a:extLst>
                    <a:ext uri="{FF2B5EF4-FFF2-40B4-BE49-F238E27FC236}">
                      <a16:creationId xmlns:a16="http://schemas.microsoft.com/office/drawing/2014/main" id="{931B3C92-8CF7-8081-E974-A8B9A6B6708A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4618" name="任意多边形 5887">
                  <a:extLst>
                    <a:ext uri="{FF2B5EF4-FFF2-40B4-BE49-F238E27FC236}">
                      <a16:creationId xmlns:a16="http://schemas.microsoft.com/office/drawing/2014/main" id="{58A81412-80A2-C109-E658-6A49B517728C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4223" name="任意多边形 5492">
                <a:extLst>
                  <a:ext uri="{FF2B5EF4-FFF2-40B4-BE49-F238E27FC236}">
                    <a16:creationId xmlns:a16="http://schemas.microsoft.com/office/drawing/2014/main" id="{72277F14-412E-91EF-04BA-097A8C2CA3F6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4224" name="任意多边形 5493">
                <a:extLst>
                  <a:ext uri="{FF2B5EF4-FFF2-40B4-BE49-F238E27FC236}">
                    <a16:creationId xmlns:a16="http://schemas.microsoft.com/office/drawing/2014/main" id="{C1B42B6D-11CF-E280-3B84-DC95B3C8916B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4225" name="任意多边形 5494">
                <a:extLst>
                  <a:ext uri="{FF2B5EF4-FFF2-40B4-BE49-F238E27FC236}">
                    <a16:creationId xmlns:a16="http://schemas.microsoft.com/office/drawing/2014/main" id="{2607F6C8-24E1-ADA3-FD13-8486C4B8ED71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4226" name="任意多边形 5495">
                <a:extLst>
                  <a:ext uri="{FF2B5EF4-FFF2-40B4-BE49-F238E27FC236}">
                    <a16:creationId xmlns:a16="http://schemas.microsoft.com/office/drawing/2014/main" id="{4E2BE86D-2F12-B1DD-C898-CF9C94FCB9E7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4227" name="任意多边形 5496">
                <a:extLst>
                  <a:ext uri="{FF2B5EF4-FFF2-40B4-BE49-F238E27FC236}">
                    <a16:creationId xmlns:a16="http://schemas.microsoft.com/office/drawing/2014/main" id="{A5907BC0-23CB-ADB5-45D7-3AEA37A3F186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4228" name="组合 4227">
                <a:extLst>
                  <a:ext uri="{FF2B5EF4-FFF2-40B4-BE49-F238E27FC236}">
                    <a16:creationId xmlns:a16="http://schemas.microsoft.com/office/drawing/2014/main" id="{74B1AF7E-23B2-3246-694A-DBD5E673C92A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4520" name="组合 4519">
                  <a:extLst>
                    <a:ext uri="{FF2B5EF4-FFF2-40B4-BE49-F238E27FC236}">
                      <a16:creationId xmlns:a16="http://schemas.microsoft.com/office/drawing/2014/main" id="{A3AA9067-87A8-2D13-E43A-63D5EDDA998C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4601" name="任意多边形 5870">
                    <a:extLst>
                      <a:ext uri="{FF2B5EF4-FFF2-40B4-BE49-F238E27FC236}">
                        <a16:creationId xmlns:a16="http://schemas.microsoft.com/office/drawing/2014/main" id="{424ED5DB-9BF7-F429-C6E4-9D6192354C37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602" name="任意多边形 5871">
                    <a:extLst>
                      <a:ext uri="{FF2B5EF4-FFF2-40B4-BE49-F238E27FC236}">
                        <a16:creationId xmlns:a16="http://schemas.microsoft.com/office/drawing/2014/main" id="{911F3151-17C2-34F1-DA61-5AC56E599F29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603" name="组合 4602">
                    <a:extLst>
                      <a:ext uri="{FF2B5EF4-FFF2-40B4-BE49-F238E27FC236}">
                        <a16:creationId xmlns:a16="http://schemas.microsoft.com/office/drawing/2014/main" id="{FF72C0E4-3CA1-0A2F-83EE-AE1D92231C58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4604" name="组合 4603">
                      <a:extLst>
                        <a:ext uri="{FF2B5EF4-FFF2-40B4-BE49-F238E27FC236}">
                          <a16:creationId xmlns:a16="http://schemas.microsoft.com/office/drawing/2014/main" id="{2F90915F-89D8-E155-2C0F-610B31AFCC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4613" name="任意多边形 5882">
                        <a:extLst>
                          <a:ext uri="{FF2B5EF4-FFF2-40B4-BE49-F238E27FC236}">
                            <a16:creationId xmlns:a16="http://schemas.microsoft.com/office/drawing/2014/main" id="{F38710EC-9E7D-7C99-50BA-757B318AEF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14" name="任意多边形 5883">
                        <a:extLst>
                          <a:ext uri="{FF2B5EF4-FFF2-40B4-BE49-F238E27FC236}">
                            <a16:creationId xmlns:a16="http://schemas.microsoft.com/office/drawing/2014/main" id="{F5BEEE6C-F697-9E1A-722F-0DD2D42D93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15" name="任意多边形 5884">
                        <a:extLst>
                          <a:ext uri="{FF2B5EF4-FFF2-40B4-BE49-F238E27FC236}">
                            <a16:creationId xmlns:a16="http://schemas.microsoft.com/office/drawing/2014/main" id="{45FF23B2-0DE0-6E76-0A00-121BD7ED4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05" name="组合 4604">
                      <a:extLst>
                        <a:ext uri="{FF2B5EF4-FFF2-40B4-BE49-F238E27FC236}">
                          <a16:creationId xmlns:a16="http://schemas.microsoft.com/office/drawing/2014/main" id="{5C73A66F-D750-D43A-B85B-7196EF3A9D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4610" name="任意多边形 5879">
                        <a:extLst>
                          <a:ext uri="{FF2B5EF4-FFF2-40B4-BE49-F238E27FC236}">
                            <a16:creationId xmlns:a16="http://schemas.microsoft.com/office/drawing/2014/main" id="{C3790B45-B78A-39E1-D3BF-60B25BEE82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11" name="任意多边形 5880">
                        <a:extLst>
                          <a:ext uri="{FF2B5EF4-FFF2-40B4-BE49-F238E27FC236}">
                            <a16:creationId xmlns:a16="http://schemas.microsoft.com/office/drawing/2014/main" id="{7E8D8F59-0648-5850-36C3-87611AC7F6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12" name="任意多边形 5881">
                        <a:extLst>
                          <a:ext uri="{FF2B5EF4-FFF2-40B4-BE49-F238E27FC236}">
                            <a16:creationId xmlns:a16="http://schemas.microsoft.com/office/drawing/2014/main" id="{9F7E07D6-7DB9-A44E-F346-E7B54BBD48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606" name="组合 4605">
                      <a:extLst>
                        <a:ext uri="{FF2B5EF4-FFF2-40B4-BE49-F238E27FC236}">
                          <a16:creationId xmlns:a16="http://schemas.microsoft.com/office/drawing/2014/main" id="{68A79F66-A803-590B-9F48-F66388BAB8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4607" name="任意多边形 5876">
                        <a:extLst>
                          <a:ext uri="{FF2B5EF4-FFF2-40B4-BE49-F238E27FC236}">
                            <a16:creationId xmlns:a16="http://schemas.microsoft.com/office/drawing/2014/main" id="{C33E6391-F2EA-2F41-F8BD-3A0EFA0EED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08" name="任意多边形 5877">
                        <a:extLst>
                          <a:ext uri="{FF2B5EF4-FFF2-40B4-BE49-F238E27FC236}">
                            <a16:creationId xmlns:a16="http://schemas.microsoft.com/office/drawing/2014/main" id="{DE93C9F3-4FD0-267F-D09B-1EEF653FBB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09" name="任意多边形 5878">
                        <a:extLst>
                          <a:ext uri="{FF2B5EF4-FFF2-40B4-BE49-F238E27FC236}">
                            <a16:creationId xmlns:a16="http://schemas.microsoft.com/office/drawing/2014/main" id="{A6517CA8-213A-07EF-0A0C-A74A4177B1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521" name="组合 4520">
                  <a:extLst>
                    <a:ext uri="{FF2B5EF4-FFF2-40B4-BE49-F238E27FC236}">
                      <a16:creationId xmlns:a16="http://schemas.microsoft.com/office/drawing/2014/main" id="{B8589FB8-520F-EAC9-20AD-7300901704C3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4586" name="任意多边形 5855">
                    <a:extLst>
                      <a:ext uri="{FF2B5EF4-FFF2-40B4-BE49-F238E27FC236}">
                        <a16:creationId xmlns:a16="http://schemas.microsoft.com/office/drawing/2014/main" id="{F6AEB57A-D362-5BFF-08E9-A5F12E76CCBC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587" name="任意多边形 5856">
                    <a:extLst>
                      <a:ext uri="{FF2B5EF4-FFF2-40B4-BE49-F238E27FC236}">
                        <a16:creationId xmlns:a16="http://schemas.microsoft.com/office/drawing/2014/main" id="{37FA67F6-2193-B5C5-3B65-C3E587A17AFD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588" name="组合 4587">
                    <a:extLst>
                      <a:ext uri="{FF2B5EF4-FFF2-40B4-BE49-F238E27FC236}">
                        <a16:creationId xmlns:a16="http://schemas.microsoft.com/office/drawing/2014/main" id="{A5575670-3B52-113D-098D-B8F3D10D033A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4589" name="组合 4588">
                      <a:extLst>
                        <a:ext uri="{FF2B5EF4-FFF2-40B4-BE49-F238E27FC236}">
                          <a16:creationId xmlns:a16="http://schemas.microsoft.com/office/drawing/2014/main" id="{77358543-9ECB-7850-CDDB-FE57BC3067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4598" name="任意多边形 5867">
                        <a:extLst>
                          <a:ext uri="{FF2B5EF4-FFF2-40B4-BE49-F238E27FC236}">
                            <a16:creationId xmlns:a16="http://schemas.microsoft.com/office/drawing/2014/main" id="{C1FD0481-BB82-B770-7468-31E16FBAE3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99" name="任意多边形 5868">
                        <a:extLst>
                          <a:ext uri="{FF2B5EF4-FFF2-40B4-BE49-F238E27FC236}">
                            <a16:creationId xmlns:a16="http://schemas.microsoft.com/office/drawing/2014/main" id="{61041DB8-BFAE-BE10-E228-56345FDA82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600" name="任意多边形 5869">
                        <a:extLst>
                          <a:ext uri="{FF2B5EF4-FFF2-40B4-BE49-F238E27FC236}">
                            <a16:creationId xmlns:a16="http://schemas.microsoft.com/office/drawing/2014/main" id="{1FA47135-44AD-F10C-5835-2DAC00C4DF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90" name="组合 4589">
                      <a:extLst>
                        <a:ext uri="{FF2B5EF4-FFF2-40B4-BE49-F238E27FC236}">
                          <a16:creationId xmlns:a16="http://schemas.microsoft.com/office/drawing/2014/main" id="{E76BF8B8-BDE9-0D19-51AB-532182518F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4595" name="任意多边形 5864">
                        <a:extLst>
                          <a:ext uri="{FF2B5EF4-FFF2-40B4-BE49-F238E27FC236}">
                            <a16:creationId xmlns:a16="http://schemas.microsoft.com/office/drawing/2014/main" id="{2CF85A97-2935-F793-E13A-DA213668ED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96" name="任意多边形 5865">
                        <a:extLst>
                          <a:ext uri="{FF2B5EF4-FFF2-40B4-BE49-F238E27FC236}">
                            <a16:creationId xmlns:a16="http://schemas.microsoft.com/office/drawing/2014/main" id="{9385C1E9-6D9C-C1FA-C037-A85F227579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97" name="任意多边形 5866">
                        <a:extLst>
                          <a:ext uri="{FF2B5EF4-FFF2-40B4-BE49-F238E27FC236}">
                            <a16:creationId xmlns:a16="http://schemas.microsoft.com/office/drawing/2014/main" id="{E71FEC9D-AA1E-E01E-42BE-AC83E8FB3A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91" name="组合 4590">
                      <a:extLst>
                        <a:ext uri="{FF2B5EF4-FFF2-40B4-BE49-F238E27FC236}">
                          <a16:creationId xmlns:a16="http://schemas.microsoft.com/office/drawing/2014/main" id="{05C98B44-E222-A292-968E-ED05865DEA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4592" name="任意多边形 5861">
                        <a:extLst>
                          <a:ext uri="{FF2B5EF4-FFF2-40B4-BE49-F238E27FC236}">
                            <a16:creationId xmlns:a16="http://schemas.microsoft.com/office/drawing/2014/main" id="{E6C5829D-DB44-01D6-88D3-BE928ED58C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93" name="任意多边形 5862">
                        <a:extLst>
                          <a:ext uri="{FF2B5EF4-FFF2-40B4-BE49-F238E27FC236}">
                            <a16:creationId xmlns:a16="http://schemas.microsoft.com/office/drawing/2014/main" id="{35073444-773B-C5A4-2951-4A1F1B326C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94" name="任意多边形 5863">
                        <a:extLst>
                          <a:ext uri="{FF2B5EF4-FFF2-40B4-BE49-F238E27FC236}">
                            <a16:creationId xmlns:a16="http://schemas.microsoft.com/office/drawing/2014/main" id="{5EDE4FCC-5038-AD2C-A2D4-3602F6813E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522" name="组合 4521">
                  <a:extLst>
                    <a:ext uri="{FF2B5EF4-FFF2-40B4-BE49-F238E27FC236}">
                      <a16:creationId xmlns:a16="http://schemas.microsoft.com/office/drawing/2014/main" id="{3C2879D1-E829-6ADD-B8D4-0E1623051806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4571" name="任意多边形 5840">
                    <a:extLst>
                      <a:ext uri="{FF2B5EF4-FFF2-40B4-BE49-F238E27FC236}">
                        <a16:creationId xmlns:a16="http://schemas.microsoft.com/office/drawing/2014/main" id="{C4DDB8FF-B627-5F0E-3DE7-1C7B90A36B85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572" name="任意多边形 5841">
                    <a:extLst>
                      <a:ext uri="{FF2B5EF4-FFF2-40B4-BE49-F238E27FC236}">
                        <a16:creationId xmlns:a16="http://schemas.microsoft.com/office/drawing/2014/main" id="{529137DB-A783-3464-AEFD-DC73CDE0C7C6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573" name="组合 4572">
                    <a:extLst>
                      <a:ext uri="{FF2B5EF4-FFF2-40B4-BE49-F238E27FC236}">
                        <a16:creationId xmlns:a16="http://schemas.microsoft.com/office/drawing/2014/main" id="{ECE768C0-6B8C-C1D3-8E8C-32DF1DBFF63A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4574" name="组合 4573">
                      <a:extLst>
                        <a:ext uri="{FF2B5EF4-FFF2-40B4-BE49-F238E27FC236}">
                          <a16:creationId xmlns:a16="http://schemas.microsoft.com/office/drawing/2014/main" id="{1F6A6CF4-6907-B274-79D4-604BF22658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4583" name="任意多边形 5852">
                        <a:extLst>
                          <a:ext uri="{FF2B5EF4-FFF2-40B4-BE49-F238E27FC236}">
                            <a16:creationId xmlns:a16="http://schemas.microsoft.com/office/drawing/2014/main" id="{23CF1C34-F8D5-6AD4-63ED-3C890B6AE5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84" name="任意多边形 5853">
                        <a:extLst>
                          <a:ext uri="{FF2B5EF4-FFF2-40B4-BE49-F238E27FC236}">
                            <a16:creationId xmlns:a16="http://schemas.microsoft.com/office/drawing/2014/main" id="{CB4F8CE7-558C-ED0C-A9F6-FCFBFAF12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85" name="任意多边形 5854">
                        <a:extLst>
                          <a:ext uri="{FF2B5EF4-FFF2-40B4-BE49-F238E27FC236}">
                            <a16:creationId xmlns:a16="http://schemas.microsoft.com/office/drawing/2014/main" id="{466E3BED-4870-606A-5D48-9E1AB4FA8B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75" name="组合 4574">
                      <a:extLst>
                        <a:ext uri="{FF2B5EF4-FFF2-40B4-BE49-F238E27FC236}">
                          <a16:creationId xmlns:a16="http://schemas.microsoft.com/office/drawing/2014/main" id="{2FB91BAE-B04C-0BEA-50B1-43C2CA0B5E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4580" name="任意多边形 5849">
                        <a:extLst>
                          <a:ext uri="{FF2B5EF4-FFF2-40B4-BE49-F238E27FC236}">
                            <a16:creationId xmlns:a16="http://schemas.microsoft.com/office/drawing/2014/main" id="{14D55696-426E-9645-BCC4-D3E9D76F15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81" name="任意多边形 5850">
                        <a:extLst>
                          <a:ext uri="{FF2B5EF4-FFF2-40B4-BE49-F238E27FC236}">
                            <a16:creationId xmlns:a16="http://schemas.microsoft.com/office/drawing/2014/main" id="{1BB07E71-25E8-9906-8F13-22B7650393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82" name="任意多边形 5851">
                        <a:extLst>
                          <a:ext uri="{FF2B5EF4-FFF2-40B4-BE49-F238E27FC236}">
                            <a16:creationId xmlns:a16="http://schemas.microsoft.com/office/drawing/2014/main" id="{8DDB1447-C83F-1F57-AB45-5D9E9CD9F5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76" name="组合 4575">
                      <a:extLst>
                        <a:ext uri="{FF2B5EF4-FFF2-40B4-BE49-F238E27FC236}">
                          <a16:creationId xmlns:a16="http://schemas.microsoft.com/office/drawing/2014/main" id="{C1141156-C39C-4A0E-21E1-C9633C35DA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4577" name="任意多边形 5846">
                        <a:extLst>
                          <a:ext uri="{FF2B5EF4-FFF2-40B4-BE49-F238E27FC236}">
                            <a16:creationId xmlns:a16="http://schemas.microsoft.com/office/drawing/2014/main" id="{C35ABCD7-CC51-1EEE-773A-7EFA206125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78" name="任意多边形 5847">
                        <a:extLst>
                          <a:ext uri="{FF2B5EF4-FFF2-40B4-BE49-F238E27FC236}">
                            <a16:creationId xmlns:a16="http://schemas.microsoft.com/office/drawing/2014/main" id="{E22D1FE9-5D2C-B0DA-3CBE-9E9026C1B9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79" name="任意多边形 5848">
                        <a:extLst>
                          <a:ext uri="{FF2B5EF4-FFF2-40B4-BE49-F238E27FC236}">
                            <a16:creationId xmlns:a16="http://schemas.microsoft.com/office/drawing/2014/main" id="{D6938FD5-BB5E-D20D-0566-DC0F8C3958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523" name="组合 4522">
                  <a:extLst>
                    <a:ext uri="{FF2B5EF4-FFF2-40B4-BE49-F238E27FC236}">
                      <a16:creationId xmlns:a16="http://schemas.microsoft.com/office/drawing/2014/main" id="{35E73B42-66E1-2F03-0CCD-617E1FDD74C7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4556" name="任意多边形 5825">
                    <a:extLst>
                      <a:ext uri="{FF2B5EF4-FFF2-40B4-BE49-F238E27FC236}">
                        <a16:creationId xmlns:a16="http://schemas.microsoft.com/office/drawing/2014/main" id="{3258F705-18B9-7117-1374-B766A68D1508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557" name="任意多边形 5826">
                    <a:extLst>
                      <a:ext uri="{FF2B5EF4-FFF2-40B4-BE49-F238E27FC236}">
                        <a16:creationId xmlns:a16="http://schemas.microsoft.com/office/drawing/2014/main" id="{8BAC682B-AB42-F1DC-02EC-8DCA83A96476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558" name="组合 4557">
                    <a:extLst>
                      <a:ext uri="{FF2B5EF4-FFF2-40B4-BE49-F238E27FC236}">
                        <a16:creationId xmlns:a16="http://schemas.microsoft.com/office/drawing/2014/main" id="{FD357001-ACCE-51F7-626A-E5B05F3B39C9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4559" name="组合 4558">
                      <a:extLst>
                        <a:ext uri="{FF2B5EF4-FFF2-40B4-BE49-F238E27FC236}">
                          <a16:creationId xmlns:a16="http://schemas.microsoft.com/office/drawing/2014/main" id="{7D8D67E7-F030-1850-31B9-4623815B57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4568" name="任意多边形 5837">
                        <a:extLst>
                          <a:ext uri="{FF2B5EF4-FFF2-40B4-BE49-F238E27FC236}">
                            <a16:creationId xmlns:a16="http://schemas.microsoft.com/office/drawing/2014/main" id="{C03CB06E-45C7-C893-FC02-80DF8E190C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69" name="任意多边形 5838">
                        <a:extLst>
                          <a:ext uri="{FF2B5EF4-FFF2-40B4-BE49-F238E27FC236}">
                            <a16:creationId xmlns:a16="http://schemas.microsoft.com/office/drawing/2014/main" id="{ECFD8F97-ADD5-5BD0-98D1-66D8181CCE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70" name="任意多边形 5839">
                        <a:extLst>
                          <a:ext uri="{FF2B5EF4-FFF2-40B4-BE49-F238E27FC236}">
                            <a16:creationId xmlns:a16="http://schemas.microsoft.com/office/drawing/2014/main" id="{46BA2B1B-C278-7F0F-B7E6-F28849631D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60" name="组合 4559">
                      <a:extLst>
                        <a:ext uri="{FF2B5EF4-FFF2-40B4-BE49-F238E27FC236}">
                          <a16:creationId xmlns:a16="http://schemas.microsoft.com/office/drawing/2014/main" id="{9CA76134-1138-9669-86BB-9E2DAAD3F5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4565" name="任意多边形 5834">
                        <a:extLst>
                          <a:ext uri="{FF2B5EF4-FFF2-40B4-BE49-F238E27FC236}">
                            <a16:creationId xmlns:a16="http://schemas.microsoft.com/office/drawing/2014/main" id="{46AB7B0F-2151-3C66-0B18-CAA03810C2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66" name="任意多边形 5835">
                        <a:extLst>
                          <a:ext uri="{FF2B5EF4-FFF2-40B4-BE49-F238E27FC236}">
                            <a16:creationId xmlns:a16="http://schemas.microsoft.com/office/drawing/2014/main" id="{FDAFD731-9C43-F7C2-FAC6-83DA72BF32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67" name="任意多边形 5836">
                        <a:extLst>
                          <a:ext uri="{FF2B5EF4-FFF2-40B4-BE49-F238E27FC236}">
                            <a16:creationId xmlns:a16="http://schemas.microsoft.com/office/drawing/2014/main" id="{BEAB6041-1283-3284-8C24-386C152FB7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61" name="组合 4560">
                      <a:extLst>
                        <a:ext uri="{FF2B5EF4-FFF2-40B4-BE49-F238E27FC236}">
                          <a16:creationId xmlns:a16="http://schemas.microsoft.com/office/drawing/2014/main" id="{A3810E3B-63B1-CA2B-9478-6AA9E86AE5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4562" name="任意多边形 5831">
                        <a:extLst>
                          <a:ext uri="{FF2B5EF4-FFF2-40B4-BE49-F238E27FC236}">
                            <a16:creationId xmlns:a16="http://schemas.microsoft.com/office/drawing/2014/main" id="{C35FFAA8-543C-696E-5434-387863D016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63" name="任意多边形 5832">
                        <a:extLst>
                          <a:ext uri="{FF2B5EF4-FFF2-40B4-BE49-F238E27FC236}">
                            <a16:creationId xmlns:a16="http://schemas.microsoft.com/office/drawing/2014/main" id="{CA97F169-BCD9-FFBD-6F62-3D52E17CD6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64" name="任意多边形 5833">
                        <a:extLst>
                          <a:ext uri="{FF2B5EF4-FFF2-40B4-BE49-F238E27FC236}">
                            <a16:creationId xmlns:a16="http://schemas.microsoft.com/office/drawing/2014/main" id="{58D317A4-3093-9714-A1F7-1EAF44CD54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524" name="组合 4523">
                  <a:extLst>
                    <a:ext uri="{FF2B5EF4-FFF2-40B4-BE49-F238E27FC236}">
                      <a16:creationId xmlns:a16="http://schemas.microsoft.com/office/drawing/2014/main" id="{4F798E32-3AAF-45E1-3523-4F8012C83C5E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4541" name="任意多边形 5810">
                    <a:extLst>
                      <a:ext uri="{FF2B5EF4-FFF2-40B4-BE49-F238E27FC236}">
                        <a16:creationId xmlns:a16="http://schemas.microsoft.com/office/drawing/2014/main" id="{6743916D-21EF-3F48-6770-7B9E752EF222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542" name="任意多边形 5811">
                    <a:extLst>
                      <a:ext uri="{FF2B5EF4-FFF2-40B4-BE49-F238E27FC236}">
                        <a16:creationId xmlns:a16="http://schemas.microsoft.com/office/drawing/2014/main" id="{94CC1FD6-324C-6D4B-DFB5-D9B4B8CEDE74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543" name="组合 4542">
                    <a:extLst>
                      <a:ext uri="{FF2B5EF4-FFF2-40B4-BE49-F238E27FC236}">
                        <a16:creationId xmlns:a16="http://schemas.microsoft.com/office/drawing/2014/main" id="{20C534E3-36D2-F402-CF97-E62C37DC1521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4544" name="组合 4543">
                      <a:extLst>
                        <a:ext uri="{FF2B5EF4-FFF2-40B4-BE49-F238E27FC236}">
                          <a16:creationId xmlns:a16="http://schemas.microsoft.com/office/drawing/2014/main" id="{B6E45262-47EE-3F0E-8CAC-009E11F5E6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4553" name="任意多边形 5822">
                        <a:extLst>
                          <a:ext uri="{FF2B5EF4-FFF2-40B4-BE49-F238E27FC236}">
                            <a16:creationId xmlns:a16="http://schemas.microsoft.com/office/drawing/2014/main" id="{C9936F39-E0A2-C0DF-7430-E8B7620E5D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54" name="任意多边形 5823">
                        <a:extLst>
                          <a:ext uri="{FF2B5EF4-FFF2-40B4-BE49-F238E27FC236}">
                            <a16:creationId xmlns:a16="http://schemas.microsoft.com/office/drawing/2014/main" id="{6B20BDB3-8158-7B66-99CB-D75FB9B83F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55" name="任意多边形 5824">
                        <a:extLst>
                          <a:ext uri="{FF2B5EF4-FFF2-40B4-BE49-F238E27FC236}">
                            <a16:creationId xmlns:a16="http://schemas.microsoft.com/office/drawing/2014/main" id="{0957DB33-166A-9C1F-510A-44AF7998FA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45" name="组合 4544">
                      <a:extLst>
                        <a:ext uri="{FF2B5EF4-FFF2-40B4-BE49-F238E27FC236}">
                          <a16:creationId xmlns:a16="http://schemas.microsoft.com/office/drawing/2014/main" id="{38E5BE81-5A3A-678C-A5EC-CE8E033E2A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4550" name="任意多边形 5819">
                        <a:extLst>
                          <a:ext uri="{FF2B5EF4-FFF2-40B4-BE49-F238E27FC236}">
                            <a16:creationId xmlns:a16="http://schemas.microsoft.com/office/drawing/2014/main" id="{CBB81A80-D2B3-25C3-31D3-F106798DAC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51" name="任意多边形 5820">
                        <a:extLst>
                          <a:ext uri="{FF2B5EF4-FFF2-40B4-BE49-F238E27FC236}">
                            <a16:creationId xmlns:a16="http://schemas.microsoft.com/office/drawing/2014/main" id="{0109E0D4-CBF4-6370-0463-94CA11E11F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52" name="任意多边形 5821">
                        <a:extLst>
                          <a:ext uri="{FF2B5EF4-FFF2-40B4-BE49-F238E27FC236}">
                            <a16:creationId xmlns:a16="http://schemas.microsoft.com/office/drawing/2014/main" id="{446188C6-74EF-F44E-2C15-3C46F99C2B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46" name="组合 4545">
                      <a:extLst>
                        <a:ext uri="{FF2B5EF4-FFF2-40B4-BE49-F238E27FC236}">
                          <a16:creationId xmlns:a16="http://schemas.microsoft.com/office/drawing/2014/main" id="{1EE491E5-2552-4431-4BCA-05F5581FD9F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4547" name="任意多边形 5816">
                        <a:extLst>
                          <a:ext uri="{FF2B5EF4-FFF2-40B4-BE49-F238E27FC236}">
                            <a16:creationId xmlns:a16="http://schemas.microsoft.com/office/drawing/2014/main" id="{05F47596-341C-13AA-A6A4-39FBCEAB7F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48" name="任意多边形 5817">
                        <a:extLst>
                          <a:ext uri="{FF2B5EF4-FFF2-40B4-BE49-F238E27FC236}">
                            <a16:creationId xmlns:a16="http://schemas.microsoft.com/office/drawing/2014/main" id="{0CAD4073-BE4F-E0AB-CED8-5D29BD52CA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49" name="任意多边形 5818">
                        <a:extLst>
                          <a:ext uri="{FF2B5EF4-FFF2-40B4-BE49-F238E27FC236}">
                            <a16:creationId xmlns:a16="http://schemas.microsoft.com/office/drawing/2014/main" id="{C0920866-7B37-A070-F47C-6C1A455A18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525" name="组合 4524">
                  <a:extLst>
                    <a:ext uri="{FF2B5EF4-FFF2-40B4-BE49-F238E27FC236}">
                      <a16:creationId xmlns:a16="http://schemas.microsoft.com/office/drawing/2014/main" id="{78EFA27C-8314-DD81-49C7-30FBF43210A0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4526" name="任意多边形 5795">
                    <a:extLst>
                      <a:ext uri="{FF2B5EF4-FFF2-40B4-BE49-F238E27FC236}">
                        <a16:creationId xmlns:a16="http://schemas.microsoft.com/office/drawing/2014/main" id="{36C9EC74-6986-E3CF-B95B-CDE774C94B65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527" name="任意多边形 5796">
                    <a:extLst>
                      <a:ext uri="{FF2B5EF4-FFF2-40B4-BE49-F238E27FC236}">
                        <a16:creationId xmlns:a16="http://schemas.microsoft.com/office/drawing/2014/main" id="{0A32758F-D2B6-6AD5-6F34-35F3861FD264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528" name="组合 4527">
                    <a:extLst>
                      <a:ext uri="{FF2B5EF4-FFF2-40B4-BE49-F238E27FC236}">
                        <a16:creationId xmlns:a16="http://schemas.microsoft.com/office/drawing/2014/main" id="{69594FBD-C7E7-9ABC-EE55-8A2725E98707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4529" name="组合 4528">
                      <a:extLst>
                        <a:ext uri="{FF2B5EF4-FFF2-40B4-BE49-F238E27FC236}">
                          <a16:creationId xmlns:a16="http://schemas.microsoft.com/office/drawing/2014/main" id="{B1641106-4434-C550-4907-C4F74C5811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4538" name="任意多边形 5807">
                        <a:extLst>
                          <a:ext uri="{FF2B5EF4-FFF2-40B4-BE49-F238E27FC236}">
                            <a16:creationId xmlns:a16="http://schemas.microsoft.com/office/drawing/2014/main" id="{75796E38-AE58-83B6-ECBA-643F163621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39" name="任意多边形 5808">
                        <a:extLst>
                          <a:ext uri="{FF2B5EF4-FFF2-40B4-BE49-F238E27FC236}">
                            <a16:creationId xmlns:a16="http://schemas.microsoft.com/office/drawing/2014/main" id="{5BF8A158-6179-81BC-C137-346D272DE7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40" name="任意多边形 5809">
                        <a:extLst>
                          <a:ext uri="{FF2B5EF4-FFF2-40B4-BE49-F238E27FC236}">
                            <a16:creationId xmlns:a16="http://schemas.microsoft.com/office/drawing/2014/main" id="{4A14E82A-0E2F-F5FA-D1CD-B3E975F022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30" name="组合 4529">
                      <a:extLst>
                        <a:ext uri="{FF2B5EF4-FFF2-40B4-BE49-F238E27FC236}">
                          <a16:creationId xmlns:a16="http://schemas.microsoft.com/office/drawing/2014/main" id="{BDB9400C-B42A-105F-038A-2845443067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4535" name="任意多边形 5804">
                        <a:extLst>
                          <a:ext uri="{FF2B5EF4-FFF2-40B4-BE49-F238E27FC236}">
                            <a16:creationId xmlns:a16="http://schemas.microsoft.com/office/drawing/2014/main" id="{65A411C5-49F9-ABC0-F279-AC49CD0615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36" name="任意多边形 5805">
                        <a:extLst>
                          <a:ext uri="{FF2B5EF4-FFF2-40B4-BE49-F238E27FC236}">
                            <a16:creationId xmlns:a16="http://schemas.microsoft.com/office/drawing/2014/main" id="{783085C6-E652-8654-7A7D-7C464974E3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37" name="任意多边形 5806">
                        <a:extLst>
                          <a:ext uri="{FF2B5EF4-FFF2-40B4-BE49-F238E27FC236}">
                            <a16:creationId xmlns:a16="http://schemas.microsoft.com/office/drawing/2014/main" id="{A46AD79F-B114-0E53-9479-8D5029CABC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31" name="组合 4530">
                      <a:extLst>
                        <a:ext uri="{FF2B5EF4-FFF2-40B4-BE49-F238E27FC236}">
                          <a16:creationId xmlns:a16="http://schemas.microsoft.com/office/drawing/2014/main" id="{7FF36D02-EEF4-B866-6652-B5F661B825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4532" name="任意多边形 5801">
                        <a:extLst>
                          <a:ext uri="{FF2B5EF4-FFF2-40B4-BE49-F238E27FC236}">
                            <a16:creationId xmlns:a16="http://schemas.microsoft.com/office/drawing/2014/main" id="{34967160-288D-AE49-38C8-0E649D4B5E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33" name="任意多边形 5802">
                        <a:extLst>
                          <a:ext uri="{FF2B5EF4-FFF2-40B4-BE49-F238E27FC236}">
                            <a16:creationId xmlns:a16="http://schemas.microsoft.com/office/drawing/2014/main" id="{0BE74001-36B8-93EC-1EC0-174EA5E2E7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34" name="任意多边形 5803">
                        <a:extLst>
                          <a:ext uri="{FF2B5EF4-FFF2-40B4-BE49-F238E27FC236}">
                            <a16:creationId xmlns:a16="http://schemas.microsoft.com/office/drawing/2014/main" id="{5579DB3D-A42F-C354-A02B-DAF1ACE1E5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4229" name="组合 4228">
                <a:extLst>
                  <a:ext uri="{FF2B5EF4-FFF2-40B4-BE49-F238E27FC236}">
                    <a16:creationId xmlns:a16="http://schemas.microsoft.com/office/drawing/2014/main" id="{3C7BF0C7-F756-B746-26CB-AF21FFB71A6E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4424" name="组合 4423">
                  <a:extLst>
                    <a:ext uri="{FF2B5EF4-FFF2-40B4-BE49-F238E27FC236}">
                      <a16:creationId xmlns:a16="http://schemas.microsoft.com/office/drawing/2014/main" id="{FD832A7E-4F5D-18FF-3BB0-2D0026F2139F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4505" name="任意多边形 5774">
                    <a:extLst>
                      <a:ext uri="{FF2B5EF4-FFF2-40B4-BE49-F238E27FC236}">
                        <a16:creationId xmlns:a16="http://schemas.microsoft.com/office/drawing/2014/main" id="{5ACF4FB2-F619-CDCE-729C-0CA4B34CBFC3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506" name="任意多边形 5775">
                    <a:extLst>
                      <a:ext uri="{FF2B5EF4-FFF2-40B4-BE49-F238E27FC236}">
                        <a16:creationId xmlns:a16="http://schemas.microsoft.com/office/drawing/2014/main" id="{B9C8E1FE-8127-2CFE-0069-766D5A074231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507" name="组合 4506">
                    <a:extLst>
                      <a:ext uri="{FF2B5EF4-FFF2-40B4-BE49-F238E27FC236}">
                        <a16:creationId xmlns:a16="http://schemas.microsoft.com/office/drawing/2014/main" id="{3DD616B1-2764-07A6-A483-A7FCC16AFD25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4508" name="组合 4507">
                      <a:extLst>
                        <a:ext uri="{FF2B5EF4-FFF2-40B4-BE49-F238E27FC236}">
                          <a16:creationId xmlns:a16="http://schemas.microsoft.com/office/drawing/2014/main" id="{3D9BA8C1-19CB-966C-584F-26D8DA6E66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4517" name="任意多边形 5786">
                        <a:extLst>
                          <a:ext uri="{FF2B5EF4-FFF2-40B4-BE49-F238E27FC236}">
                            <a16:creationId xmlns:a16="http://schemas.microsoft.com/office/drawing/2014/main" id="{66A75AC1-455A-DFB7-D844-FF20B0CE4D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18" name="任意多边形 5787">
                        <a:extLst>
                          <a:ext uri="{FF2B5EF4-FFF2-40B4-BE49-F238E27FC236}">
                            <a16:creationId xmlns:a16="http://schemas.microsoft.com/office/drawing/2014/main" id="{949F203D-0700-3C9E-B177-2F540C4A32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19" name="任意多边形 5788">
                        <a:extLst>
                          <a:ext uri="{FF2B5EF4-FFF2-40B4-BE49-F238E27FC236}">
                            <a16:creationId xmlns:a16="http://schemas.microsoft.com/office/drawing/2014/main" id="{7CF12DA9-6F6B-EE9B-A15D-847316FDAF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09" name="组合 4508">
                      <a:extLst>
                        <a:ext uri="{FF2B5EF4-FFF2-40B4-BE49-F238E27FC236}">
                          <a16:creationId xmlns:a16="http://schemas.microsoft.com/office/drawing/2014/main" id="{66477317-9482-6CD7-6455-5CB25069BB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4514" name="任意多边形 5783">
                        <a:extLst>
                          <a:ext uri="{FF2B5EF4-FFF2-40B4-BE49-F238E27FC236}">
                            <a16:creationId xmlns:a16="http://schemas.microsoft.com/office/drawing/2014/main" id="{BCE8A589-CE98-177A-91A9-7D4536F17E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15" name="任意多边形 5784">
                        <a:extLst>
                          <a:ext uri="{FF2B5EF4-FFF2-40B4-BE49-F238E27FC236}">
                            <a16:creationId xmlns:a16="http://schemas.microsoft.com/office/drawing/2014/main" id="{5E3CBD50-52BD-C327-366E-DE2D49C7D2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16" name="任意多边形 5785">
                        <a:extLst>
                          <a:ext uri="{FF2B5EF4-FFF2-40B4-BE49-F238E27FC236}">
                            <a16:creationId xmlns:a16="http://schemas.microsoft.com/office/drawing/2014/main" id="{C6987E20-3D0C-6BC8-53B6-D88B35D815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510" name="组合 4509">
                      <a:extLst>
                        <a:ext uri="{FF2B5EF4-FFF2-40B4-BE49-F238E27FC236}">
                          <a16:creationId xmlns:a16="http://schemas.microsoft.com/office/drawing/2014/main" id="{68C38837-15E8-34DC-F78F-C21F777A2F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4511" name="任意多边形 5780">
                        <a:extLst>
                          <a:ext uri="{FF2B5EF4-FFF2-40B4-BE49-F238E27FC236}">
                            <a16:creationId xmlns:a16="http://schemas.microsoft.com/office/drawing/2014/main" id="{3F28A571-A129-4D1E-93D0-1677D2F5FF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12" name="任意多边形 5781">
                        <a:extLst>
                          <a:ext uri="{FF2B5EF4-FFF2-40B4-BE49-F238E27FC236}">
                            <a16:creationId xmlns:a16="http://schemas.microsoft.com/office/drawing/2014/main" id="{747220B6-AF7A-4ABB-DEDF-3D7939A8D8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13" name="任意多边形 5782">
                        <a:extLst>
                          <a:ext uri="{FF2B5EF4-FFF2-40B4-BE49-F238E27FC236}">
                            <a16:creationId xmlns:a16="http://schemas.microsoft.com/office/drawing/2014/main" id="{84C48ED4-4461-7665-40AC-5D1BC86EAE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425" name="组合 4424">
                  <a:extLst>
                    <a:ext uri="{FF2B5EF4-FFF2-40B4-BE49-F238E27FC236}">
                      <a16:creationId xmlns:a16="http://schemas.microsoft.com/office/drawing/2014/main" id="{5A864E75-96C8-474C-BC00-F6AAD312E830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4490" name="任意多边形 5759">
                    <a:extLst>
                      <a:ext uri="{FF2B5EF4-FFF2-40B4-BE49-F238E27FC236}">
                        <a16:creationId xmlns:a16="http://schemas.microsoft.com/office/drawing/2014/main" id="{8881A9DB-5F0F-721E-34F2-0C718CAEBDD8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491" name="任意多边形 5760">
                    <a:extLst>
                      <a:ext uri="{FF2B5EF4-FFF2-40B4-BE49-F238E27FC236}">
                        <a16:creationId xmlns:a16="http://schemas.microsoft.com/office/drawing/2014/main" id="{72CDF2D3-4184-9A0A-6590-4F800018B43B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492" name="组合 4491">
                    <a:extLst>
                      <a:ext uri="{FF2B5EF4-FFF2-40B4-BE49-F238E27FC236}">
                        <a16:creationId xmlns:a16="http://schemas.microsoft.com/office/drawing/2014/main" id="{8FE8A4EE-F3C7-7EF3-31E2-299C9E880087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4493" name="组合 4492">
                      <a:extLst>
                        <a:ext uri="{FF2B5EF4-FFF2-40B4-BE49-F238E27FC236}">
                          <a16:creationId xmlns:a16="http://schemas.microsoft.com/office/drawing/2014/main" id="{8FD75DFB-EBCE-AFA3-1AA6-5DEC8521AC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4502" name="任意多边形 5771">
                        <a:extLst>
                          <a:ext uri="{FF2B5EF4-FFF2-40B4-BE49-F238E27FC236}">
                            <a16:creationId xmlns:a16="http://schemas.microsoft.com/office/drawing/2014/main" id="{64F73C7E-0E82-D3C2-C2E2-35122774DE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03" name="任意多边形 5772">
                        <a:extLst>
                          <a:ext uri="{FF2B5EF4-FFF2-40B4-BE49-F238E27FC236}">
                            <a16:creationId xmlns:a16="http://schemas.microsoft.com/office/drawing/2014/main" id="{E531EFFD-75A9-6453-FDDB-273354E84B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04" name="任意多边形 5773">
                        <a:extLst>
                          <a:ext uri="{FF2B5EF4-FFF2-40B4-BE49-F238E27FC236}">
                            <a16:creationId xmlns:a16="http://schemas.microsoft.com/office/drawing/2014/main" id="{233F38D9-C9CA-526C-2116-3B9626E7C7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94" name="组合 4493">
                      <a:extLst>
                        <a:ext uri="{FF2B5EF4-FFF2-40B4-BE49-F238E27FC236}">
                          <a16:creationId xmlns:a16="http://schemas.microsoft.com/office/drawing/2014/main" id="{254B8100-B861-3128-0CBC-196D28D7CB4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4499" name="任意多边形 5768">
                        <a:extLst>
                          <a:ext uri="{FF2B5EF4-FFF2-40B4-BE49-F238E27FC236}">
                            <a16:creationId xmlns:a16="http://schemas.microsoft.com/office/drawing/2014/main" id="{F24D973B-DACA-0583-5B05-4447FE118A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00" name="任意多边形 5769">
                        <a:extLst>
                          <a:ext uri="{FF2B5EF4-FFF2-40B4-BE49-F238E27FC236}">
                            <a16:creationId xmlns:a16="http://schemas.microsoft.com/office/drawing/2014/main" id="{6BF3887E-2F2E-CEC2-DDA6-789845136D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501" name="任意多边形 5770">
                        <a:extLst>
                          <a:ext uri="{FF2B5EF4-FFF2-40B4-BE49-F238E27FC236}">
                            <a16:creationId xmlns:a16="http://schemas.microsoft.com/office/drawing/2014/main" id="{E23AD603-2431-54B9-C7E8-F36E921FF2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95" name="组合 4494">
                      <a:extLst>
                        <a:ext uri="{FF2B5EF4-FFF2-40B4-BE49-F238E27FC236}">
                          <a16:creationId xmlns:a16="http://schemas.microsoft.com/office/drawing/2014/main" id="{A3649186-DC98-4318-040F-13202C2E08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4496" name="任意多边形 5765">
                        <a:extLst>
                          <a:ext uri="{FF2B5EF4-FFF2-40B4-BE49-F238E27FC236}">
                            <a16:creationId xmlns:a16="http://schemas.microsoft.com/office/drawing/2014/main" id="{1BE15B4E-606A-AC5C-CF5C-D535DFCEDF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97" name="任意多边形 5766">
                        <a:extLst>
                          <a:ext uri="{FF2B5EF4-FFF2-40B4-BE49-F238E27FC236}">
                            <a16:creationId xmlns:a16="http://schemas.microsoft.com/office/drawing/2014/main" id="{CB572A72-AF77-DC18-4928-D018B6F5D2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98" name="任意多边形 5767">
                        <a:extLst>
                          <a:ext uri="{FF2B5EF4-FFF2-40B4-BE49-F238E27FC236}">
                            <a16:creationId xmlns:a16="http://schemas.microsoft.com/office/drawing/2014/main" id="{88F39A92-93E3-73BA-68C7-067788FA7F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426" name="组合 4425">
                  <a:extLst>
                    <a:ext uri="{FF2B5EF4-FFF2-40B4-BE49-F238E27FC236}">
                      <a16:creationId xmlns:a16="http://schemas.microsoft.com/office/drawing/2014/main" id="{E94375C5-A50E-C060-9A25-EBA096217095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4475" name="任意多边形 5744">
                    <a:extLst>
                      <a:ext uri="{FF2B5EF4-FFF2-40B4-BE49-F238E27FC236}">
                        <a16:creationId xmlns:a16="http://schemas.microsoft.com/office/drawing/2014/main" id="{C00E8DDE-DB40-335A-B281-53105307D823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476" name="任意多边形 5745">
                    <a:extLst>
                      <a:ext uri="{FF2B5EF4-FFF2-40B4-BE49-F238E27FC236}">
                        <a16:creationId xmlns:a16="http://schemas.microsoft.com/office/drawing/2014/main" id="{D5C2EE8B-8133-B36A-F24C-DFE2EA931D72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477" name="组合 4476">
                    <a:extLst>
                      <a:ext uri="{FF2B5EF4-FFF2-40B4-BE49-F238E27FC236}">
                        <a16:creationId xmlns:a16="http://schemas.microsoft.com/office/drawing/2014/main" id="{748FB174-2341-1B54-1E63-09AA77FAD34A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4478" name="组合 4477">
                      <a:extLst>
                        <a:ext uri="{FF2B5EF4-FFF2-40B4-BE49-F238E27FC236}">
                          <a16:creationId xmlns:a16="http://schemas.microsoft.com/office/drawing/2014/main" id="{C6B8139F-C9E3-3F32-BCF5-BC16CA7EEB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4487" name="任意多边形 5756">
                        <a:extLst>
                          <a:ext uri="{FF2B5EF4-FFF2-40B4-BE49-F238E27FC236}">
                            <a16:creationId xmlns:a16="http://schemas.microsoft.com/office/drawing/2014/main" id="{5D9833A1-78CC-66BE-5634-BF287AE228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88" name="任意多边形 5757">
                        <a:extLst>
                          <a:ext uri="{FF2B5EF4-FFF2-40B4-BE49-F238E27FC236}">
                            <a16:creationId xmlns:a16="http://schemas.microsoft.com/office/drawing/2014/main" id="{9758B8B3-B321-7429-000F-A35BD0389F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89" name="任意多边形 5758">
                        <a:extLst>
                          <a:ext uri="{FF2B5EF4-FFF2-40B4-BE49-F238E27FC236}">
                            <a16:creationId xmlns:a16="http://schemas.microsoft.com/office/drawing/2014/main" id="{CE1EB96A-5B08-4B31-7858-DC1580FAAD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79" name="组合 4478">
                      <a:extLst>
                        <a:ext uri="{FF2B5EF4-FFF2-40B4-BE49-F238E27FC236}">
                          <a16:creationId xmlns:a16="http://schemas.microsoft.com/office/drawing/2014/main" id="{0ED38509-C67C-40A1-7C90-E5DC101EFE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4484" name="任意多边形 5753">
                        <a:extLst>
                          <a:ext uri="{FF2B5EF4-FFF2-40B4-BE49-F238E27FC236}">
                            <a16:creationId xmlns:a16="http://schemas.microsoft.com/office/drawing/2014/main" id="{6E26A383-881F-9736-99AF-0FF52262EC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85" name="任意多边形 5754">
                        <a:extLst>
                          <a:ext uri="{FF2B5EF4-FFF2-40B4-BE49-F238E27FC236}">
                            <a16:creationId xmlns:a16="http://schemas.microsoft.com/office/drawing/2014/main" id="{81B1423F-57DC-C00E-039B-BC5BFC84D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86" name="任意多边形 5755">
                        <a:extLst>
                          <a:ext uri="{FF2B5EF4-FFF2-40B4-BE49-F238E27FC236}">
                            <a16:creationId xmlns:a16="http://schemas.microsoft.com/office/drawing/2014/main" id="{EF90420F-F39D-0450-BA4B-BCA5A2E927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80" name="组合 4479">
                      <a:extLst>
                        <a:ext uri="{FF2B5EF4-FFF2-40B4-BE49-F238E27FC236}">
                          <a16:creationId xmlns:a16="http://schemas.microsoft.com/office/drawing/2014/main" id="{AC527630-7F3A-03A7-5128-1A04BB8042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4481" name="任意多边形 5750">
                        <a:extLst>
                          <a:ext uri="{FF2B5EF4-FFF2-40B4-BE49-F238E27FC236}">
                            <a16:creationId xmlns:a16="http://schemas.microsoft.com/office/drawing/2014/main" id="{72A27805-E684-C7FC-F342-F7A2D38AA0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82" name="任意多边形 5751">
                        <a:extLst>
                          <a:ext uri="{FF2B5EF4-FFF2-40B4-BE49-F238E27FC236}">
                            <a16:creationId xmlns:a16="http://schemas.microsoft.com/office/drawing/2014/main" id="{5ABF15B6-83F8-CFEE-DA01-852E993B8E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83" name="任意多边形 5752">
                        <a:extLst>
                          <a:ext uri="{FF2B5EF4-FFF2-40B4-BE49-F238E27FC236}">
                            <a16:creationId xmlns:a16="http://schemas.microsoft.com/office/drawing/2014/main" id="{04A1B023-C9D3-09AD-4099-334145A8BC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427" name="组合 4426">
                  <a:extLst>
                    <a:ext uri="{FF2B5EF4-FFF2-40B4-BE49-F238E27FC236}">
                      <a16:creationId xmlns:a16="http://schemas.microsoft.com/office/drawing/2014/main" id="{97229348-E28F-8571-064C-8D4198D97A55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4460" name="任意多边形 5729">
                    <a:extLst>
                      <a:ext uri="{FF2B5EF4-FFF2-40B4-BE49-F238E27FC236}">
                        <a16:creationId xmlns:a16="http://schemas.microsoft.com/office/drawing/2014/main" id="{1484766E-E0A8-CBFF-85FB-6FD038784A03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461" name="任意多边形 5730">
                    <a:extLst>
                      <a:ext uri="{FF2B5EF4-FFF2-40B4-BE49-F238E27FC236}">
                        <a16:creationId xmlns:a16="http://schemas.microsoft.com/office/drawing/2014/main" id="{3E036D00-ACE5-D930-7470-8EBD5F4B6FB9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462" name="组合 4461">
                    <a:extLst>
                      <a:ext uri="{FF2B5EF4-FFF2-40B4-BE49-F238E27FC236}">
                        <a16:creationId xmlns:a16="http://schemas.microsoft.com/office/drawing/2014/main" id="{F6A407C3-D7AC-9688-97EA-E6964BB6272C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4463" name="组合 4462">
                      <a:extLst>
                        <a:ext uri="{FF2B5EF4-FFF2-40B4-BE49-F238E27FC236}">
                          <a16:creationId xmlns:a16="http://schemas.microsoft.com/office/drawing/2014/main" id="{CFEA780E-A620-F60C-CBBF-45ED42D95D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4472" name="任意多边形 5741">
                        <a:extLst>
                          <a:ext uri="{FF2B5EF4-FFF2-40B4-BE49-F238E27FC236}">
                            <a16:creationId xmlns:a16="http://schemas.microsoft.com/office/drawing/2014/main" id="{B8D49716-B95C-0C30-A732-657761260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73" name="任意多边形 5742">
                        <a:extLst>
                          <a:ext uri="{FF2B5EF4-FFF2-40B4-BE49-F238E27FC236}">
                            <a16:creationId xmlns:a16="http://schemas.microsoft.com/office/drawing/2014/main" id="{F396A48C-D649-3F8B-E574-FA2B6933CB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74" name="任意多边形 5743">
                        <a:extLst>
                          <a:ext uri="{FF2B5EF4-FFF2-40B4-BE49-F238E27FC236}">
                            <a16:creationId xmlns:a16="http://schemas.microsoft.com/office/drawing/2014/main" id="{A1BE5FD2-D2D7-BFC9-E9D3-496915C9B0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64" name="组合 4463">
                      <a:extLst>
                        <a:ext uri="{FF2B5EF4-FFF2-40B4-BE49-F238E27FC236}">
                          <a16:creationId xmlns:a16="http://schemas.microsoft.com/office/drawing/2014/main" id="{B81112E0-FA39-74F9-1BDA-47B990FCC7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4469" name="任意多边形 5738">
                        <a:extLst>
                          <a:ext uri="{FF2B5EF4-FFF2-40B4-BE49-F238E27FC236}">
                            <a16:creationId xmlns:a16="http://schemas.microsoft.com/office/drawing/2014/main" id="{CBC85BAD-C1C5-04DE-8AD9-089B2A939D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70" name="任意多边形 5739">
                        <a:extLst>
                          <a:ext uri="{FF2B5EF4-FFF2-40B4-BE49-F238E27FC236}">
                            <a16:creationId xmlns:a16="http://schemas.microsoft.com/office/drawing/2014/main" id="{6239923F-F0F4-8D01-0CCC-53335A9C9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71" name="任意多边形 5740">
                        <a:extLst>
                          <a:ext uri="{FF2B5EF4-FFF2-40B4-BE49-F238E27FC236}">
                            <a16:creationId xmlns:a16="http://schemas.microsoft.com/office/drawing/2014/main" id="{7C8599F4-2037-D11B-52EA-CA640E4CAC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65" name="组合 4464">
                      <a:extLst>
                        <a:ext uri="{FF2B5EF4-FFF2-40B4-BE49-F238E27FC236}">
                          <a16:creationId xmlns:a16="http://schemas.microsoft.com/office/drawing/2014/main" id="{DCC73172-282D-517F-D5E8-E7796C311A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4466" name="任意多边形 5735">
                        <a:extLst>
                          <a:ext uri="{FF2B5EF4-FFF2-40B4-BE49-F238E27FC236}">
                            <a16:creationId xmlns:a16="http://schemas.microsoft.com/office/drawing/2014/main" id="{783D1BBD-2B82-BAD5-590D-A26DD4C667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67" name="任意多边形 5736">
                        <a:extLst>
                          <a:ext uri="{FF2B5EF4-FFF2-40B4-BE49-F238E27FC236}">
                            <a16:creationId xmlns:a16="http://schemas.microsoft.com/office/drawing/2014/main" id="{BE55341B-7A33-4BEE-F80D-11E6299CCC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68" name="任意多边形 5737">
                        <a:extLst>
                          <a:ext uri="{FF2B5EF4-FFF2-40B4-BE49-F238E27FC236}">
                            <a16:creationId xmlns:a16="http://schemas.microsoft.com/office/drawing/2014/main" id="{8FE893F1-909B-37C7-1E0B-88F5BF55C5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428" name="组合 4427">
                  <a:extLst>
                    <a:ext uri="{FF2B5EF4-FFF2-40B4-BE49-F238E27FC236}">
                      <a16:creationId xmlns:a16="http://schemas.microsoft.com/office/drawing/2014/main" id="{2C4C48D9-4778-986E-1955-18E7264406D0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4445" name="任意多边形 5714">
                    <a:extLst>
                      <a:ext uri="{FF2B5EF4-FFF2-40B4-BE49-F238E27FC236}">
                        <a16:creationId xmlns:a16="http://schemas.microsoft.com/office/drawing/2014/main" id="{90C7A9B7-D900-9B5B-EBAA-5191A5124AA6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446" name="任意多边形 5715">
                    <a:extLst>
                      <a:ext uri="{FF2B5EF4-FFF2-40B4-BE49-F238E27FC236}">
                        <a16:creationId xmlns:a16="http://schemas.microsoft.com/office/drawing/2014/main" id="{CB8F1B48-CAE4-51A0-98B0-1B6F7ED0C6B7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447" name="组合 4446">
                    <a:extLst>
                      <a:ext uri="{FF2B5EF4-FFF2-40B4-BE49-F238E27FC236}">
                        <a16:creationId xmlns:a16="http://schemas.microsoft.com/office/drawing/2014/main" id="{69BC2526-198F-AC27-5205-B9878307D01A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4448" name="组合 4447">
                      <a:extLst>
                        <a:ext uri="{FF2B5EF4-FFF2-40B4-BE49-F238E27FC236}">
                          <a16:creationId xmlns:a16="http://schemas.microsoft.com/office/drawing/2014/main" id="{A3ABA717-3E4D-D6F8-0CE4-17D9941DD2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4457" name="任意多边形 5726">
                        <a:extLst>
                          <a:ext uri="{FF2B5EF4-FFF2-40B4-BE49-F238E27FC236}">
                            <a16:creationId xmlns:a16="http://schemas.microsoft.com/office/drawing/2014/main" id="{2D692224-D7BA-E88C-EF1C-B3AFD30CBB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58" name="任意多边形 5727">
                        <a:extLst>
                          <a:ext uri="{FF2B5EF4-FFF2-40B4-BE49-F238E27FC236}">
                            <a16:creationId xmlns:a16="http://schemas.microsoft.com/office/drawing/2014/main" id="{DFA898B8-F7FD-EA35-469F-7C6C6CCBA5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59" name="任意多边形 5728">
                        <a:extLst>
                          <a:ext uri="{FF2B5EF4-FFF2-40B4-BE49-F238E27FC236}">
                            <a16:creationId xmlns:a16="http://schemas.microsoft.com/office/drawing/2014/main" id="{A17CCD0D-CE2E-2E35-6DB2-59FF2203EB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49" name="组合 4448">
                      <a:extLst>
                        <a:ext uri="{FF2B5EF4-FFF2-40B4-BE49-F238E27FC236}">
                          <a16:creationId xmlns:a16="http://schemas.microsoft.com/office/drawing/2014/main" id="{45B8AF6D-9351-4C18-9CC6-5A3DBF9D92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4454" name="任意多边形 5723">
                        <a:extLst>
                          <a:ext uri="{FF2B5EF4-FFF2-40B4-BE49-F238E27FC236}">
                            <a16:creationId xmlns:a16="http://schemas.microsoft.com/office/drawing/2014/main" id="{A5CBEC9F-5162-DB5C-B273-00A9541458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55" name="任意多边形 5724">
                        <a:extLst>
                          <a:ext uri="{FF2B5EF4-FFF2-40B4-BE49-F238E27FC236}">
                            <a16:creationId xmlns:a16="http://schemas.microsoft.com/office/drawing/2014/main" id="{CB374C4C-37D1-E4B4-00CC-DFA2E5F899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56" name="任意多边形 5725">
                        <a:extLst>
                          <a:ext uri="{FF2B5EF4-FFF2-40B4-BE49-F238E27FC236}">
                            <a16:creationId xmlns:a16="http://schemas.microsoft.com/office/drawing/2014/main" id="{D6645F4C-5DEE-B95F-5959-FFF6C0C688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50" name="组合 4449">
                      <a:extLst>
                        <a:ext uri="{FF2B5EF4-FFF2-40B4-BE49-F238E27FC236}">
                          <a16:creationId xmlns:a16="http://schemas.microsoft.com/office/drawing/2014/main" id="{106392F1-206F-2BEF-0DE8-7958ABF57E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4451" name="任意多边形 5720">
                        <a:extLst>
                          <a:ext uri="{FF2B5EF4-FFF2-40B4-BE49-F238E27FC236}">
                            <a16:creationId xmlns:a16="http://schemas.microsoft.com/office/drawing/2014/main" id="{93BEC57B-6773-2F6F-9D4D-ABA74C9716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52" name="任意多边形 5721">
                        <a:extLst>
                          <a:ext uri="{FF2B5EF4-FFF2-40B4-BE49-F238E27FC236}">
                            <a16:creationId xmlns:a16="http://schemas.microsoft.com/office/drawing/2014/main" id="{341B4ACA-FCFE-EAC7-C5D3-F4BE11AE48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53" name="任意多边形 5722">
                        <a:extLst>
                          <a:ext uri="{FF2B5EF4-FFF2-40B4-BE49-F238E27FC236}">
                            <a16:creationId xmlns:a16="http://schemas.microsoft.com/office/drawing/2014/main" id="{210DAEE4-36A5-2AAA-C7C9-0C25399DC5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429" name="组合 4428">
                  <a:extLst>
                    <a:ext uri="{FF2B5EF4-FFF2-40B4-BE49-F238E27FC236}">
                      <a16:creationId xmlns:a16="http://schemas.microsoft.com/office/drawing/2014/main" id="{FE01E437-91B9-9389-1293-447DCFFF3A82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4430" name="任意多边形 5699">
                    <a:extLst>
                      <a:ext uri="{FF2B5EF4-FFF2-40B4-BE49-F238E27FC236}">
                        <a16:creationId xmlns:a16="http://schemas.microsoft.com/office/drawing/2014/main" id="{C662C11C-927C-4233-00E4-98C36A3C26C5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431" name="任意多边形 5700">
                    <a:extLst>
                      <a:ext uri="{FF2B5EF4-FFF2-40B4-BE49-F238E27FC236}">
                        <a16:creationId xmlns:a16="http://schemas.microsoft.com/office/drawing/2014/main" id="{AB54D497-6D53-7FEA-3E7A-ECE4B522CD54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432" name="组合 4431">
                    <a:extLst>
                      <a:ext uri="{FF2B5EF4-FFF2-40B4-BE49-F238E27FC236}">
                        <a16:creationId xmlns:a16="http://schemas.microsoft.com/office/drawing/2014/main" id="{826F1170-1799-8648-59DF-01F3D89D3F32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4433" name="组合 4432">
                      <a:extLst>
                        <a:ext uri="{FF2B5EF4-FFF2-40B4-BE49-F238E27FC236}">
                          <a16:creationId xmlns:a16="http://schemas.microsoft.com/office/drawing/2014/main" id="{86F01B58-99C2-3FD9-8E74-3905FA0CB7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4442" name="任意多边形 5711">
                        <a:extLst>
                          <a:ext uri="{FF2B5EF4-FFF2-40B4-BE49-F238E27FC236}">
                            <a16:creationId xmlns:a16="http://schemas.microsoft.com/office/drawing/2014/main" id="{C8053706-8B9F-EA2A-0B66-F5FD978FA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43" name="任意多边形 5712">
                        <a:extLst>
                          <a:ext uri="{FF2B5EF4-FFF2-40B4-BE49-F238E27FC236}">
                            <a16:creationId xmlns:a16="http://schemas.microsoft.com/office/drawing/2014/main" id="{3192F72E-872E-E971-8285-229B37AF46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44" name="任意多边形 5713">
                        <a:extLst>
                          <a:ext uri="{FF2B5EF4-FFF2-40B4-BE49-F238E27FC236}">
                            <a16:creationId xmlns:a16="http://schemas.microsoft.com/office/drawing/2014/main" id="{5056A660-A26C-89AB-810C-FC5FB92511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34" name="组合 4433">
                      <a:extLst>
                        <a:ext uri="{FF2B5EF4-FFF2-40B4-BE49-F238E27FC236}">
                          <a16:creationId xmlns:a16="http://schemas.microsoft.com/office/drawing/2014/main" id="{FC7D027A-3427-D448-F44F-CEC04480DB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4439" name="任意多边形 5708">
                        <a:extLst>
                          <a:ext uri="{FF2B5EF4-FFF2-40B4-BE49-F238E27FC236}">
                            <a16:creationId xmlns:a16="http://schemas.microsoft.com/office/drawing/2014/main" id="{0B593ACF-5E6C-27D2-B89E-02B6A0772A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40" name="任意多边形 5709">
                        <a:extLst>
                          <a:ext uri="{FF2B5EF4-FFF2-40B4-BE49-F238E27FC236}">
                            <a16:creationId xmlns:a16="http://schemas.microsoft.com/office/drawing/2014/main" id="{15CD425C-0216-5D79-8895-E01E1B8F52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41" name="任意多边形 5710">
                        <a:extLst>
                          <a:ext uri="{FF2B5EF4-FFF2-40B4-BE49-F238E27FC236}">
                            <a16:creationId xmlns:a16="http://schemas.microsoft.com/office/drawing/2014/main" id="{1FE6BF24-1931-61CC-DA85-BDC847CCD3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35" name="组合 4434">
                      <a:extLst>
                        <a:ext uri="{FF2B5EF4-FFF2-40B4-BE49-F238E27FC236}">
                          <a16:creationId xmlns:a16="http://schemas.microsoft.com/office/drawing/2014/main" id="{B58F34CC-B004-CA4B-386E-E03D8D2898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4436" name="任意多边形 5705">
                        <a:extLst>
                          <a:ext uri="{FF2B5EF4-FFF2-40B4-BE49-F238E27FC236}">
                            <a16:creationId xmlns:a16="http://schemas.microsoft.com/office/drawing/2014/main" id="{3F6699C5-6B48-30D6-842E-76B7BD0BC0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37" name="任意多边形 5706">
                        <a:extLst>
                          <a:ext uri="{FF2B5EF4-FFF2-40B4-BE49-F238E27FC236}">
                            <a16:creationId xmlns:a16="http://schemas.microsoft.com/office/drawing/2014/main" id="{479030EB-F49B-B2B6-B515-5D91007CD5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38" name="任意多边形 5707">
                        <a:extLst>
                          <a:ext uri="{FF2B5EF4-FFF2-40B4-BE49-F238E27FC236}">
                            <a16:creationId xmlns:a16="http://schemas.microsoft.com/office/drawing/2014/main" id="{CB770E3A-8EE4-A945-E991-1956E15415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4230" name="组合 4229">
                <a:extLst>
                  <a:ext uri="{FF2B5EF4-FFF2-40B4-BE49-F238E27FC236}">
                    <a16:creationId xmlns:a16="http://schemas.microsoft.com/office/drawing/2014/main" id="{4C154819-8639-B67B-54C1-177998D43A0A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684" cy="42156"/>
                <a:chOff x="4309837" y="5251379"/>
                <a:chExt cx="574684" cy="42156"/>
              </a:xfrm>
            </p:grpSpPr>
            <p:grpSp>
              <p:nvGrpSpPr>
                <p:cNvPr id="4328" name="组合 4327">
                  <a:extLst>
                    <a:ext uri="{FF2B5EF4-FFF2-40B4-BE49-F238E27FC236}">
                      <a16:creationId xmlns:a16="http://schemas.microsoft.com/office/drawing/2014/main" id="{33FC21D0-735D-CF37-A14C-330104B0A6A1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4409" name="任意多边形 5678">
                    <a:extLst>
                      <a:ext uri="{FF2B5EF4-FFF2-40B4-BE49-F238E27FC236}">
                        <a16:creationId xmlns:a16="http://schemas.microsoft.com/office/drawing/2014/main" id="{B7606792-0D81-FEAB-4F77-88FEE8B1C0E8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410" name="任意多边形 5679">
                    <a:extLst>
                      <a:ext uri="{FF2B5EF4-FFF2-40B4-BE49-F238E27FC236}">
                        <a16:creationId xmlns:a16="http://schemas.microsoft.com/office/drawing/2014/main" id="{2E2B3DAC-01E3-CA89-F35B-22BBD0C2BAE2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411" name="组合 4410">
                    <a:extLst>
                      <a:ext uri="{FF2B5EF4-FFF2-40B4-BE49-F238E27FC236}">
                        <a16:creationId xmlns:a16="http://schemas.microsoft.com/office/drawing/2014/main" id="{597F8466-2BE3-14FF-2E8F-F1B2D7A1132F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4412" name="组合 4411">
                      <a:extLst>
                        <a:ext uri="{FF2B5EF4-FFF2-40B4-BE49-F238E27FC236}">
                          <a16:creationId xmlns:a16="http://schemas.microsoft.com/office/drawing/2014/main" id="{849689CE-7F50-AE03-8BBD-94653BC406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4421" name="任意多边形 5690">
                        <a:extLst>
                          <a:ext uri="{FF2B5EF4-FFF2-40B4-BE49-F238E27FC236}">
                            <a16:creationId xmlns:a16="http://schemas.microsoft.com/office/drawing/2014/main" id="{23F7774A-872C-BE13-AACE-C91223173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22" name="任意多边形 5691">
                        <a:extLst>
                          <a:ext uri="{FF2B5EF4-FFF2-40B4-BE49-F238E27FC236}">
                            <a16:creationId xmlns:a16="http://schemas.microsoft.com/office/drawing/2014/main" id="{144122DA-E1D0-80F1-C56E-567844C4F1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23" name="任意多边形 5692">
                        <a:extLst>
                          <a:ext uri="{FF2B5EF4-FFF2-40B4-BE49-F238E27FC236}">
                            <a16:creationId xmlns:a16="http://schemas.microsoft.com/office/drawing/2014/main" id="{E7BD6376-4113-9373-80BA-DF5409B12A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13" name="组合 4412">
                      <a:extLst>
                        <a:ext uri="{FF2B5EF4-FFF2-40B4-BE49-F238E27FC236}">
                          <a16:creationId xmlns:a16="http://schemas.microsoft.com/office/drawing/2014/main" id="{35D3A698-6532-FADB-1118-AE67A86080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4418" name="任意多边形 5687">
                        <a:extLst>
                          <a:ext uri="{FF2B5EF4-FFF2-40B4-BE49-F238E27FC236}">
                            <a16:creationId xmlns:a16="http://schemas.microsoft.com/office/drawing/2014/main" id="{8C30C331-0C71-26E2-36E4-AAA3BC626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19" name="任意多边形 5688">
                        <a:extLst>
                          <a:ext uri="{FF2B5EF4-FFF2-40B4-BE49-F238E27FC236}">
                            <a16:creationId xmlns:a16="http://schemas.microsoft.com/office/drawing/2014/main" id="{7C456568-CB99-FE0F-30AF-B726003BC3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20" name="任意多边形 5689">
                        <a:extLst>
                          <a:ext uri="{FF2B5EF4-FFF2-40B4-BE49-F238E27FC236}">
                            <a16:creationId xmlns:a16="http://schemas.microsoft.com/office/drawing/2014/main" id="{DB1767BD-A217-DEFC-D111-D61B276E3B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414" name="组合 4413">
                      <a:extLst>
                        <a:ext uri="{FF2B5EF4-FFF2-40B4-BE49-F238E27FC236}">
                          <a16:creationId xmlns:a16="http://schemas.microsoft.com/office/drawing/2014/main" id="{BD8B8AE5-5909-2E8A-EAD3-DA34EFCF6F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4415" name="任意多边形 5684">
                        <a:extLst>
                          <a:ext uri="{FF2B5EF4-FFF2-40B4-BE49-F238E27FC236}">
                            <a16:creationId xmlns:a16="http://schemas.microsoft.com/office/drawing/2014/main" id="{6EDF51EA-F439-82BB-D693-A7C4C0D517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16" name="任意多边形 5685">
                        <a:extLst>
                          <a:ext uri="{FF2B5EF4-FFF2-40B4-BE49-F238E27FC236}">
                            <a16:creationId xmlns:a16="http://schemas.microsoft.com/office/drawing/2014/main" id="{F0F7EB03-8DBE-F694-35BC-BE1E529E77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17" name="任意多边形 5686">
                        <a:extLst>
                          <a:ext uri="{FF2B5EF4-FFF2-40B4-BE49-F238E27FC236}">
                            <a16:creationId xmlns:a16="http://schemas.microsoft.com/office/drawing/2014/main" id="{E345E887-C643-8FAA-A109-0BE2E73546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329" name="组合 4328">
                  <a:extLst>
                    <a:ext uri="{FF2B5EF4-FFF2-40B4-BE49-F238E27FC236}">
                      <a16:creationId xmlns:a16="http://schemas.microsoft.com/office/drawing/2014/main" id="{BE056503-6F41-3E75-60D7-40C16D6F0E5A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4394" name="任意多边形 5663">
                    <a:extLst>
                      <a:ext uri="{FF2B5EF4-FFF2-40B4-BE49-F238E27FC236}">
                        <a16:creationId xmlns:a16="http://schemas.microsoft.com/office/drawing/2014/main" id="{508357FA-8C8F-A026-9A10-8174294146B9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395" name="任意多边形 5664">
                    <a:extLst>
                      <a:ext uri="{FF2B5EF4-FFF2-40B4-BE49-F238E27FC236}">
                        <a16:creationId xmlns:a16="http://schemas.microsoft.com/office/drawing/2014/main" id="{C295DE7E-BC88-4809-3EF2-AB2AE0926588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396" name="组合 4395">
                    <a:extLst>
                      <a:ext uri="{FF2B5EF4-FFF2-40B4-BE49-F238E27FC236}">
                        <a16:creationId xmlns:a16="http://schemas.microsoft.com/office/drawing/2014/main" id="{EF525C2A-9A6B-9175-4A21-7148AB81E03A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4397" name="组合 4396">
                      <a:extLst>
                        <a:ext uri="{FF2B5EF4-FFF2-40B4-BE49-F238E27FC236}">
                          <a16:creationId xmlns:a16="http://schemas.microsoft.com/office/drawing/2014/main" id="{FC396AB2-EC83-C128-D033-34CA1132B8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4406" name="任意多边形 5675">
                        <a:extLst>
                          <a:ext uri="{FF2B5EF4-FFF2-40B4-BE49-F238E27FC236}">
                            <a16:creationId xmlns:a16="http://schemas.microsoft.com/office/drawing/2014/main" id="{DFEA3A68-7059-F9F7-3B86-01D89C273C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07" name="任意多边形 5676">
                        <a:extLst>
                          <a:ext uri="{FF2B5EF4-FFF2-40B4-BE49-F238E27FC236}">
                            <a16:creationId xmlns:a16="http://schemas.microsoft.com/office/drawing/2014/main" id="{305745B1-10A4-2FA8-48A2-6ED9D5A00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08" name="任意多边形 5677">
                        <a:extLst>
                          <a:ext uri="{FF2B5EF4-FFF2-40B4-BE49-F238E27FC236}">
                            <a16:creationId xmlns:a16="http://schemas.microsoft.com/office/drawing/2014/main" id="{2CD77631-47C6-9665-3AC0-2320A99DBF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98" name="组合 4397">
                      <a:extLst>
                        <a:ext uri="{FF2B5EF4-FFF2-40B4-BE49-F238E27FC236}">
                          <a16:creationId xmlns:a16="http://schemas.microsoft.com/office/drawing/2014/main" id="{41605627-F1D2-3E43-ACFF-62C1D69A6D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4403" name="任意多边形 5672">
                        <a:extLst>
                          <a:ext uri="{FF2B5EF4-FFF2-40B4-BE49-F238E27FC236}">
                            <a16:creationId xmlns:a16="http://schemas.microsoft.com/office/drawing/2014/main" id="{C5977903-A78B-765E-6381-5EA1178529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04" name="任意多边形 5673">
                        <a:extLst>
                          <a:ext uri="{FF2B5EF4-FFF2-40B4-BE49-F238E27FC236}">
                            <a16:creationId xmlns:a16="http://schemas.microsoft.com/office/drawing/2014/main" id="{F9D4E169-C129-D3A6-3A39-7934BCBF50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05" name="任意多边形 5674">
                        <a:extLst>
                          <a:ext uri="{FF2B5EF4-FFF2-40B4-BE49-F238E27FC236}">
                            <a16:creationId xmlns:a16="http://schemas.microsoft.com/office/drawing/2014/main" id="{ABC4BC79-B674-BF8B-7204-235BBCEDC1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99" name="组合 4398">
                      <a:extLst>
                        <a:ext uri="{FF2B5EF4-FFF2-40B4-BE49-F238E27FC236}">
                          <a16:creationId xmlns:a16="http://schemas.microsoft.com/office/drawing/2014/main" id="{E307068F-4370-8575-7415-8DD0A83C9A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4400" name="任意多边形 5669">
                        <a:extLst>
                          <a:ext uri="{FF2B5EF4-FFF2-40B4-BE49-F238E27FC236}">
                            <a16:creationId xmlns:a16="http://schemas.microsoft.com/office/drawing/2014/main" id="{A8A45334-B03E-868F-2D22-B2336B1C2F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01" name="任意多边形 5670">
                        <a:extLst>
                          <a:ext uri="{FF2B5EF4-FFF2-40B4-BE49-F238E27FC236}">
                            <a16:creationId xmlns:a16="http://schemas.microsoft.com/office/drawing/2014/main" id="{B749F64B-0F71-52F1-855B-1DD8F452D1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402" name="任意多边形 5671">
                        <a:extLst>
                          <a:ext uri="{FF2B5EF4-FFF2-40B4-BE49-F238E27FC236}">
                            <a16:creationId xmlns:a16="http://schemas.microsoft.com/office/drawing/2014/main" id="{E5C9BBEB-8DEB-6519-1714-1AD09B5B49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330" name="组合 4329">
                  <a:extLst>
                    <a:ext uri="{FF2B5EF4-FFF2-40B4-BE49-F238E27FC236}">
                      <a16:creationId xmlns:a16="http://schemas.microsoft.com/office/drawing/2014/main" id="{0B63BAD1-4EF0-9520-AC91-64416DBF9F6F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4379" name="任意多边形 5648">
                    <a:extLst>
                      <a:ext uri="{FF2B5EF4-FFF2-40B4-BE49-F238E27FC236}">
                        <a16:creationId xmlns:a16="http://schemas.microsoft.com/office/drawing/2014/main" id="{076FB826-6D15-5E3C-4CC3-02AD98DF94E0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380" name="任意多边形 5649">
                    <a:extLst>
                      <a:ext uri="{FF2B5EF4-FFF2-40B4-BE49-F238E27FC236}">
                        <a16:creationId xmlns:a16="http://schemas.microsoft.com/office/drawing/2014/main" id="{C5A39341-C45D-BD09-E94A-4EFE07CAB5AC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381" name="组合 4380">
                    <a:extLst>
                      <a:ext uri="{FF2B5EF4-FFF2-40B4-BE49-F238E27FC236}">
                        <a16:creationId xmlns:a16="http://schemas.microsoft.com/office/drawing/2014/main" id="{2099DDF5-FBFC-A2E6-59F5-1BB87612FDEF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4382" name="组合 4381">
                      <a:extLst>
                        <a:ext uri="{FF2B5EF4-FFF2-40B4-BE49-F238E27FC236}">
                          <a16:creationId xmlns:a16="http://schemas.microsoft.com/office/drawing/2014/main" id="{502CD675-5650-2B0A-99B7-7F416862425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4391" name="任意多边形 5660">
                        <a:extLst>
                          <a:ext uri="{FF2B5EF4-FFF2-40B4-BE49-F238E27FC236}">
                            <a16:creationId xmlns:a16="http://schemas.microsoft.com/office/drawing/2014/main" id="{5B770C9D-900B-F032-53F4-595EC1A079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92" name="任意多边形 5661">
                        <a:extLst>
                          <a:ext uri="{FF2B5EF4-FFF2-40B4-BE49-F238E27FC236}">
                            <a16:creationId xmlns:a16="http://schemas.microsoft.com/office/drawing/2014/main" id="{3B0DAD25-DC33-D167-BA71-F99DE1145E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93" name="任意多边形 5662">
                        <a:extLst>
                          <a:ext uri="{FF2B5EF4-FFF2-40B4-BE49-F238E27FC236}">
                            <a16:creationId xmlns:a16="http://schemas.microsoft.com/office/drawing/2014/main" id="{6E9D5D9D-4666-DECF-CA18-09F11B1D4A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83" name="组合 4382">
                      <a:extLst>
                        <a:ext uri="{FF2B5EF4-FFF2-40B4-BE49-F238E27FC236}">
                          <a16:creationId xmlns:a16="http://schemas.microsoft.com/office/drawing/2014/main" id="{331DD32F-530A-5721-D55A-82EE734B6B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4388" name="任意多边形 5657">
                        <a:extLst>
                          <a:ext uri="{FF2B5EF4-FFF2-40B4-BE49-F238E27FC236}">
                            <a16:creationId xmlns:a16="http://schemas.microsoft.com/office/drawing/2014/main" id="{60D03E94-42FB-2198-E210-E163AA44EB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89" name="任意多边形 5658">
                        <a:extLst>
                          <a:ext uri="{FF2B5EF4-FFF2-40B4-BE49-F238E27FC236}">
                            <a16:creationId xmlns:a16="http://schemas.microsoft.com/office/drawing/2014/main" id="{94F7ABD2-9BB4-1D38-C4AB-1F0BFDE07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90" name="任意多边形 5659">
                        <a:extLst>
                          <a:ext uri="{FF2B5EF4-FFF2-40B4-BE49-F238E27FC236}">
                            <a16:creationId xmlns:a16="http://schemas.microsoft.com/office/drawing/2014/main" id="{E8746D3E-A126-BDCB-9A69-BD3CD85120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84" name="组合 4383">
                      <a:extLst>
                        <a:ext uri="{FF2B5EF4-FFF2-40B4-BE49-F238E27FC236}">
                          <a16:creationId xmlns:a16="http://schemas.microsoft.com/office/drawing/2014/main" id="{42BB3F7F-7741-5ACA-04A9-8ACA8DBE48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4385" name="任意多边形 5654">
                        <a:extLst>
                          <a:ext uri="{FF2B5EF4-FFF2-40B4-BE49-F238E27FC236}">
                            <a16:creationId xmlns:a16="http://schemas.microsoft.com/office/drawing/2014/main" id="{C6DEE570-4C87-82C5-330B-D1D2105B27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86" name="任意多边形 5655">
                        <a:extLst>
                          <a:ext uri="{FF2B5EF4-FFF2-40B4-BE49-F238E27FC236}">
                            <a16:creationId xmlns:a16="http://schemas.microsoft.com/office/drawing/2014/main" id="{7EF4AF01-C1ED-5F37-7FC1-70F256685E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87" name="任意多边形 5656">
                        <a:extLst>
                          <a:ext uri="{FF2B5EF4-FFF2-40B4-BE49-F238E27FC236}">
                            <a16:creationId xmlns:a16="http://schemas.microsoft.com/office/drawing/2014/main" id="{9791E606-5587-D933-DD04-0C36DEA8F4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331" name="组合 4330">
                  <a:extLst>
                    <a:ext uri="{FF2B5EF4-FFF2-40B4-BE49-F238E27FC236}">
                      <a16:creationId xmlns:a16="http://schemas.microsoft.com/office/drawing/2014/main" id="{76171B77-7367-1A55-137E-0FB729265222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4364" name="任意多边形 5633">
                    <a:extLst>
                      <a:ext uri="{FF2B5EF4-FFF2-40B4-BE49-F238E27FC236}">
                        <a16:creationId xmlns:a16="http://schemas.microsoft.com/office/drawing/2014/main" id="{8A84151D-D7A1-A680-B5B2-B8021297036D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365" name="任意多边形 5634">
                    <a:extLst>
                      <a:ext uri="{FF2B5EF4-FFF2-40B4-BE49-F238E27FC236}">
                        <a16:creationId xmlns:a16="http://schemas.microsoft.com/office/drawing/2014/main" id="{28372ED0-A61B-2793-C07E-F9D0BAFADC9B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366" name="组合 4365">
                    <a:extLst>
                      <a:ext uri="{FF2B5EF4-FFF2-40B4-BE49-F238E27FC236}">
                        <a16:creationId xmlns:a16="http://schemas.microsoft.com/office/drawing/2014/main" id="{71DE12B7-E9A6-2B6B-8E7F-EF1408ABEF73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4367" name="组合 4366">
                      <a:extLst>
                        <a:ext uri="{FF2B5EF4-FFF2-40B4-BE49-F238E27FC236}">
                          <a16:creationId xmlns:a16="http://schemas.microsoft.com/office/drawing/2014/main" id="{E997EAFE-1A6F-B43E-CCA1-E4DA3563C1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4376" name="任意多边形 5645">
                        <a:extLst>
                          <a:ext uri="{FF2B5EF4-FFF2-40B4-BE49-F238E27FC236}">
                            <a16:creationId xmlns:a16="http://schemas.microsoft.com/office/drawing/2014/main" id="{BC174A6A-747A-D8D9-9D75-39A54C7629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77" name="任意多边形 5646">
                        <a:extLst>
                          <a:ext uri="{FF2B5EF4-FFF2-40B4-BE49-F238E27FC236}">
                            <a16:creationId xmlns:a16="http://schemas.microsoft.com/office/drawing/2014/main" id="{C9D6E258-4DF9-222B-B696-29D207F42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78" name="任意多边形 5647">
                        <a:extLst>
                          <a:ext uri="{FF2B5EF4-FFF2-40B4-BE49-F238E27FC236}">
                            <a16:creationId xmlns:a16="http://schemas.microsoft.com/office/drawing/2014/main" id="{1F507CFF-3A45-E2E3-3735-ADE88D341D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68" name="组合 4367">
                      <a:extLst>
                        <a:ext uri="{FF2B5EF4-FFF2-40B4-BE49-F238E27FC236}">
                          <a16:creationId xmlns:a16="http://schemas.microsoft.com/office/drawing/2014/main" id="{BA378944-6AEB-CE3F-0DB2-9C53884EA5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4373" name="任意多边形 5642">
                        <a:extLst>
                          <a:ext uri="{FF2B5EF4-FFF2-40B4-BE49-F238E27FC236}">
                            <a16:creationId xmlns:a16="http://schemas.microsoft.com/office/drawing/2014/main" id="{FDACF89D-78BD-9914-5397-B03F9ED4B7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74" name="任意多边形 5643">
                        <a:extLst>
                          <a:ext uri="{FF2B5EF4-FFF2-40B4-BE49-F238E27FC236}">
                            <a16:creationId xmlns:a16="http://schemas.microsoft.com/office/drawing/2014/main" id="{C844A4FD-8E63-A24D-89F8-0D03ED53E0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75" name="任意多边形 5644">
                        <a:extLst>
                          <a:ext uri="{FF2B5EF4-FFF2-40B4-BE49-F238E27FC236}">
                            <a16:creationId xmlns:a16="http://schemas.microsoft.com/office/drawing/2014/main" id="{646E08A2-76BE-4B13-35E0-C8B59C6CCE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69" name="组合 4368">
                      <a:extLst>
                        <a:ext uri="{FF2B5EF4-FFF2-40B4-BE49-F238E27FC236}">
                          <a16:creationId xmlns:a16="http://schemas.microsoft.com/office/drawing/2014/main" id="{D14B9941-C778-ABAA-D501-CA34F78317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4370" name="任意多边形 5639">
                        <a:extLst>
                          <a:ext uri="{FF2B5EF4-FFF2-40B4-BE49-F238E27FC236}">
                            <a16:creationId xmlns:a16="http://schemas.microsoft.com/office/drawing/2014/main" id="{43F37AF2-1FB8-EFD4-F5B3-61B1ECCB36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71" name="任意多边形 5640">
                        <a:extLst>
                          <a:ext uri="{FF2B5EF4-FFF2-40B4-BE49-F238E27FC236}">
                            <a16:creationId xmlns:a16="http://schemas.microsoft.com/office/drawing/2014/main" id="{DB1CE737-F412-DDC1-A628-7F8C76C06C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72" name="任意多边形 5641">
                        <a:extLst>
                          <a:ext uri="{FF2B5EF4-FFF2-40B4-BE49-F238E27FC236}">
                            <a16:creationId xmlns:a16="http://schemas.microsoft.com/office/drawing/2014/main" id="{A9DC4106-FBD2-EBBB-657D-C9BBA834C6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332" name="组合 4331">
                  <a:extLst>
                    <a:ext uri="{FF2B5EF4-FFF2-40B4-BE49-F238E27FC236}">
                      <a16:creationId xmlns:a16="http://schemas.microsoft.com/office/drawing/2014/main" id="{BE077F25-9292-2BA4-3ACB-6D6943C91C11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4349" name="任意多边形 5618">
                    <a:extLst>
                      <a:ext uri="{FF2B5EF4-FFF2-40B4-BE49-F238E27FC236}">
                        <a16:creationId xmlns:a16="http://schemas.microsoft.com/office/drawing/2014/main" id="{A19DC959-231B-2845-182E-75FF7BE23846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350" name="任意多边形 5619">
                    <a:extLst>
                      <a:ext uri="{FF2B5EF4-FFF2-40B4-BE49-F238E27FC236}">
                        <a16:creationId xmlns:a16="http://schemas.microsoft.com/office/drawing/2014/main" id="{FF8BBFB2-F560-38D3-7609-39A9EDACEFE5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351" name="组合 4350">
                    <a:extLst>
                      <a:ext uri="{FF2B5EF4-FFF2-40B4-BE49-F238E27FC236}">
                        <a16:creationId xmlns:a16="http://schemas.microsoft.com/office/drawing/2014/main" id="{7E018638-C102-00C2-D962-DE127BD02C93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4352" name="组合 4351">
                      <a:extLst>
                        <a:ext uri="{FF2B5EF4-FFF2-40B4-BE49-F238E27FC236}">
                          <a16:creationId xmlns:a16="http://schemas.microsoft.com/office/drawing/2014/main" id="{D65C9E7A-C416-6CBC-794F-6B6CD572CE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4361" name="任意多边形 5630">
                        <a:extLst>
                          <a:ext uri="{FF2B5EF4-FFF2-40B4-BE49-F238E27FC236}">
                            <a16:creationId xmlns:a16="http://schemas.microsoft.com/office/drawing/2014/main" id="{2B31BCB3-376F-FC93-87D5-017B63D320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62" name="任意多边形 5631">
                        <a:extLst>
                          <a:ext uri="{FF2B5EF4-FFF2-40B4-BE49-F238E27FC236}">
                            <a16:creationId xmlns:a16="http://schemas.microsoft.com/office/drawing/2014/main" id="{214BA9C9-7760-E46C-D5A3-ED11A2D724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63" name="任意多边形 5632">
                        <a:extLst>
                          <a:ext uri="{FF2B5EF4-FFF2-40B4-BE49-F238E27FC236}">
                            <a16:creationId xmlns:a16="http://schemas.microsoft.com/office/drawing/2014/main" id="{B7118D15-789E-D4A6-D643-EF634C2AC5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53" name="组合 4352">
                      <a:extLst>
                        <a:ext uri="{FF2B5EF4-FFF2-40B4-BE49-F238E27FC236}">
                          <a16:creationId xmlns:a16="http://schemas.microsoft.com/office/drawing/2014/main" id="{CAD9E48C-F9DE-E449-29E8-B4CA185025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4358" name="任意多边形 5627">
                        <a:extLst>
                          <a:ext uri="{FF2B5EF4-FFF2-40B4-BE49-F238E27FC236}">
                            <a16:creationId xmlns:a16="http://schemas.microsoft.com/office/drawing/2014/main" id="{B6CE6590-4DB0-4786-14A5-395CA09EFD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59" name="任意多边形 5628">
                        <a:extLst>
                          <a:ext uri="{FF2B5EF4-FFF2-40B4-BE49-F238E27FC236}">
                            <a16:creationId xmlns:a16="http://schemas.microsoft.com/office/drawing/2014/main" id="{25ED341D-98E6-BB7D-6588-40E1B8E8CA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60" name="任意多边形 5629">
                        <a:extLst>
                          <a:ext uri="{FF2B5EF4-FFF2-40B4-BE49-F238E27FC236}">
                            <a16:creationId xmlns:a16="http://schemas.microsoft.com/office/drawing/2014/main" id="{6761515C-57E7-A132-3A14-965A272DF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54" name="组合 4353">
                      <a:extLst>
                        <a:ext uri="{FF2B5EF4-FFF2-40B4-BE49-F238E27FC236}">
                          <a16:creationId xmlns:a16="http://schemas.microsoft.com/office/drawing/2014/main" id="{A5E2437C-A54E-A416-3E63-3DB4FFDC26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4355" name="任意多边形 5624">
                        <a:extLst>
                          <a:ext uri="{FF2B5EF4-FFF2-40B4-BE49-F238E27FC236}">
                            <a16:creationId xmlns:a16="http://schemas.microsoft.com/office/drawing/2014/main" id="{8E0E17BD-B7AD-6B5A-689B-3D52D3EF9E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56" name="任意多边形 5625">
                        <a:extLst>
                          <a:ext uri="{FF2B5EF4-FFF2-40B4-BE49-F238E27FC236}">
                            <a16:creationId xmlns:a16="http://schemas.microsoft.com/office/drawing/2014/main" id="{B7142D3E-77A9-DEDC-2600-ADB24075A3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57" name="任意多边形 5626">
                        <a:extLst>
                          <a:ext uri="{FF2B5EF4-FFF2-40B4-BE49-F238E27FC236}">
                            <a16:creationId xmlns:a16="http://schemas.microsoft.com/office/drawing/2014/main" id="{97FE75FA-AD9D-54EA-62D4-F2D2D3855F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333" name="组合 4332">
                  <a:extLst>
                    <a:ext uri="{FF2B5EF4-FFF2-40B4-BE49-F238E27FC236}">
                      <a16:creationId xmlns:a16="http://schemas.microsoft.com/office/drawing/2014/main" id="{0AA0D38A-AE5B-7F4D-2109-4FC612A8A1F9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4334" name="任意多边形 5603">
                    <a:extLst>
                      <a:ext uri="{FF2B5EF4-FFF2-40B4-BE49-F238E27FC236}">
                        <a16:creationId xmlns:a16="http://schemas.microsoft.com/office/drawing/2014/main" id="{4721487F-6B2C-2E03-117C-47B18AD3A438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335" name="任意多边形 5604">
                    <a:extLst>
                      <a:ext uri="{FF2B5EF4-FFF2-40B4-BE49-F238E27FC236}">
                        <a16:creationId xmlns:a16="http://schemas.microsoft.com/office/drawing/2014/main" id="{E961CC02-F9AB-C065-17AC-054124E25886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336" name="组合 4335">
                    <a:extLst>
                      <a:ext uri="{FF2B5EF4-FFF2-40B4-BE49-F238E27FC236}">
                        <a16:creationId xmlns:a16="http://schemas.microsoft.com/office/drawing/2014/main" id="{AC93CC86-F532-AD95-8F7E-D77C6EF384B3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4337" name="组合 4336">
                      <a:extLst>
                        <a:ext uri="{FF2B5EF4-FFF2-40B4-BE49-F238E27FC236}">
                          <a16:creationId xmlns:a16="http://schemas.microsoft.com/office/drawing/2014/main" id="{CF3419A9-8DE5-911D-D18D-2CF0D3F06D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4346" name="任意多边形 5615">
                        <a:extLst>
                          <a:ext uri="{FF2B5EF4-FFF2-40B4-BE49-F238E27FC236}">
                            <a16:creationId xmlns:a16="http://schemas.microsoft.com/office/drawing/2014/main" id="{91A23605-4D57-06EE-B960-42EF5C351A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47" name="任意多边形 5616">
                        <a:extLst>
                          <a:ext uri="{FF2B5EF4-FFF2-40B4-BE49-F238E27FC236}">
                            <a16:creationId xmlns:a16="http://schemas.microsoft.com/office/drawing/2014/main" id="{3D1D6276-4B46-9027-721A-95B802A5CB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48" name="任意多边形 5617">
                        <a:extLst>
                          <a:ext uri="{FF2B5EF4-FFF2-40B4-BE49-F238E27FC236}">
                            <a16:creationId xmlns:a16="http://schemas.microsoft.com/office/drawing/2014/main" id="{B4C43B90-E00C-D549-79D9-196417888A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38" name="组合 4337">
                      <a:extLst>
                        <a:ext uri="{FF2B5EF4-FFF2-40B4-BE49-F238E27FC236}">
                          <a16:creationId xmlns:a16="http://schemas.microsoft.com/office/drawing/2014/main" id="{050A290F-D525-D1B3-0208-2EEF4AAB42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4343" name="任意多边形 5612">
                        <a:extLst>
                          <a:ext uri="{FF2B5EF4-FFF2-40B4-BE49-F238E27FC236}">
                            <a16:creationId xmlns:a16="http://schemas.microsoft.com/office/drawing/2014/main" id="{50CDB23A-1736-143A-0F01-55815B30C6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44" name="任意多边形 5613">
                        <a:extLst>
                          <a:ext uri="{FF2B5EF4-FFF2-40B4-BE49-F238E27FC236}">
                            <a16:creationId xmlns:a16="http://schemas.microsoft.com/office/drawing/2014/main" id="{A386A1CF-159B-7AE9-F1F6-99AE2F1D69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45" name="任意多边形 5614">
                        <a:extLst>
                          <a:ext uri="{FF2B5EF4-FFF2-40B4-BE49-F238E27FC236}">
                            <a16:creationId xmlns:a16="http://schemas.microsoft.com/office/drawing/2014/main" id="{525CBEEE-1E08-CBB6-D5A1-367DE5BBA9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39" name="组合 4338">
                      <a:extLst>
                        <a:ext uri="{FF2B5EF4-FFF2-40B4-BE49-F238E27FC236}">
                          <a16:creationId xmlns:a16="http://schemas.microsoft.com/office/drawing/2014/main" id="{E7400334-B966-F30E-0A70-0020C60082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4340" name="任意多边形 5609">
                        <a:extLst>
                          <a:ext uri="{FF2B5EF4-FFF2-40B4-BE49-F238E27FC236}">
                            <a16:creationId xmlns:a16="http://schemas.microsoft.com/office/drawing/2014/main" id="{702945C2-FA76-3183-D472-FC20B00211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41" name="任意多边形 5610">
                        <a:extLst>
                          <a:ext uri="{FF2B5EF4-FFF2-40B4-BE49-F238E27FC236}">
                            <a16:creationId xmlns:a16="http://schemas.microsoft.com/office/drawing/2014/main" id="{3060C0FE-D09C-E3BA-AB96-33A58ED668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42" name="任意多边形 5611">
                        <a:extLst>
                          <a:ext uri="{FF2B5EF4-FFF2-40B4-BE49-F238E27FC236}">
                            <a16:creationId xmlns:a16="http://schemas.microsoft.com/office/drawing/2014/main" id="{3AB7C737-1516-B69F-B0F0-D6AB955274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4231" name="组合 4230">
                <a:extLst>
                  <a:ext uri="{FF2B5EF4-FFF2-40B4-BE49-F238E27FC236}">
                    <a16:creationId xmlns:a16="http://schemas.microsoft.com/office/drawing/2014/main" id="{7A3B1F3B-9CEA-45A0-AEB8-86CC31508FE6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4232" name="组合 4231">
                  <a:extLst>
                    <a:ext uri="{FF2B5EF4-FFF2-40B4-BE49-F238E27FC236}">
                      <a16:creationId xmlns:a16="http://schemas.microsoft.com/office/drawing/2014/main" id="{0460F7C2-7A48-605E-CC80-CEC75B910E46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4313" name="任意多边形 5582">
                    <a:extLst>
                      <a:ext uri="{FF2B5EF4-FFF2-40B4-BE49-F238E27FC236}">
                        <a16:creationId xmlns:a16="http://schemas.microsoft.com/office/drawing/2014/main" id="{71C7B92C-E8D1-401E-2A0C-FDEB991F3E48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314" name="任意多边形 5583">
                    <a:extLst>
                      <a:ext uri="{FF2B5EF4-FFF2-40B4-BE49-F238E27FC236}">
                        <a16:creationId xmlns:a16="http://schemas.microsoft.com/office/drawing/2014/main" id="{B732F298-EF99-094D-84D0-7E102C9F3295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315" name="组合 4314">
                    <a:extLst>
                      <a:ext uri="{FF2B5EF4-FFF2-40B4-BE49-F238E27FC236}">
                        <a16:creationId xmlns:a16="http://schemas.microsoft.com/office/drawing/2014/main" id="{CDCADD54-38EA-E243-ED5F-A5579577DFDA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4316" name="组合 4315">
                      <a:extLst>
                        <a:ext uri="{FF2B5EF4-FFF2-40B4-BE49-F238E27FC236}">
                          <a16:creationId xmlns:a16="http://schemas.microsoft.com/office/drawing/2014/main" id="{D62F3CB6-58EC-8509-BDF3-D59A88A03C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4325" name="任意多边形 5594">
                        <a:extLst>
                          <a:ext uri="{FF2B5EF4-FFF2-40B4-BE49-F238E27FC236}">
                            <a16:creationId xmlns:a16="http://schemas.microsoft.com/office/drawing/2014/main" id="{A7C7D304-231C-EB2C-BCFF-FA99B3D6C8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26" name="任意多边形 5595">
                        <a:extLst>
                          <a:ext uri="{FF2B5EF4-FFF2-40B4-BE49-F238E27FC236}">
                            <a16:creationId xmlns:a16="http://schemas.microsoft.com/office/drawing/2014/main" id="{556BAFE4-FBB4-D525-75AB-0104BBB9D2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27" name="任意多边形 5596">
                        <a:extLst>
                          <a:ext uri="{FF2B5EF4-FFF2-40B4-BE49-F238E27FC236}">
                            <a16:creationId xmlns:a16="http://schemas.microsoft.com/office/drawing/2014/main" id="{A104307A-D08F-C390-8726-9A92A2D51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17" name="组合 4316">
                      <a:extLst>
                        <a:ext uri="{FF2B5EF4-FFF2-40B4-BE49-F238E27FC236}">
                          <a16:creationId xmlns:a16="http://schemas.microsoft.com/office/drawing/2014/main" id="{7C924EC8-82DE-DDBD-48C7-7A4FF93697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4322" name="任意多边形 5591">
                        <a:extLst>
                          <a:ext uri="{FF2B5EF4-FFF2-40B4-BE49-F238E27FC236}">
                            <a16:creationId xmlns:a16="http://schemas.microsoft.com/office/drawing/2014/main" id="{CC8EEDDE-B88A-E82F-AC63-ECA89F07DF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23" name="任意多边形 5592">
                        <a:extLst>
                          <a:ext uri="{FF2B5EF4-FFF2-40B4-BE49-F238E27FC236}">
                            <a16:creationId xmlns:a16="http://schemas.microsoft.com/office/drawing/2014/main" id="{BF953889-DA82-FA3D-3422-B8D8EB5ABC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24" name="任意多边形 5593">
                        <a:extLst>
                          <a:ext uri="{FF2B5EF4-FFF2-40B4-BE49-F238E27FC236}">
                            <a16:creationId xmlns:a16="http://schemas.microsoft.com/office/drawing/2014/main" id="{5DEEBDD2-F8F7-E534-48C1-CC55296EFC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18" name="组合 4317">
                      <a:extLst>
                        <a:ext uri="{FF2B5EF4-FFF2-40B4-BE49-F238E27FC236}">
                          <a16:creationId xmlns:a16="http://schemas.microsoft.com/office/drawing/2014/main" id="{3D3DA0EC-17C8-E259-E734-C3A557A496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4319" name="任意多边形 5588">
                        <a:extLst>
                          <a:ext uri="{FF2B5EF4-FFF2-40B4-BE49-F238E27FC236}">
                            <a16:creationId xmlns:a16="http://schemas.microsoft.com/office/drawing/2014/main" id="{7B178E6A-3E20-632F-4CF3-127E1E2D02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20" name="任意多边形 5589">
                        <a:extLst>
                          <a:ext uri="{FF2B5EF4-FFF2-40B4-BE49-F238E27FC236}">
                            <a16:creationId xmlns:a16="http://schemas.microsoft.com/office/drawing/2014/main" id="{53F3C8BA-951B-BA06-0418-EF75D6346B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21" name="任意多边形 5590">
                        <a:extLst>
                          <a:ext uri="{FF2B5EF4-FFF2-40B4-BE49-F238E27FC236}">
                            <a16:creationId xmlns:a16="http://schemas.microsoft.com/office/drawing/2014/main" id="{ED3B0E73-2765-03A4-2F33-9EE1D8FAA0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233" name="组合 4232">
                  <a:extLst>
                    <a:ext uri="{FF2B5EF4-FFF2-40B4-BE49-F238E27FC236}">
                      <a16:creationId xmlns:a16="http://schemas.microsoft.com/office/drawing/2014/main" id="{791197F3-91B0-0F82-9D37-497FE066D02B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4298" name="任意多边形 5567">
                    <a:extLst>
                      <a:ext uri="{FF2B5EF4-FFF2-40B4-BE49-F238E27FC236}">
                        <a16:creationId xmlns:a16="http://schemas.microsoft.com/office/drawing/2014/main" id="{F3025CE8-6380-F0F6-3835-41C726782D46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299" name="任意多边形 5568">
                    <a:extLst>
                      <a:ext uri="{FF2B5EF4-FFF2-40B4-BE49-F238E27FC236}">
                        <a16:creationId xmlns:a16="http://schemas.microsoft.com/office/drawing/2014/main" id="{ABBE770E-7646-A2E2-6C94-BE1A2C52B5E0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300" name="组合 4299">
                    <a:extLst>
                      <a:ext uri="{FF2B5EF4-FFF2-40B4-BE49-F238E27FC236}">
                        <a16:creationId xmlns:a16="http://schemas.microsoft.com/office/drawing/2014/main" id="{67A76F48-ABDF-E4BA-6FF2-4871A13FA213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4301" name="组合 4300">
                      <a:extLst>
                        <a:ext uri="{FF2B5EF4-FFF2-40B4-BE49-F238E27FC236}">
                          <a16:creationId xmlns:a16="http://schemas.microsoft.com/office/drawing/2014/main" id="{0910069C-E897-5907-178F-D4A8650CAE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4310" name="任意多边形 5579">
                        <a:extLst>
                          <a:ext uri="{FF2B5EF4-FFF2-40B4-BE49-F238E27FC236}">
                            <a16:creationId xmlns:a16="http://schemas.microsoft.com/office/drawing/2014/main" id="{8A657A12-C7BE-A4C8-C7AA-071A3F1178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11" name="任意多边形 5580">
                        <a:extLst>
                          <a:ext uri="{FF2B5EF4-FFF2-40B4-BE49-F238E27FC236}">
                            <a16:creationId xmlns:a16="http://schemas.microsoft.com/office/drawing/2014/main" id="{9941CF8D-1CD1-F603-0440-132662D1C9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12" name="任意多边形 5581">
                        <a:extLst>
                          <a:ext uri="{FF2B5EF4-FFF2-40B4-BE49-F238E27FC236}">
                            <a16:creationId xmlns:a16="http://schemas.microsoft.com/office/drawing/2014/main" id="{0A71FFBD-734D-F078-D1BB-1B5491D5D1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02" name="组合 4301">
                      <a:extLst>
                        <a:ext uri="{FF2B5EF4-FFF2-40B4-BE49-F238E27FC236}">
                          <a16:creationId xmlns:a16="http://schemas.microsoft.com/office/drawing/2014/main" id="{DE6A31BA-4EDE-A3F1-041C-5BA563A460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4307" name="任意多边形 5576">
                        <a:extLst>
                          <a:ext uri="{FF2B5EF4-FFF2-40B4-BE49-F238E27FC236}">
                            <a16:creationId xmlns:a16="http://schemas.microsoft.com/office/drawing/2014/main" id="{87B0E9CD-377F-D32F-71A6-0FAE4A5BE2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08" name="任意多边形 5577">
                        <a:extLst>
                          <a:ext uri="{FF2B5EF4-FFF2-40B4-BE49-F238E27FC236}">
                            <a16:creationId xmlns:a16="http://schemas.microsoft.com/office/drawing/2014/main" id="{0683195F-8D5E-CAE3-11D3-FD9BCBCA3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09" name="任意多边形 5578">
                        <a:extLst>
                          <a:ext uri="{FF2B5EF4-FFF2-40B4-BE49-F238E27FC236}">
                            <a16:creationId xmlns:a16="http://schemas.microsoft.com/office/drawing/2014/main" id="{51F77539-A7AE-6E41-20B9-2BBF5AA419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303" name="组合 4302">
                      <a:extLst>
                        <a:ext uri="{FF2B5EF4-FFF2-40B4-BE49-F238E27FC236}">
                          <a16:creationId xmlns:a16="http://schemas.microsoft.com/office/drawing/2014/main" id="{E81D00A6-1734-B634-C508-A03AD17FF7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4304" name="任意多边形 5573">
                        <a:extLst>
                          <a:ext uri="{FF2B5EF4-FFF2-40B4-BE49-F238E27FC236}">
                            <a16:creationId xmlns:a16="http://schemas.microsoft.com/office/drawing/2014/main" id="{F5FE7ACC-F086-B88A-EB8B-96EA3F9018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05" name="任意多边形 5574">
                        <a:extLst>
                          <a:ext uri="{FF2B5EF4-FFF2-40B4-BE49-F238E27FC236}">
                            <a16:creationId xmlns:a16="http://schemas.microsoft.com/office/drawing/2014/main" id="{4A5F3CC6-952D-ADF0-DD22-F52A148349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306" name="任意多边形 5575">
                        <a:extLst>
                          <a:ext uri="{FF2B5EF4-FFF2-40B4-BE49-F238E27FC236}">
                            <a16:creationId xmlns:a16="http://schemas.microsoft.com/office/drawing/2014/main" id="{85103073-BCF3-4960-2E6D-2F12400863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234" name="组合 4233">
                  <a:extLst>
                    <a:ext uri="{FF2B5EF4-FFF2-40B4-BE49-F238E27FC236}">
                      <a16:creationId xmlns:a16="http://schemas.microsoft.com/office/drawing/2014/main" id="{7F231C6E-61A2-BAD3-F068-26831E3A3D8B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4283" name="任意多边形 5552">
                    <a:extLst>
                      <a:ext uri="{FF2B5EF4-FFF2-40B4-BE49-F238E27FC236}">
                        <a16:creationId xmlns:a16="http://schemas.microsoft.com/office/drawing/2014/main" id="{4BB81FB9-979A-09EA-7598-D109CD4B9640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284" name="任意多边形 5553">
                    <a:extLst>
                      <a:ext uri="{FF2B5EF4-FFF2-40B4-BE49-F238E27FC236}">
                        <a16:creationId xmlns:a16="http://schemas.microsoft.com/office/drawing/2014/main" id="{B253DE41-B3C3-C7E8-90A4-8127D68E9A7D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285" name="组合 4284">
                    <a:extLst>
                      <a:ext uri="{FF2B5EF4-FFF2-40B4-BE49-F238E27FC236}">
                        <a16:creationId xmlns:a16="http://schemas.microsoft.com/office/drawing/2014/main" id="{9DAC242F-BC60-C661-37B0-EB12830BA7F4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4286" name="组合 4285">
                      <a:extLst>
                        <a:ext uri="{FF2B5EF4-FFF2-40B4-BE49-F238E27FC236}">
                          <a16:creationId xmlns:a16="http://schemas.microsoft.com/office/drawing/2014/main" id="{3AC7E934-F14F-7656-EA78-512B58A4C3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4295" name="任意多边形 5564">
                        <a:extLst>
                          <a:ext uri="{FF2B5EF4-FFF2-40B4-BE49-F238E27FC236}">
                            <a16:creationId xmlns:a16="http://schemas.microsoft.com/office/drawing/2014/main" id="{FD4BBDF5-900D-79F6-C63C-24D43E1F30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96" name="任意多边形 5565">
                        <a:extLst>
                          <a:ext uri="{FF2B5EF4-FFF2-40B4-BE49-F238E27FC236}">
                            <a16:creationId xmlns:a16="http://schemas.microsoft.com/office/drawing/2014/main" id="{D9C16082-B1BB-C6CF-1583-D4B365C856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97" name="任意多边形 5566">
                        <a:extLst>
                          <a:ext uri="{FF2B5EF4-FFF2-40B4-BE49-F238E27FC236}">
                            <a16:creationId xmlns:a16="http://schemas.microsoft.com/office/drawing/2014/main" id="{C302C994-9FE0-5B0E-CB00-E2508F4D6E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287" name="组合 4286">
                      <a:extLst>
                        <a:ext uri="{FF2B5EF4-FFF2-40B4-BE49-F238E27FC236}">
                          <a16:creationId xmlns:a16="http://schemas.microsoft.com/office/drawing/2014/main" id="{A25047D4-864F-6F3A-6706-2FED2771DE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4292" name="任意多边形 5561">
                        <a:extLst>
                          <a:ext uri="{FF2B5EF4-FFF2-40B4-BE49-F238E27FC236}">
                            <a16:creationId xmlns:a16="http://schemas.microsoft.com/office/drawing/2014/main" id="{97FCB6A8-1896-6472-7DE3-60F92738D7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93" name="任意多边形 5562">
                        <a:extLst>
                          <a:ext uri="{FF2B5EF4-FFF2-40B4-BE49-F238E27FC236}">
                            <a16:creationId xmlns:a16="http://schemas.microsoft.com/office/drawing/2014/main" id="{25ABA60B-5237-D441-1C13-82DEB33B91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94" name="任意多边形 5563">
                        <a:extLst>
                          <a:ext uri="{FF2B5EF4-FFF2-40B4-BE49-F238E27FC236}">
                            <a16:creationId xmlns:a16="http://schemas.microsoft.com/office/drawing/2014/main" id="{34319264-CF94-F16C-23FD-331E61EEB5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288" name="组合 4287">
                      <a:extLst>
                        <a:ext uri="{FF2B5EF4-FFF2-40B4-BE49-F238E27FC236}">
                          <a16:creationId xmlns:a16="http://schemas.microsoft.com/office/drawing/2014/main" id="{4985F519-7674-2A54-6869-1AE074212E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4289" name="任意多边形 5558">
                        <a:extLst>
                          <a:ext uri="{FF2B5EF4-FFF2-40B4-BE49-F238E27FC236}">
                            <a16:creationId xmlns:a16="http://schemas.microsoft.com/office/drawing/2014/main" id="{1BA0CF9C-2A72-D30E-DE88-63099DAD14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90" name="任意多边形 5559">
                        <a:extLst>
                          <a:ext uri="{FF2B5EF4-FFF2-40B4-BE49-F238E27FC236}">
                            <a16:creationId xmlns:a16="http://schemas.microsoft.com/office/drawing/2014/main" id="{4D7CE299-1380-14F5-2CC2-5BA99C5F0D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91" name="任意多边形 5560">
                        <a:extLst>
                          <a:ext uri="{FF2B5EF4-FFF2-40B4-BE49-F238E27FC236}">
                            <a16:creationId xmlns:a16="http://schemas.microsoft.com/office/drawing/2014/main" id="{E9A66B87-A4AF-2BA1-752A-2261F238A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235" name="组合 4234">
                  <a:extLst>
                    <a:ext uri="{FF2B5EF4-FFF2-40B4-BE49-F238E27FC236}">
                      <a16:creationId xmlns:a16="http://schemas.microsoft.com/office/drawing/2014/main" id="{3A0F2991-4EFA-D05E-F6A0-99CC842EB86F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4268" name="任意多边形 5537">
                    <a:extLst>
                      <a:ext uri="{FF2B5EF4-FFF2-40B4-BE49-F238E27FC236}">
                        <a16:creationId xmlns:a16="http://schemas.microsoft.com/office/drawing/2014/main" id="{C18E4EF6-265D-421A-212E-01CFC89EB08D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269" name="任意多边形 5538">
                    <a:extLst>
                      <a:ext uri="{FF2B5EF4-FFF2-40B4-BE49-F238E27FC236}">
                        <a16:creationId xmlns:a16="http://schemas.microsoft.com/office/drawing/2014/main" id="{73050D83-0C58-A4D2-F652-5B3405FA60FE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270" name="组合 4269">
                    <a:extLst>
                      <a:ext uri="{FF2B5EF4-FFF2-40B4-BE49-F238E27FC236}">
                        <a16:creationId xmlns:a16="http://schemas.microsoft.com/office/drawing/2014/main" id="{3D2A9A3D-A38A-FEE7-BE50-F52C5D70ED33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4271" name="组合 4270">
                      <a:extLst>
                        <a:ext uri="{FF2B5EF4-FFF2-40B4-BE49-F238E27FC236}">
                          <a16:creationId xmlns:a16="http://schemas.microsoft.com/office/drawing/2014/main" id="{7154FED3-211E-AA6A-2CAC-E89F2F01FE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4280" name="任意多边形 5549">
                        <a:extLst>
                          <a:ext uri="{FF2B5EF4-FFF2-40B4-BE49-F238E27FC236}">
                            <a16:creationId xmlns:a16="http://schemas.microsoft.com/office/drawing/2014/main" id="{6258CBF8-7296-DC14-0609-FF47196E52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81" name="任意多边形 5550">
                        <a:extLst>
                          <a:ext uri="{FF2B5EF4-FFF2-40B4-BE49-F238E27FC236}">
                            <a16:creationId xmlns:a16="http://schemas.microsoft.com/office/drawing/2014/main" id="{E607ED3E-B1D6-42D2-4001-F40E435EC3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82" name="任意多边形 5551">
                        <a:extLst>
                          <a:ext uri="{FF2B5EF4-FFF2-40B4-BE49-F238E27FC236}">
                            <a16:creationId xmlns:a16="http://schemas.microsoft.com/office/drawing/2014/main" id="{2231E4AE-5C09-942B-15EB-7DB3AEE6A8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272" name="组合 4271">
                      <a:extLst>
                        <a:ext uri="{FF2B5EF4-FFF2-40B4-BE49-F238E27FC236}">
                          <a16:creationId xmlns:a16="http://schemas.microsoft.com/office/drawing/2014/main" id="{AEDDAB06-7363-8804-AFF1-588C4C81DE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4277" name="任意多边形 5546">
                        <a:extLst>
                          <a:ext uri="{FF2B5EF4-FFF2-40B4-BE49-F238E27FC236}">
                            <a16:creationId xmlns:a16="http://schemas.microsoft.com/office/drawing/2014/main" id="{13D00498-67BA-CD1B-040F-C980745FD0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78" name="任意多边形 5547">
                        <a:extLst>
                          <a:ext uri="{FF2B5EF4-FFF2-40B4-BE49-F238E27FC236}">
                            <a16:creationId xmlns:a16="http://schemas.microsoft.com/office/drawing/2014/main" id="{22B7930A-2CE1-AA01-E739-8669991B4E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79" name="任意多边形 5548">
                        <a:extLst>
                          <a:ext uri="{FF2B5EF4-FFF2-40B4-BE49-F238E27FC236}">
                            <a16:creationId xmlns:a16="http://schemas.microsoft.com/office/drawing/2014/main" id="{FC5E6B69-1CC5-364E-C063-5B77F68BB9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273" name="组合 4272">
                      <a:extLst>
                        <a:ext uri="{FF2B5EF4-FFF2-40B4-BE49-F238E27FC236}">
                          <a16:creationId xmlns:a16="http://schemas.microsoft.com/office/drawing/2014/main" id="{7629B6D8-1DA9-402D-96F7-1D53012A8B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4274" name="任意多边形 5543">
                        <a:extLst>
                          <a:ext uri="{FF2B5EF4-FFF2-40B4-BE49-F238E27FC236}">
                            <a16:creationId xmlns:a16="http://schemas.microsoft.com/office/drawing/2014/main" id="{8A637144-79BA-7FD4-945F-F5211236A9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75" name="任意多边形 5544">
                        <a:extLst>
                          <a:ext uri="{FF2B5EF4-FFF2-40B4-BE49-F238E27FC236}">
                            <a16:creationId xmlns:a16="http://schemas.microsoft.com/office/drawing/2014/main" id="{DB5CAED0-FDA4-3749-9E98-2FCD0D6B6C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76" name="任意多边形 5545">
                        <a:extLst>
                          <a:ext uri="{FF2B5EF4-FFF2-40B4-BE49-F238E27FC236}">
                            <a16:creationId xmlns:a16="http://schemas.microsoft.com/office/drawing/2014/main" id="{F96E6BC8-C925-5E71-30A5-512D54E6B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236" name="组合 4235">
                  <a:extLst>
                    <a:ext uri="{FF2B5EF4-FFF2-40B4-BE49-F238E27FC236}">
                      <a16:creationId xmlns:a16="http://schemas.microsoft.com/office/drawing/2014/main" id="{3BC58898-DF44-40FE-B9F5-E5A3E9D8CB23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4253" name="任意多边形 5522">
                    <a:extLst>
                      <a:ext uri="{FF2B5EF4-FFF2-40B4-BE49-F238E27FC236}">
                        <a16:creationId xmlns:a16="http://schemas.microsoft.com/office/drawing/2014/main" id="{09502659-7600-D690-781B-C1981C681D1A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254" name="任意多边形 5523">
                    <a:extLst>
                      <a:ext uri="{FF2B5EF4-FFF2-40B4-BE49-F238E27FC236}">
                        <a16:creationId xmlns:a16="http://schemas.microsoft.com/office/drawing/2014/main" id="{169698F0-B3D1-347F-C95E-49A84310966B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255" name="组合 4254">
                    <a:extLst>
                      <a:ext uri="{FF2B5EF4-FFF2-40B4-BE49-F238E27FC236}">
                        <a16:creationId xmlns:a16="http://schemas.microsoft.com/office/drawing/2014/main" id="{387745B7-3B39-7913-BD61-4F030BBE4E65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4256" name="组合 4255">
                      <a:extLst>
                        <a:ext uri="{FF2B5EF4-FFF2-40B4-BE49-F238E27FC236}">
                          <a16:creationId xmlns:a16="http://schemas.microsoft.com/office/drawing/2014/main" id="{54F2FBB3-C29A-E7A0-2E2A-CA6B66CFF7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4265" name="任意多边形 5534">
                        <a:extLst>
                          <a:ext uri="{FF2B5EF4-FFF2-40B4-BE49-F238E27FC236}">
                            <a16:creationId xmlns:a16="http://schemas.microsoft.com/office/drawing/2014/main" id="{0C01EF72-8BA6-468B-35B9-463606CAD7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66" name="任意多边形 5535">
                        <a:extLst>
                          <a:ext uri="{FF2B5EF4-FFF2-40B4-BE49-F238E27FC236}">
                            <a16:creationId xmlns:a16="http://schemas.microsoft.com/office/drawing/2014/main" id="{A81B7D15-AA8C-9C56-C025-4D859EE76B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67" name="任意多边形 5536">
                        <a:extLst>
                          <a:ext uri="{FF2B5EF4-FFF2-40B4-BE49-F238E27FC236}">
                            <a16:creationId xmlns:a16="http://schemas.microsoft.com/office/drawing/2014/main" id="{27F9FF6C-70DC-CBD7-96BD-7C26F1B345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257" name="组合 4256">
                      <a:extLst>
                        <a:ext uri="{FF2B5EF4-FFF2-40B4-BE49-F238E27FC236}">
                          <a16:creationId xmlns:a16="http://schemas.microsoft.com/office/drawing/2014/main" id="{657EAE61-5894-C56D-3E11-1F29F579EB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4262" name="任意多边形 5531">
                        <a:extLst>
                          <a:ext uri="{FF2B5EF4-FFF2-40B4-BE49-F238E27FC236}">
                            <a16:creationId xmlns:a16="http://schemas.microsoft.com/office/drawing/2014/main" id="{5DDB9039-BEF4-7CF1-4FBB-B4E6E7B183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63" name="任意多边形 5532">
                        <a:extLst>
                          <a:ext uri="{FF2B5EF4-FFF2-40B4-BE49-F238E27FC236}">
                            <a16:creationId xmlns:a16="http://schemas.microsoft.com/office/drawing/2014/main" id="{B6D81328-469E-5A54-AEE1-FFE33157A8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64" name="任意多边形 5533">
                        <a:extLst>
                          <a:ext uri="{FF2B5EF4-FFF2-40B4-BE49-F238E27FC236}">
                            <a16:creationId xmlns:a16="http://schemas.microsoft.com/office/drawing/2014/main" id="{CD728E7C-6097-D435-412B-C0C1EC2E05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258" name="组合 4257">
                      <a:extLst>
                        <a:ext uri="{FF2B5EF4-FFF2-40B4-BE49-F238E27FC236}">
                          <a16:creationId xmlns:a16="http://schemas.microsoft.com/office/drawing/2014/main" id="{8CABA824-0128-2C5C-B826-CBA76713BB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4259" name="任意多边形 5528">
                        <a:extLst>
                          <a:ext uri="{FF2B5EF4-FFF2-40B4-BE49-F238E27FC236}">
                            <a16:creationId xmlns:a16="http://schemas.microsoft.com/office/drawing/2014/main" id="{64DB1B90-1A82-3AA3-BD13-944858A65C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60" name="任意多边形 5529">
                        <a:extLst>
                          <a:ext uri="{FF2B5EF4-FFF2-40B4-BE49-F238E27FC236}">
                            <a16:creationId xmlns:a16="http://schemas.microsoft.com/office/drawing/2014/main" id="{426F8F5B-7FB5-129B-64B1-B4B41083B2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61" name="任意多边形 5530">
                        <a:extLst>
                          <a:ext uri="{FF2B5EF4-FFF2-40B4-BE49-F238E27FC236}">
                            <a16:creationId xmlns:a16="http://schemas.microsoft.com/office/drawing/2014/main" id="{BF38203D-2A37-CC37-453B-8523183C00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4237" name="组合 4236">
                  <a:extLst>
                    <a:ext uri="{FF2B5EF4-FFF2-40B4-BE49-F238E27FC236}">
                      <a16:creationId xmlns:a16="http://schemas.microsoft.com/office/drawing/2014/main" id="{C3F92B6F-26A9-8EB6-57A2-CB73902BC4BB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4238" name="任意多边形 5507">
                    <a:extLst>
                      <a:ext uri="{FF2B5EF4-FFF2-40B4-BE49-F238E27FC236}">
                        <a16:creationId xmlns:a16="http://schemas.microsoft.com/office/drawing/2014/main" id="{602ABF3F-1EA4-A92D-1AE5-D2BBF526EF2F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4239" name="任意多边形 5508">
                    <a:extLst>
                      <a:ext uri="{FF2B5EF4-FFF2-40B4-BE49-F238E27FC236}">
                        <a16:creationId xmlns:a16="http://schemas.microsoft.com/office/drawing/2014/main" id="{9059F462-AA2B-8553-C77B-4D05278EBE12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4240" name="组合 4239">
                    <a:extLst>
                      <a:ext uri="{FF2B5EF4-FFF2-40B4-BE49-F238E27FC236}">
                        <a16:creationId xmlns:a16="http://schemas.microsoft.com/office/drawing/2014/main" id="{CE5FE93E-A350-ADB5-B418-59AE763F4FB4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4241" name="组合 4240">
                      <a:extLst>
                        <a:ext uri="{FF2B5EF4-FFF2-40B4-BE49-F238E27FC236}">
                          <a16:creationId xmlns:a16="http://schemas.microsoft.com/office/drawing/2014/main" id="{2AD553D5-714D-BD0D-BC11-1551E78BC8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4250" name="任意多边形 5519">
                        <a:extLst>
                          <a:ext uri="{FF2B5EF4-FFF2-40B4-BE49-F238E27FC236}">
                            <a16:creationId xmlns:a16="http://schemas.microsoft.com/office/drawing/2014/main" id="{01DC7D10-6AA0-30C1-8975-8F2E15519B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51" name="任意多边形 5520">
                        <a:extLst>
                          <a:ext uri="{FF2B5EF4-FFF2-40B4-BE49-F238E27FC236}">
                            <a16:creationId xmlns:a16="http://schemas.microsoft.com/office/drawing/2014/main" id="{9F7EA8EF-68DF-192D-4F6E-E2ED03995A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52" name="任意多边形 5521">
                        <a:extLst>
                          <a:ext uri="{FF2B5EF4-FFF2-40B4-BE49-F238E27FC236}">
                            <a16:creationId xmlns:a16="http://schemas.microsoft.com/office/drawing/2014/main" id="{CBEF2F8C-C228-3491-2107-4890E7F697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242" name="组合 4241">
                      <a:extLst>
                        <a:ext uri="{FF2B5EF4-FFF2-40B4-BE49-F238E27FC236}">
                          <a16:creationId xmlns:a16="http://schemas.microsoft.com/office/drawing/2014/main" id="{52773775-7BC2-6491-9AAF-1DB10BB13B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4247" name="任意多边形 5516">
                        <a:extLst>
                          <a:ext uri="{FF2B5EF4-FFF2-40B4-BE49-F238E27FC236}">
                            <a16:creationId xmlns:a16="http://schemas.microsoft.com/office/drawing/2014/main" id="{51043A9A-7AD5-7AA8-4EA1-88715BF8AD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48" name="任意多边形 5517">
                        <a:extLst>
                          <a:ext uri="{FF2B5EF4-FFF2-40B4-BE49-F238E27FC236}">
                            <a16:creationId xmlns:a16="http://schemas.microsoft.com/office/drawing/2014/main" id="{3C9866D4-7AE0-1F43-8641-5FD959E1FC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49" name="任意多边形 5518">
                        <a:extLst>
                          <a:ext uri="{FF2B5EF4-FFF2-40B4-BE49-F238E27FC236}">
                            <a16:creationId xmlns:a16="http://schemas.microsoft.com/office/drawing/2014/main" id="{7088CDF4-B127-78AE-8675-69CBC7B153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4243" name="组合 4242">
                      <a:extLst>
                        <a:ext uri="{FF2B5EF4-FFF2-40B4-BE49-F238E27FC236}">
                          <a16:creationId xmlns:a16="http://schemas.microsoft.com/office/drawing/2014/main" id="{ACCBBC33-8A59-35CB-8036-C9E337127B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4244" name="任意多边形 5513">
                        <a:extLst>
                          <a:ext uri="{FF2B5EF4-FFF2-40B4-BE49-F238E27FC236}">
                            <a16:creationId xmlns:a16="http://schemas.microsoft.com/office/drawing/2014/main" id="{197758BC-77B0-BB79-145F-FB62E6C96D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45" name="任意多边形 5514">
                        <a:extLst>
                          <a:ext uri="{FF2B5EF4-FFF2-40B4-BE49-F238E27FC236}">
                            <a16:creationId xmlns:a16="http://schemas.microsoft.com/office/drawing/2014/main" id="{26662F3B-527B-F334-60D7-0DFE74456D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4246" name="任意多边形 5515">
                        <a:extLst>
                          <a:ext uri="{FF2B5EF4-FFF2-40B4-BE49-F238E27FC236}">
                            <a16:creationId xmlns:a16="http://schemas.microsoft.com/office/drawing/2014/main" id="{81CCD4C9-6E00-75CC-0489-F3B2215F13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</p:grpSp>
      <p:grpSp>
        <p:nvGrpSpPr>
          <p:cNvPr id="5032" name="组合 5031">
            <a:extLst>
              <a:ext uri="{FF2B5EF4-FFF2-40B4-BE49-F238E27FC236}">
                <a16:creationId xmlns:a16="http://schemas.microsoft.com/office/drawing/2014/main" id="{6487E9CC-8584-897F-6764-37CE1354C387}"/>
              </a:ext>
            </a:extLst>
          </p:cNvPr>
          <p:cNvGrpSpPr/>
          <p:nvPr/>
        </p:nvGrpSpPr>
        <p:grpSpPr>
          <a:xfrm>
            <a:off x="7899708" y="5418237"/>
            <a:ext cx="1264057" cy="636102"/>
            <a:chOff x="6504393" y="5415062"/>
            <a:chExt cx="1064158" cy="636102"/>
          </a:xfrm>
        </p:grpSpPr>
        <p:grpSp>
          <p:nvGrpSpPr>
            <p:cNvPr id="5033" name="视频分配器">
              <a:extLst>
                <a:ext uri="{FF2B5EF4-FFF2-40B4-BE49-F238E27FC236}">
                  <a16:creationId xmlns:a16="http://schemas.microsoft.com/office/drawing/2014/main" id="{F92C1689-F01D-1C88-891D-938C576177DB}"/>
                </a:ext>
              </a:extLst>
            </p:cNvPr>
            <p:cNvGrpSpPr/>
            <p:nvPr/>
          </p:nvGrpSpPr>
          <p:grpSpPr>
            <a:xfrm>
              <a:off x="6504393" y="5415062"/>
              <a:ext cx="1064157" cy="268252"/>
              <a:chOff x="4017555" y="5085739"/>
              <a:chExt cx="981420" cy="268252"/>
            </a:xfrm>
          </p:grpSpPr>
          <p:sp>
            <p:nvSpPr>
              <p:cNvPr id="5442" name="任意多边形 5895">
                <a:extLst>
                  <a:ext uri="{FF2B5EF4-FFF2-40B4-BE49-F238E27FC236}">
                    <a16:creationId xmlns:a16="http://schemas.microsoft.com/office/drawing/2014/main" id="{B0B4A7B8-9160-43A3-603E-BE6C5AA0DFFB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5443" name="任意多边形 5896">
                <a:extLst>
                  <a:ext uri="{FF2B5EF4-FFF2-40B4-BE49-F238E27FC236}">
                    <a16:creationId xmlns:a16="http://schemas.microsoft.com/office/drawing/2014/main" id="{73CE059F-9B70-4C81-233E-FF4474B77CA2}"/>
                  </a:ext>
                </a:extLst>
              </p:cNvPr>
              <p:cNvSpPr/>
              <p:nvPr/>
            </p:nvSpPr>
            <p:spPr>
              <a:xfrm>
                <a:off x="4017555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5444" name="组合 5443">
                <a:extLst>
                  <a:ext uri="{FF2B5EF4-FFF2-40B4-BE49-F238E27FC236}">
                    <a16:creationId xmlns:a16="http://schemas.microsoft.com/office/drawing/2014/main" id="{B55DC7B2-DFB7-CB14-3C70-A01FD4E39DA8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5846" name="任意多边形 6299">
                  <a:extLst>
                    <a:ext uri="{FF2B5EF4-FFF2-40B4-BE49-F238E27FC236}">
                      <a16:creationId xmlns:a16="http://schemas.microsoft.com/office/drawing/2014/main" id="{095F2D51-45F9-5BEB-61EA-A717914468A3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847" name="任意多边形 6300">
                  <a:extLst>
                    <a:ext uri="{FF2B5EF4-FFF2-40B4-BE49-F238E27FC236}">
                      <a16:creationId xmlns:a16="http://schemas.microsoft.com/office/drawing/2014/main" id="{482569FE-BBB9-434E-471F-AF4A6F511BE8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848" name="任意多边形 6301">
                  <a:extLst>
                    <a:ext uri="{FF2B5EF4-FFF2-40B4-BE49-F238E27FC236}">
                      <a16:creationId xmlns:a16="http://schemas.microsoft.com/office/drawing/2014/main" id="{8D4BF745-8E66-0F5C-7F70-4F871D9A6CDE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5445" name="组合 5444">
                <a:extLst>
                  <a:ext uri="{FF2B5EF4-FFF2-40B4-BE49-F238E27FC236}">
                    <a16:creationId xmlns:a16="http://schemas.microsoft.com/office/drawing/2014/main" id="{5EBCC4AF-D1A8-9998-12C2-6A51DCBE3BEF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5843" name="任意多边形 6296">
                  <a:extLst>
                    <a:ext uri="{FF2B5EF4-FFF2-40B4-BE49-F238E27FC236}">
                      <a16:creationId xmlns:a16="http://schemas.microsoft.com/office/drawing/2014/main" id="{0A43E718-19BF-870F-F3EF-38B6B97E3502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844" name="任意多边形 6297">
                  <a:extLst>
                    <a:ext uri="{FF2B5EF4-FFF2-40B4-BE49-F238E27FC236}">
                      <a16:creationId xmlns:a16="http://schemas.microsoft.com/office/drawing/2014/main" id="{87BCDA30-BA1A-59DD-11B3-E576F53A6AE6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845" name="任意多边形 6298">
                  <a:extLst>
                    <a:ext uri="{FF2B5EF4-FFF2-40B4-BE49-F238E27FC236}">
                      <a16:creationId xmlns:a16="http://schemas.microsoft.com/office/drawing/2014/main" id="{11F582F3-05E0-BF05-3023-51C76F94E685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5446" name="组合 5445">
                <a:extLst>
                  <a:ext uri="{FF2B5EF4-FFF2-40B4-BE49-F238E27FC236}">
                    <a16:creationId xmlns:a16="http://schemas.microsoft.com/office/drawing/2014/main" id="{988C16DD-CD61-6A98-C377-6B5C0FC55A9C}"/>
                  </a:ext>
                </a:extLst>
              </p:cNvPr>
              <p:cNvGrpSpPr/>
              <p:nvPr/>
            </p:nvGrpSpPr>
            <p:grpSpPr>
              <a:xfrm>
                <a:off x="4179114" y="5298744"/>
                <a:ext cx="21122" cy="25316"/>
                <a:chOff x="4179114" y="5298744"/>
                <a:chExt cx="21122" cy="25316"/>
              </a:xfrm>
            </p:grpSpPr>
            <p:sp>
              <p:nvSpPr>
                <p:cNvPr id="5840" name="任意多边形 6293">
                  <a:extLst>
                    <a:ext uri="{FF2B5EF4-FFF2-40B4-BE49-F238E27FC236}">
                      <a16:creationId xmlns:a16="http://schemas.microsoft.com/office/drawing/2014/main" id="{70076C49-454E-F82B-FB91-5271015A47D8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2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841" name="任意多边形 6294">
                  <a:extLst>
                    <a:ext uri="{FF2B5EF4-FFF2-40B4-BE49-F238E27FC236}">
                      <a16:creationId xmlns:a16="http://schemas.microsoft.com/office/drawing/2014/main" id="{7D7480CC-8650-8355-0E87-0D4772BB0238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842" name="任意多边形 6295">
                  <a:extLst>
                    <a:ext uri="{FF2B5EF4-FFF2-40B4-BE49-F238E27FC236}">
                      <a16:creationId xmlns:a16="http://schemas.microsoft.com/office/drawing/2014/main" id="{5E0A8E11-2465-57D9-2A88-6E9806A219EC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5447" name="任意多边形 5900">
                <a:extLst>
                  <a:ext uri="{FF2B5EF4-FFF2-40B4-BE49-F238E27FC236}">
                    <a16:creationId xmlns:a16="http://schemas.microsoft.com/office/drawing/2014/main" id="{E17ACD02-6733-B797-260B-CBADE60CC725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5448" name="任意多边形 5901">
                <a:extLst>
                  <a:ext uri="{FF2B5EF4-FFF2-40B4-BE49-F238E27FC236}">
                    <a16:creationId xmlns:a16="http://schemas.microsoft.com/office/drawing/2014/main" id="{07A883D3-A23A-E4CE-AB47-2265CB106CB5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5449" name="任意多边形 5902">
                <a:extLst>
                  <a:ext uri="{FF2B5EF4-FFF2-40B4-BE49-F238E27FC236}">
                    <a16:creationId xmlns:a16="http://schemas.microsoft.com/office/drawing/2014/main" id="{8759B858-46F9-8FCE-3AFD-F56441C779F7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5450" name="任意多边形 5903">
                <a:extLst>
                  <a:ext uri="{FF2B5EF4-FFF2-40B4-BE49-F238E27FC236}">
                    <a16:creationId xmlns:a16="http://schemas.microsoft.com/office/drawing/2014/main" id="{EDBC3812-B5EB-8885-AF00-D73049FCB18D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5451" name="任意多边形 5904">
                <a:extLst>
                  <a:ext uri="{FF2B5EF4-FFF2-40B4-BE49-F238E27FC236}">
                    <a16:creationId xmlns:a16="http://schemas.microsoft.com/office/drawing/2014/main" id="{3A464F87-6346-FDFF-C4F3-6615030167CF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5452" name="组合 5451">
                <a:extLst>
                  <a:ext uri="{FF2B5EF4-FFF2-40B4-BE49-F238E27FC236}">
                    <a16:creationId xmlns:a16="http://schemas.microsoft.com/office/drawing/2014/main" id="{4513468A-B65C-257F-DD9E-D085F4E9B1F0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5744" name="组合 5743">
                  <a:extLst>
                    <a:ext uri="{FF2B5EF4-FFF2-40B4-BE49-F238E27FC236}">
                      <a16:creationId xmlns:a16="http://schemas.microsoft.com/office/drawing/2014/main" id="{AFB9E42D-2458-6887-7C22-1006F993E7DC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5825" name="任意多边形 6278">
                    <a:extLst>
                      <a:ext uri="{FF2B5EF4-FFF2-40B4-BE49-F238E27FC236}">
                        <a16:creationId xmlns:a16="http://schemas.microsoft.com/office/drawing/2014/main" id="{D21042B0-9E73-3EA8-1D87-7C4B3570C7FF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826" name="任意多边形 6279">
                    <a:extLst>
                      <a:ext uri="{FF2B5EF4-FFF2-40B4-BE49-F238E27FC236}">
                        <a16:creationId xmlns:a16="http://schemas.microsoft.com/office/drawing/2014/main" id="{F2259C59-68EF-A0AC-E42B-C361A842515E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827" name="组合 5826">
                    <a:extLst>
                      <a:ext uri="{FF2B5EF4-FFF2-40B4-BE49-F238E27FC236}">
                        <a16:creationId xmlns:a16="http://schemas.microsoft.com/office/drawing/2014/main" id="{64DC38B0-501D-FC51-4028-2078026DDE08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5828" name="组合 5827">
                      <a:extLst>
                        <a:ext uri="{FF2B5EF4-FFF2-40B4-BE49-F238E27FC236}">
                          <a16:creationId xmlns:a16="http://schemas.microsoft.com/office/drawing/2014/main" id="{DC58D9DA-3001-F08B-CE89-C8F28981E2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5837" name="任意多边形 6290">
                        <a:extLst>
                          <a:ext uri="{FF2B5EF4-FFF2-40B4-BE49-F238E27FC236}">
                            <a16:creationId xmlns:a16="http://schemas.microsoft.com/office/drawing/2014/main" id="{F61BC06D-31EF-5F6A-07FB-629745F0E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38" name="任意多边形 6291">
                        <a:extLst>
                          <a:ext uri="{FF2B5EF4-FFF2-40B4-BE49-F238E27FC236}">
                            <a16:creationId xmlns:a16="http://schemas.microsoft.com/office/drawing/2014/main" id="{BB3E8E13-0EEF-1343-3472-9C83CDE05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39" name="任意多边形 6292">
                        <a:extLst>
                          <a:ext uri="{FF2B5EF4-FFF2-40B4-BE49-F238E27FC236}">
                            <a16:creationId xmlns:a16="http://schemas.microsoft.com/office/drawing/2014/main" id="{12196D32-468E-B283-F7A9-6746EF69E7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829" name="组合 5828">
                      <a:extLst>
                        <a:ext uri="{FF2B5EF4-FFF2-40B4-BE49-F238E27FC236}">
                          <a16:creationId xmlns:a16="http://schemas.microsoft.com/office/drawing/2014/main" id="{CB79D5A5-E04E-6E5E-7DF1-64265262F6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5834" name="任意多边形 6287">
                        <a:extLst>
                          <a:ext uri="{FF2B5EF4-FFF2-40B4-BE49-F238E27FC236}">
                            <a16:creationId xmlns:a16="http://schemas.microsoft.com/office/drawing/2014/main" id="{6C109FA3-4E7E-B8FC-FA8B-D194A2A1C4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35" name="任意多边形 6288">
                        <a:extLst>
                          <a:ext uri="{FF2B5EF4-FFF2-40B4-BE49-F238E27FC236}">
                            <a16:creationId xmlns:a16="http://schemas.microsoft.com/office/drawing/2014/main" id="{8142C3E1-CBCA-F193-06FC-B5F89FF9BD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36" name="任意多边形 6289">
                        <a:extLst>
                          <a:ext uri="{FF2B5EF4-FFF2-40B4-BE49-F238E27FC236}">
                            <a16:creationId xmlns:a16="http://schemas.microsoft.com/office/drawing/2014/main" id="{F0284D88-0F87-BDF0-B50B-AC01DE5F77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830" name="组合 5829">
                      <a:extLst>
                        <a:ext uri="{FF2B5EF4-FFF2-40B4-BE49-F238E27FC236}">
                          <a16:creationId xmlns:a16="http://schemas.microsoft.com/office/drawing/2014/main" id="{28B696EC-07A7-A7FF-48EF-F5837D9FC0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5831" name="任意多边形 6284">
                        <a:extLst>
                          <a:ext uri="{FF2B5EF4-FFF2-40B4-BE49-F238E27FC236}">
                            <a16:creationId xmlns:a16="http://schemas.microsoft.com/office/drawing/2014/main" id="{40D613FC-1AD2-387F-2D8A-66A6CAB4FC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32" name="任意多边形 6285">
                        <a:extLst>
                          <a:ext uri="{FF2B5EF4-FFF2-40B4-BE49-F238E27FC236}">
                            <a16:creationId xmlns:a16="http://schemas.microsoft.com/office/drawing/2014/main" id="{242CDE37-1257-F737-7973-71747FBD4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33" name="任意多边形 6286">
                        <a:extLst>
                          <a:ext uri="{FF2B5EF4-FFF2-40B4-BE49-F238E27FC236}">
                            <a16:creationId xmlns:a16="http://schemas.microsoft.com/office/drawing/2014/main" id="{2AACC656-0F26-9218-3E27-B0FFCAC438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745" name="组合 5744">
                  <a:extLst>
                    <a:ext uri="{FF2B5EF4-FFF2-40B4-BE49-F238E27FC236}">
                      <a16:creationId xmlns:a16="http://schemas.microsoft.com/office/drawing/2014/main" id="{D7A53565-B9F6-0B54-547A-207C2D84F4C5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5810" name="任意多边形 6263">
                    <a:extLst>
                      <a:ext uri="{FF2B5EF4-FFF2-40B4-BE49-F238E27FC236}">
                        <a16:creationId xmlns:a16="http://schemas.microsoft.com/office/drawing/2014/main" id="{AE3365ED-60A4-FD22-4760-A6872F167E88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811" name="任意多边形 6264">
                    <a:extLst>
                      <a:ext uri="{FF2B5EF4-FFF2-40B4-BE49-F238E27FC236}">
                        <a16:creationId xmlns:a16="http://schemas.microsoft.com/office/drawing/2014/main" id="{D67DC774-F507-DADD-DE32-F2944CEE0A8E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812" name="组合 5811">
                    <a:extLst>
                      <a:ext uri="{FF2B5EF4-FFF2-40B4-BE49-F238E27FC236}">
                        <a16:creationId xmlns:a16="http://schemas.microsoft.com/office/drawing/2014/main" id="{0253F9B1-DB46-5263-46A0-7A7B2E455417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5813" name="组合 5812">
                      <a:extLst>
                        <a:ext uri="{FF2B5EF4-FFF2-40B4-BE49-F238E27FC236}">
                          <a16:creationId xmlns:a16="http://schemas.microsoft.com/office/drawing/2014/main" id="{6A7D9E7C-28DD-2EB7-8712-48EF00E7F5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5822" name="任意多边形 6275">
                        <a:extLst>
                          <a:ext uri="{FF2B5EF4-FFF2-40B4-BE49-F238E27FC236}">
                            <a16:creationId xmlns:a16="http://schemas.microsoft.com/office/drawing/2014/main" id="{393B5D6E-D302-D98E-8C6E-7AB89247C2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23" name="任意多边形 6276">
                        <a:extLst>
                          <a:ext uri="{FF2B5EF4-FFF2-40B4-BE49-F238E27FC236}">
                            <a16:creationId xmlns:a16="http://schemas.microsoft.com/office/drawing/2014/main" id="{6059EB6B-73F5-E7A7-3446-94091C10FC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24" name="任意多边形 6277">
                        <a:extLst>
                          <a:ext uri="{FF2B5EF4-FFF2-40B4-BE49-F238E27FC236}">
                            <a16:creationId xmlns:a16="http://schemas.microsoft.com/office/drawing/2014/main" id="{07F9C689-C91D-BFDA-888F-25B216129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814" name="组合 5813">
                      <a:extLst>
                        <a:ext uri="{FF2B5EF4-FFF2-40B4-BE49-F238E27FC236}">
                          <a16:creationId xmlns:a16="http://schemas.microsoft.com/office/drawing/2014/main" id="{210BF5D5-6419-7037-FD11-83E6C08BC3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5819" name="任意多边形 6272">
                        <a:extLst>
                          <a:ext uri="{FF2B5EF4-FFF2-40B4-BE49-F238E27FC236}">
                            <a16:creationId xmlns:a16="http://schemas.microsoft.com/office/drawing/2014/main" id="{621D429E-C33B-6EA3-E665-38F8F3003E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20" name="任意多边形 6273">
                        <a:extLst>
                          <a:ext uri="{FF2B5EF4-FFF2-40B4-BE49-F238E27FC236}">
                            <a16:creationId xmlns:a16="http://schemas.microsoft.com/office/drawing/2014/main" id="{3F1A729B-0BB4-AAE4-2575-EA258DB4C7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21" name="任意多边形 6274">
                        <a:extLst>
                          <a:ext uri="{FF2B5EF4-FFF2-40B4-BE49-F238E27FC236}">
                            <a16:creationId xmlns:a16="http://schemas.microsoft.com/office/drawing/2014/main" id="{D88B394C-6E48-9F66-B061-EB9F8418E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815" name="组合 5814">
                      <a:extLst>
                        <a:ext uri="{FF2B5EF4-FFF2-40B4-BE49-F238E27FC236}">
                          <a16:creationId xmlns:a16="http://schemas.microsoft.com/office/drawing/2014/main" id="{D6AB9BE6-3DE4-8039-7389-9F9E5C0D77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5816" name="任意多边形 6269">
                        <a:extLst>
                          <a:ext uri="{FF2B5EF4-FFF2-40B4-BE49-F238E27FC236}">
                            <a16:creationId xmlns:a16="http://schemas.microsoft.com/office/drawing/2014/main" id="{5AFD95E1-530B-6F51-7D95-BEB4437A88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17" name="任意多边形 6270">
                        <a:extLst>
                          <a:ext uri="{FF2B5EF4-FFF2-40B4-BE49-F238E27FC236}">
                            <a16:creationId xmlns:a16="http://schemas.microsoft.com/office/drawing/2014/main" id="{E9A01DCA-CD8C-8944-A83B-9B259B965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18" name="任意多边形 6271">
                        <a:extLst>
                          <a:ext uri="{FF2B5EF4-FFF2-40B4-BE49-F238E27FC236}">
                            <a16:creationId xmlns:a16="http://schemas.microsoft.com/office/drawing/2014/main" id="{B594B792-8E4E-5F02-6ED4-8A88570AEB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746" name="组合 5745">
                  <a:extLst>
                    <a:ext uri="{FF2B5EF4-FFF2-40B4-BE49-F238E27FC236}">
                      <a16:creationId xmlns:a16="http://schemas.microsoft.com/office/drawing/2014/main" id="{EEB2E81C-C74F-DAD9-C491-4344216D8068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5795" name="任意多边形 6248">
                    <a:extLst>
                      <a:ext uri="{FF2B5EF4-FFF2-40B4-BE49-F238E27FC236}">
                        <a16:creationId xmlns:a16="http://schemas.microsoft.com/office/drawing/2014/main" id="{EF0002AE-C834-1060-7BA1-0F54FC961648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796" name="任意多边形 6249">
                    <a:extLst>
                      <a:ext uri="{FF2B5EF4-FFF2-40B4-BE49-F238E27FC236}">
                        <a16:creationId xmlns:a16="http://schemas.microsoft.com/office/drawing/2014/main" id="{B6D25779-AEA0-8925-7546-3A204002571A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797" name="组合 5796">
                    <a:extLst>
                      <a:ext uri="{FF2B5EF4-FFF2-40B4-BE49-F238E27FC236}">
                        <a16:creationId xmlns:a16="http://schemas.microsoft.com/office/drawing/2014/main" id="{518762E3-8E84-7784-DFD9-36CE574A215D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5798" name="组合 5797">
                      <a:extLst>
                        <a:ext uri="{FF2B5EF4-FFF2-40B4-BE49-F238E27FC236}">
                          <a16:creationId xmlns:a16="http://schemas.microsoft.com/office/drawing/2014/main" id="{3DD24143-D4DC-6A7F-193D-38051F9854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5807" name="任意多边形 6260">
                        <a:extLst>
                          <a:ext uri="{FF2B5EF4-FFF2-40B4-BE49-F238E27FC236}">
                            <a16:creationId xmlns:a16="http://schemas.microsoft.com/office/drawing/2014/main" id="{50B0EE87-1C47-22C0-F40B-15287851A3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08" name="任意多边形 6261">
                        <a:extLst>
                          <a:ext uri="{FF2B5EF4-FFF2-40B4-BE49-F238E27FC236}">
                            <a16:creationId xmlns:a16="http://schemas.microsoft.com/office/drawing/2014/main" id="{DDE636EC-2250-A339-92A3-903D1EDDA8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09" name="任意多边形 6262">
                        <a:extLst>
                          <a:ext uri="{FF2B5EF4-FFF2-40B4-BE49-F238E27FC236}">
                            <a16:creationId xmlns:a16="http://schemas.microsoft.com/office/drawing/2014/main" id="{C217B5FE-ACF5-937B-2FB6-F409BDF023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99" name="组合 5798">
                      <a:extLst>
                        <a:ext uri="{FF2B5EF4-FFF2-40B4-BE49-F238E27FC236}">
                          <a16:creationId xmlns:a16="http://schemas.microsoft.com/office/drawing/2014/main" id="{27E3C2B1-3613-FA91-2A22-52B96A29C0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5804" name="任意多边形 6257">
                        <a:extLst>
                          <a:ext uri="{FF2B5EF4-FFF2-40B4-BE49-F238E27FC236}">
                            <a16:creationId xmlns:a16="http://schemas.microsoft.com/office/drawing/2014/main" id="{2C981481-8A43-C27D-FD1B-AC2B6F04D5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05" name="任意多边形 6258">
                        <a:extLst>
                          <a:ext uri="{FF2B5EF4-FFF2-40B4-BE49-F238E27FC236}">
                            <a16:creationId xmlns:a16="http://schemas.microsoft.com/office/drawing/2014/main" id="{E9D63077-D408-C169-A78F-6826E3982D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06" name="任意多边形 6259">
                        <a:extLst>
                          <a:ext uri="{FF2B5EF4-FFF2-40B4-BE49-F238E27FC236}">
                            <a16:creationId xmlns:a16="http://schemas.microsoft.com/office/drawing/2014/main" id="{FA810654-E527-5A28-06F9-A1449057F7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800" name="组合 5799">
                      <a:extLst>
                        <a:ext uri="{FF2B5EF4-FFF2-40B4-BE49-F238E27FC236}">
                          <a16:creationId xmlns:a16="http://schemas.microsoft.com/office/drawing/2014/main" id="{D00B8C4F-E578-B94C-B260-9F67AEC551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5801" name="任意多边形 6254">
                        <a:extLst>
                          <a:ext uri="{FF2B5EF4-FFF2-40B4-BE49-F238E27FC236}">
                            <a16:creationId xmlns:a16="http://schemas.microsoft.com/office/drawing/2014/main" id="{2DC402F2-CE7F-560E-7AB5-1CA1CF57C9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02" name="任意多边形 6255">
                        <a:extLst>
                          <a:ext uri="{FF2B5EF4-FFF2-40B4-BE49-F238E27FC236}">
                            <a16:creationId xmlns:a16="http://schemas.microsoft.com/office/drawing/2014/main" id="{636B7704-D1A1-A49A-A10B-DD54D9999E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803" name="任意多边形 6256">
                        <a:extLst>
                          <a:ext uri="{FF2B5EF4-FFF2-40B4-BE49-F238E27FC236}">
                            <a16:creationId xmlns:a16="http://schemas.microsoft.com/office/drawing/2014/main" id="{60A72C65-B64B-2DBF-8982-81D87E0F0C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747" name="组合 5746">
                  <a:extLst>
                    <a:ext uri="{FF2B5EF4-FFF2-40B4-BE49-F238E27FC236}">
                      <a16:creationId xmlns:a16="http://schemas.microsoft.com/office/drawing/2014/main" id="{D75051E1-A0F6-71EE-17EC-F79CDF6C645A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5780" name="任意多边形 6233">
                    <a:extLst>
                      <a:ext uri="{FF2B5EF4-FFF2-40B4-BE49-F238E27FC236}">
                        <a16:creationId xmlns:a16="http://schemas.microsoft.com/office/drawing/2014/main" id="{F4E03F4A-6371-2B7B-87E2-ED78A3742173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781" name="任意多边形 6234">
                    <a:extLst>
                      <a:ext uri="{FF2B5EF4-FFF2-40B4-BE49-F238E27FC236}">
                        <a16:creationId xmlns:a16="http://schemas.microsoft.com/office/drawing/2014/main" id="{88E659C5-57B1-926E-0DB2-55776B82F13E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782" name="组合 5781">
                    <a:extLst>
                      <a:ext uri="{FF2B5EF4-FFF2-40B4-BE49-F238E27FC236}">
                        <a16:creationId xmlns:a16="http://schemas.microsoft.com/office/drawing/2014/main" id="{8A890BA3-F086-84FC-8ABB-BA3E69F865F0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5783" name="组合 5782">
                      <a:extLst>
                        <a:ext uri="{FF2B5EF4-FFF2-40B4-BE49-F238E27FC236}">
                          <a16:creationId xmlns:a16="http://schemas.microsoft.com/office/drawing/2014/main" id="{E6990AFC-7126-B5EB-F749-3ECDEBEDBD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5792" name="任意多边形 6245">
                        <a:extLst>
                          <a:ext uri="{FF2B5EF4-FFF2-40B4-BE49-F238E27FC236}">
                            <a16:creationId xmlns:a16="http://schemas.microsoft.com/office/drawing/2014/main" id="{803A1B64-97D0-9B1A-93AE-87BF2FBB08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93" name="任意多边形 6246">
                        <a:extLst>
                          <a:ext uri="{FF2B5EF4-FFF2-40B4-BE49-F238E27FC236}">
                            <a16:creationId xmlns:a16="http://schemas.microsoft.com/office/drawing/2014/main" id="{65392A32-5265-DD79-EE0D-91D9EF9EF2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94" name="任意多边形 6247">
                        <a:extLst>
                          <a:ext uri="{FF2B5EF4-FFF2-40B4-BE49-F238E27FC236}">
                            <a16:creationId xmlns:a16="http://schemas.microsoft.com/office/drawing/2014/main" id="{7A74ECC2-6983-CC9E-8BC7-36CE210F8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84" name="组合 5783">
                      <a:extLst>
                        <a:ext uri="{FF2B5EF4-FFF2-40B4-BE49-F238E27FC236}">
                          <a16:creationId xmlns:a16="http://schemas.microsoft.com/office/drawing/2014/main" id="{0427A5F5-3A2C-4A2C-8E69-90BD9F5E38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5789" name="任意多边形 6242">
                        <a:extLst>
                          <a:ext uri="{FF2B5EF4-FFF2-40B4-BE49-F238E27FC236}">
                            <a16:creationId xmlns:a16="http://schemas.microsoft.com/office/drawing/2014/main" id="{C83716FC-7912-880D-64F3-578D119342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90" name="任意多边形 6243">
                        <a:extLst>
                          <a:ext uri="{FF2B5EF4-FFF2-40B4-BE49-F238E27FC236}">
                            <a16:creationId xmlns:a16="http://schemas.microsoft.com/office/drawing/2014/main" id="{CBF583BF-597E-DF81-9400-60CC1B8058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91" name="任意多边形 6244">
                        <a:extLst>
                          <a:ext uri="{FF2B5EF4-FFF2-40B4-BE49-F238E27FC236}">
                            <a16:creationId xmlns:a16="http://schemas.microsoft.com/office/drawing/2014/main" id="{44E64FA6-DF50-41C9-5EEC-886852994D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85" name="组合 5784">
                      <a:extLst>
                        <a:ext uri="{FF2B5EF4-FFF2-40B4-BE49-F238E27FC236}">
                          <a16:creationId xmlns:a16="http://schemas.microsoft.com/office/drawing/2014/main" id="{0BD3683F-2E0C-DE86-7A60-10F072468E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5786" name="任意多边形 6239">
                        <a:extLst>
                          <a:ext uri="{FF2B5EF4-FFF2-40B4-BE49-F238E27FC236}">
                            <a16:creationId xmlns:a16="http://schemas.microsoft.com/office/drawing/2014/main" id="{7D13E57B-6DF6-3F8D-036D-6AD838DE54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87" name="任意多边形 6240">
                        <a:extLst>
                          <a:ext uri="{FF2B5EF4-FFF2-40B4-BE49-F238E27FC236}">
                            <a16:creationId xmlns:a16="http://schemas.microsoft.com/office/drawing/2014/main" id="{D5D77894-9F4B-FF4B-1715-14E689F31E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88" name="任意多边形 6241">
                        <a:extLst>
                          <a:ext uri="{FF2B5EF4-FFF2-40B4-BE49-F238E27FC236}">
                            <a16:creationId xmlns:a16="http://schemas.microsoft.com/office/drawing/2014/main" id="{B16E5BB8-5AE2-85FF-3D5F-D15D27C5F7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748" name="组合 5747">
                  <a:extLst>
                    <a:ext uri="{FF2B5EF4-FFF2-40B4-BE49-F238E27FC236}">
                      <a16:creationId xmlns:a16="http://schemas.microsoft.com/office/drawing/2014/main" id="{13186B23-0B09-06DE-8BC3-7F54B05A87D6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5765" name="任意多边形 6218">
                    <a:extLst>
                      <a:ext uri="{FF2B5EF4-FFF2-40B4-BE49-F238E27FC236}">
                        <a16:creationId xmlns:a16="http://schemas.microsoft.com/office/drawing/2014/main" id="{61BE3D3E-A3A4-83EC-CAC9-706F59A48B04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766" name="任意多边形 6219">
                    <a:extLst>
                      <a:ext uri="{FF2B5EF4-FFF2-40B4-BE49-F238E27FC236}">
                        <a16:creationId xmlns:a16="http://schemas.microsoft.com/office/drawing/2014/main" id="{EEA7DE5D-1649-2AD4-1C3E-FC0686103BD3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767" name="组合 5766">
                    <a:extLst>
                      <a:ext uri="{FF2B5EF4-FFF2-40B4-BE49-F238E27FC236}">
                        <a16:creationId xmlns:a16="http://schemas.microsoft.com/office/drawing/2014/main" id="{BB79F80B-A831-CEAA-EAD9-ADA95BDC0F96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5768" name="组合 5767">
                      <a:extLst>
                        <a:ext uri="{FF2B5EF4-FFF2-40B4-BE49-F238E27FC236}">
                          <a16:creationId xmlns:a16="http://schemas.microsoft.com/office/drawing/2014/main" id="{3CFB018C-E245-6EA5-C8CD-EAD4110D93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5777" name="任意多边形 6230">
                        <a:extLst>
                          <a:ext uri="{FF2B5EF4-FFF2-40B4-BE49-F238E27FC236}">
                            <a16:creationId xmlns:a16="http://schemas.microsoft.com/office/drawing/2014/main" id="{1C296146-E39F-B1CE-84F4-23B6C5049E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78" name="任意多边形 6231">
                        <a:extLst>
                          <a:ext uri="{FF2B5EF4-FFF2-40B4-BE49-F238E27FC236}">
                            <a16:creationId xmlns:a16="http://schemas.microsoft.com/office/drawing/2014/main" id="{2ACBE8EE-65B7-EA06-600C-C2696E35E1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79" name="任意多边形 6232">
                        <a:extLst>
                          <a:ext uri="{FF2B5EF4-FFF2-40B4-BE49-F238E27FC236}">
                            <a16:creationId xmlns:a16="http://schemas.microsoft.com/office/drawing/2014/main" id="{F63F5707-6FD1-1483-B7BA-7ECDBBCDF3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69" name="组合 5768">
                      <a:extLst>
                        <a:ext uri="{FF2B5EF4-FFF2-40B4-BE49-F238E27FC236}">
                          <a16:creationId xmlns:a16="http://schemas.microsoft.com/office/drawing/2014/main" id="{9E6BF03F-3153-003F-E33D-E2FCFA90E8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5774" name="任意多边形 6227">
                        <a:extLst>
                          <a:ext uri="{FF2B5EF4-FFF2-40B4-BE49-F238E27FC236}">
                            <a16:creationId xmlns:a16="http://schemas.microsoft.com/office/drawing/2014/main" id="{C95EDFAD-72E8-EA23-97BE-514EA4E6FF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75" name="任意多边形 6228">
                        <a:extLst>
                          <a:ext uri="{FF2B5EF4-FFF2-40B4-BE49-F238E27FC236}">
                            <a16:creationId xmlns:a16="http://schemas.microsoft.com/office/drawing/2014/main" id="{1260E8E3-E885-577E-6C60-065F7E7714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76" name="任意多边形 6229">
                        <a:extLst>
                          <a:ext uri="{FF2B5EF4-FFF2-40B4-BE49-F238E27FC236}">
                            <a16:creationId xmlns:a16="http://schemas.microsoft.com/office/drawing/2014/main" id="{AB5B0C42-E304-17C2-16C3-BB653A4101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70" name="组合 5769">
                      <a:extLst>
                        <a:ext uri="{FF2B5EF4-FFF2-40B4-BE49-F238E27FC236}">
                          <a16:creationId xmlns:a16="http://schemas.microsoft.com/office/drawing/2014/main" id="{284F6B09-A0B4-AA0E-824D-F42DFE6C0E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5771" name="任意多边形 6224">
                        <a:extLst>
                          <a:ext uri="{FF2B5EF4-FFF2-40B4-BE49-F238E27FC236}">
                            <a16:creationId xmlns:a16="http://schemas.microsoft.com/office/drawing/2014/main" id="{6459743F-0367-31F1-411E-E32B264AB6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72" name="任意多边形 6225">
                        <a:extLst>
                          <a:ext uri="{FF2B5EF4-FFF2-40B4-BE49-F238E27FC236}">
                            <a16:creationId xmlns:a16="http://schemas.microsoft.com/office/drawing/2014/main" id="{32C47A70-9C06-EF39-C3FC-40350F6D6C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73" name="任意多边形 6226">
                        <a:extLst>
                          <a:ext uri="{FF2B5EF4-FFF2-40B4-BE49-F238E27FC236}">
                            <a16:creationId xmlns:a16="http://schemas.microsoft.com/office/drawing/2014/main" id="{E4621A5B-FBA3-2781-A9F7-78969E7F77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749" name="组合 5748">
                  <a:extLst>
                    <a:ext uri="{FF2B5EF4-FFF2-40B4-BE49-F238E27FC236}">
                      <a16:creationId xmlns:a16="http://schemas.microsoft.com/office/drawing/2014/main" id="{C3ED218E-B3AE-DA53-7127-C92B38AEB7D2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5750" name="任意多边形 6203">
                    <a:extLst>
                      <a:ext uri="{FF2B5EF4-FFF2-40B4-BE49-F238E27FC236}">
                        <a16:creationId xmlns:a16="http://schemas.microsoft.com/office/drawing/2014/main" id="{236F68BA-197E-7C1F-9706-8D643C4A1C03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751" name="任意多边形 6204">
                    <a:extLst>
                      <a:ext uri="{FF2B5EF4-FFF2-40B4-BE49-F238E27FC236}">
                        <a16:creationId xmlns:a16="http://schemas.microsoft.com/office/drawing/2014/main" id="{125A7A96-4AFC-5A9D-BD1B-F5E913514D3E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752" name="组合 5751">
                    <a:extLst>
                      <a:ext uri="{FF2B5EF4-FFF2-40B4-BE49-F238E27FC236}">
                        <a16:creationId xmlns:a16="http://schemas.microsoft.com/office/drawing/2014/main" id="{7729A826-5A81-84E9-2C07-CD97871451A8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5753" name="组合 5752">
                      <a:extLst>
                        <a:ext uri="{FF2B5EF4-FFF2-40B4-BE49-F238E27FC236}">
                          <a16:creationId xmlns:a16="http://schemas.microsoft.com/office/drawing/2014/main" id="{E8908156-BDEE-676D-06C4-AC859A49AD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5762" name="任意多边形 6215">
                        <a:extLst>
                          <a:ext uri="{FF2B5EF4-FFF2-40B4-BE49-F238E27FC236}">
                            <a16:creationId xmlns:a16="http://schemas.microsoft.com/office/drawing/2014/main" id="{04CCD96C-3901-DAF7-887D-2ED8673D23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63" name="任意多边形 6216">
                        <a:extLst>
                          <a:ext uri="{FF2B5EF4-FFF2-40B4-BE49-F238E27FC236}">
                            <a16:creationId xmlns:a16="http://schemas.microsoft.com/office/drawing/2014/main" id="{0E68051E-7BAB-CF4A-A8AC-6AE35A005A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64" name="任意多边形 6217">
                        <a:extLst>
                          <a:ext uri="{FF2B5EF4-FFF2-40B4-BE49-F238E27FC236}">
                            <a16:creationId xmlns:a16="http://schemas.microsoft.com/office/drawing/2014/main" id="{05C4CEA0-B5A8-A11C-1598-D59B63170E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54" name="组合 5753">
                      <a:extLst>
                        <a:ext uri="{FF2B5EF4-FFF2-40B4-BE49-F238E27FC236}">
                          <a16:creationId xmlns:a16="http://schemas.microsoft.com/office/drawing/2014/main" id="{CD97D318-B91E-77FC-7E38-DFBD5A5BD0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5759" name="任意多边形 6212">
                        <a:extLst>
                          <a:ext uri="{FF2B5EF4-FFF2-40B4-BE49-F238E27FC236}">
                            <a16:creationId xmlns:a16="http://schemas.microsoft.com/office/drawing/2014/main" id="{8703B350-F63C-CAD2-B4C2-D22951B9E6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60" name="任意多边形 6213">
                        <a:extLst>
                          <a:ext uri="{FF2B5EF4-FFF2-40B4-BE49-F238E27FC236}">
                            <a16:creationId xmlns:a16="http://schemas.microsoft.com/office/drawing/2014/main" id="{79F31272-5332-19EE-D75E-42436C2EA3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61" name="任意多边形 6214">
                        <a:extLst>
                          <a:ext uri="{FF2B5EF4-FFF2-40B4-BE49-F238E27FC236}">
                            <a16:creationId xmlns:a16="http://schemas.microsoft.com/office/drawing/2014/main" id="{17357769-E195-9869-4F36-99C231178F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55" name="组合 5754">
                      <a:extLst>
                        <a:ext uri="{FF2B5EF4-FFF2-40B4-BE49-F238E27FC236}">
                          <a16:creationId xmlns:a16="http://schemas.microsoft.com/office/drawing/2014/main" id="{FB8283F6-16D8-2CD1-026E-F614605ACD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5756" name="任意多边形 6209">
                        <a:extLst>
                          <a:ext uri="{FF2B5EF4-FFF2-40B4-BE49-F238E27FC236}">
                            <a16:creationId xmlns:a16="http://schemas.microsoft.com/office/drawing/2014/main" id="{A5AF5770-9813-5AFB-A0BC-8F4BEC702D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57" name="任意多边形 6210">
                        <a:extLst>
                          <a:ext uri="{FF2B5EF4-FFF2-40B4-BE49-F238E27FC236}">
                            <a16:creationId xmlns:a16="http://schemas.microsoft.com/office/drawing/2014/main" id="{02017C98-550C-5F60-8639-E7C1A7D1AA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58" name="任意多边形 6211">
                        <a:extLst>
                          <a:ext uri="{FF2B5EF4-FFF2-40B4-BE49-F238E27FC236}">
                            <a16:creationId xmlns:a16="http://schemas.microsoft.com/office/drawing/2014/main" id="{E25E815B-1D40-698F-CE8D-C06C9D578D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5453" name="组合 5452">
                <a:extLst>
                  <a:ext uri="{FF2B5EF4-FFF2-40B4-BE49-F238E27FC236}">
                    <a16:creationId xmlns:a16="http://schemas.microsoft.com/office/drawing/2014/main" id="{1E08E5EE-F583-65D0-4EF4-86778BADA428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5648" name="组合 5647">
                  <a:extLst>
                    <a:ext uri="{FF2B5EF4-FFF2-40B4-BE49-F238E27FC236}">
                      <a16:creationId xmlns:a16="http://schemas.microsoft.com/office/drawing/2014/main" id="{2B2323CB-7C3C-9199-BE27-A162809751EE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5729" name="任意多边形 6182">
                    <a:extLst>
                      <a:ext uri="{FF2B5EF4-FFF2-40B4-BE49-F238E27FC236}">
                        <a16:creationId xmlns:a16="http://schemas.microsoft.com/office/drawing/2014/main" id="{3EEDD120-F31E-935A-949A-882FD38909DE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730" name="任意多边形 6183">
                    <a:extLst>
                      <a:ext uri="{FF2B5EF4-FFF2-40B4-BE49-F238E27FC236}">
                        <a16:creationId xmlns:a16="http://schemas.microsoft.com/office/drawing/2014/main" id="{A39EA0FB-EFAA-0AB5-67B3-795B64E9B141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731" name="组合 5730">
                    <a:extLst>
                      <a:ext uri="{FF2B5EF4-FFF2-40B4-BE49-F238E27FC236}">
                        <a16:creationId xmlns:a16="http://schemas.microsoft.com/office/drawing/2014/main" id="{FF9D0FCC-A16A-D68E-0AC9-73B32EA94038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5732" name="组合 5731">
                      <a:extLst>
                        <a:ext uri="{FF2B5EF4-FFF2-40B4-BE49-F238E27FC236}">
                          <a16:creationId xmlns:a16="http://schemas.microsoft.com/office/drawing/2014/main" id="{3B79F873-3C64-B791-5682-613BA6F085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5741" name="任意多边形 6194">
                        <a:extLst>
                          <a:ext uri="{FF2B5EF4-FFF2-40B4-BE49-F238E27FC236}">
                            <a16:creationId xmlns:a16="http://schemas.microsoft.com/office/drawing/2014/main" id="{89DCB593-A4FF-78EC-B6C1-B37836D9C1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42" name="任意多边形 6195">
                        <a:extLst>
                          <a:ext uri="{FF2B5EF4-FFF2-40B4-BE49-F238E27FC236}">
                            <a16:creationId xmlns:a16="http://schemas.microsoft.com/office/drawing/2014/main" id="{15E2598B-2D48-C3EC-B5A3-77E8C3690B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43" name="任意多边形 6196">
                        <a:extLst>
                          <a:ext uri="{FF2B5EF4-FFF2-40B4-BE49-F238E27FC236}">
                            <a16:creationId xmlns:a16="http://schemas.microsoft.com/office/drawing/2014/main" id="{9D6041D8-B3B8-3947-F6E3-1913F32BC2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33" name="组合 5732">
                      <a:extLst>
                        <a:ext uri="{FF2B5EF4-FFF2-40B4-BE49-F238E27FC236}">
                          <a16:creationId xmlns:a16="http://schemas.microsoft.com/office/drawing/2014/main" id="{6FF1F1D0-F24C-7B6D-1DB0-718049CEDB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5738" name="任意多边形 6191">
                        <a:extLst>
                          <a:ext uri="{FF2B5EF4-FFF2-40B4-BE49-F238E27FC236}">
                            <a16:creationId xmlns:a16="http://schemas.microsoft.com/office/drawing/2014/main" id="{F53DECC7-29FD-2172-0BC3-3666838A87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39" name="任意多边形 6192">
                        <a:extLst>
                          <a:ext uri="{FF2B5EF4-FFF2-40B4-BE49-F238E27FC236}">
                            <a16:creationId xmlns:a16="http://schemas.microsoft.com/office/drawing/2014/main" id="{0274EC8E-EA02-4BA5-0382-518618F717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40" name="任意多边形 6193">
                        <a:extLst>
                          <a:ext uri="{FF2B5EF4-FFF2-40B4-BE49-F238E27FC236}">
                            <a16:creationId xmlns:a16="http://schemas.microsoft.com/office/drawing/2014/main" id="{329F4FF0-3613-4B12-5E48-7B5F5BE385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34" name="组合 5733">
                      <a:extLst>
                        <a:ext uri="{FF2B5EF4-FFF2-40B4-BE49-F238E27FC236}">
                          <a16:creationId xmlns:a16="http://schemas.microsoft.com/office/drawing/2014/main" id="{6A3316EC-1C67-0960-29A2-64AC270883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5735" name="任意多边形 6188">
                        <a:extLst>
                          <a:ext uri="{FF2B5EF4-FFF2-40B4-BE49-F238E27FC236}">
                            <a16:creationId xmlns:a16="http://schemas.microsoft.com/office/drawing/2014/main" id="{64A1BFDE-173C-1CC5-8B3E-0444AB35F8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36" name="任意多边形 6189">
                        <a:extLst>
                          <a:ext uri="{FF2B5EF4-FFF2-40B4-BE49-F238E27FC236}">
                            <a16:creationId xmlns:a16="http://schemas.microsoft.com/office/drawing/2014/main" id="{075E6EC3-45DD-27AB-7737-D99494583B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37" name="任意多边形 6190">
                        <a:extLst>
                          <a:ext uri="{FF2B5EF4-FFF2-40B4-BE49-F238E27FC236}">
                            <a16:creationId xmlns:a16="http://schemas.microsoft.com/office/drawing/2014/main" id="{D98C3E42-5CCD-5A14-E8B7-BADE2C5EAC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649" name="组合 5648">
                  <a:extLst>
                    <a:ext uri="{FF2B5EF4-FFF2-40B4-BE49-F238E27FC236}">
                      <a16:creationId xmlns:a16="http://schemas.microsoft.com/office/drawing/2014/main" id="{EA59C5B6-4275-DD9B-855B-350A051E921B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5714" name="任意多边形 6167">
                    <a:extLst>
                      <a:ext uri="{FF2B5EF4-FFF2-40B4-BE49-F238E27FC236}">
                        <a16:creationId xmlns:a16="http://schemas.microsoft.com/office/drawing/2014/main" id="{AEBD451F-405D-B2EE-35E6-F81F79FBBBA3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715" name="任意多边形 6168">
                    <a:extLst>
                      <a:ext uri="{FF2B5EF4-FFF2-40B4-BE49-F238E27FC236}">
                        <a16:creationId xmlns:a16="http://schemas.microsoft.com/office/drawing/2014/main" id="{19DA25C4-A742-9E4B-126F-128C58386C04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716" name="组合 5715">
                    <a:extLst>
                      <a:ext uri="{FF2B5EF4-FFF2-40B4-BE49-F238E27FC236}">
                        <a16:creationId xmlns:a16="http://schemas.microsoft.com/office/drawing/2014/main" id="{8AC4A8EA-7FEE-6EDD-E806-299F0235EEC5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5717" name="组合 5716">
                      <a:extLst>
                        <a:ext uri="{FF2B5EF4-FFF2-40B4-BE49-F238E27FC236}">
                          <a16:creationId xmlns:a16="http://schemas.microsoft.com/office/drawing/2014/main" id="{8A272D5C-1B94-39E1-3B88-49811FE607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5726" name="任意多边形 6179">
                        <a:extLst>
                          <a:ext uri="{FF2B5EF4-FFF2-40B4-BE49-F238E27FC236}">
                            <a16:creationId xmlns:a16="http://schemas.microsoft.com/office/drawing/2014/main" id="{D1625F33-5BD1-FDEB-5DFC-9B0F5C9DAA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27" name="任意多边形 6180">
                        <a:extLst>
                          <a:ext uri="{FF2B5EF4-FFF2-40B4-BE49-F238E27FC236}">
                            <a16:creationId xmlns:a16="http://schemas.microsoft.com/office/drawing/2014/main" id="{1DDAD418-4CF5-E40F-B9C4-B309D4B66C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28" name="任意多边形 6181">
                        <a:extLst>
                          <a:ext uri="{FF2B5EF4-FFF2-40B4-BE49-F238E27FC236}">
                            <a16:creationId xmlns:a16="http://schemas.microsoft.com/office/drawing/2014/main" id="{98D5B211-D6AA-BBD1-D344-802DF1D8E2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18" name="组合 5717">
                      <a:extLst>
                        <a:ext uri="{FF2B5EF4-FFF2-40B4-BE49-F238E27FC236}">
                          <a16:creationId xmlns:a16="http://schemas.microsoft.com/office/drawing/2014/main" id="{69ECB296-E965-A9D3-3782-47A147EF2E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5723" name="任意多边形 6176">
                        <a:extLst>
                          <a:ext uri="{FF2B5EF4-FFF2-40B4-BE49-F238E27FC236}">
                            <a16:creationId xmlns:a16="http://schemas.microsoft.com/office/drawing/2014/main" id="{57BD9361-0E0D-162E-5079-7018878C37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24" name="任意多边形 6177">
                        <a:extLst>
                          <a:ext uri="{FF2B5EF4-FFF2-40B4-BE49-F238E27FC236}">
                            <a16:creationId xmlns:a16="http://schemas.microsoft.com/office/drawing/2014/main" id="{0A2F1B29-AD27-B4B9-9A9A-9F69D2B4E5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25" name="任意多边形 6178">
                        <a:extLst>
                          <a:ext uri="{FF2B5EF4-FFF2-40B4-BE49-F238E27FC236}">
                            <a16:creationId xmlns:a16="http://schemas.microsoft.com/office/drawing/2014/main" id="{E6BE7708-336B-14A7-4E57-878850AE06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19" name="组合 5718">
                      <a:extLst>
                        <a:ext uri="{FF2B5EF4-FFF2-40B4-BE49-F238E27FC236}">
                          <a16:creationId xmlns:a16="http://schemas.microsoft.com/office/drawing/2014/main" id="{67C128B0-A481-AD5E-7B63-E5A335A598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5720" name="任意多边形 6173">
                        <a:extLst>
                          <a:ext uri="{FF2B5EF4-FFF2-40B4-BE49-F238E27FC236}">
                            <a16:creationId xmlns:a16="http://schemas.microsoft.com/office/drawing/2014/main" id="{D3CD59F2-F43C-3F8D-F87E-CAFC13612E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21" name="任意多边形 6174">
                        <a:extLst>
                          <a:ext uri="{FF2B5EF4-FFF2-40B4-BE49-F238E27FC236}">
                            <a16:creationId xmlns:a16="http://schemas.microsoft.com/office/drawing/2014/main" id="{5EB9867A-8DD9-959F-7535-A345D4BEA1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22" name="任意多边形 6175">
                        <a:extLst>
                          <a:ext uri="{FF2B5EF4-FFF2-40B4-BE49-F238E27FC236}">
                            <a16:creationId xmlns:a16="http://schemas.microsoft.com/office/drawing/2014/main" id="{D0C83E6A-8838-4ADB-7194-5F2206151C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650" name="组合 5649">
                  <a:extLst>
                    <a:ext uri="{FF2B5EF4-FFF2-40B4-BE49-F238E27FC236}">
                      <a16:creationId xmlns:a16="http://schemas.microsoft.com/office/drawing/2014/main" id="{E328BF5D-AA10-E99E-FD32-57121447C5F4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5699" name="任意多边形 6152">
                    <a:extLst>
                      <a:ext uri="{FF2B5EF4-FFF2-40B4-BE49-F238E27FC236}">
                        <a16:creationId xmlns:a16="http://schemas.microsoft.com/office/drawing/2014/main" id="{539AE173-D3FC-4395-9D63-477E0ECA171C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700" name="任意多边形 6153">
                    <a:extLst>
                      <a:ext uri="{FF2B5EF4-FFF2-40B4-BE49-F238E27FC236}">
                        <a16:creationId xmlns:a16="http://schemas.microsoft.com/office/drawing/2014/main" id="{160E9446-67C3-134C-7C9B-87A879042FF1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701" name="组合 5700">
                    <a:extLst>
                      <a:ext uri="{FF2B5EF4-FFF2-40B4-BE49-F238E27FC236}">
                        <a16:creationId xmlns:a16="http://schemas.microsoft.com/office/drawing/2014/main" id="{748FCE5B-2609-E663-BAF3-6303FAF4DC3A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5702" name="组合 5701">
                      <a:extLst>
                        <a:ext uri="{FF2B5EF4-FFF2-40B4-BE49-F238E27FC236}">
                          <a16:creationId xmlns:a16="http://schemas.microsoft.com/office/drawing/2014/main" id="{1CB2C4D2-972B-3D6B-1938-CD0AEDE5D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5711" name="任意多边形 6164">
                        <a:extLst>
                          <a:ext uri="{FF2B5EF4-FFF2-40B4-BE49-F238E27FC236}">
                            <a16:creationId xmlns:a16="http://schemas.microsoft.com/office/drawing/2014/main" id="{9B77F6D3-D02E-59D2-34E8-E1DAB2C295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12" name="任意多边形 6165">
                        <a:extLst>
                          <a:ext uri="{FF2B5EF4-FFF2-40B4-BE49-F238E27FC236}">
                            <a16:creationId xmlns:a16="http://schemas.microsoft.com/office/drawing/2014/main" id="{A838C1C8-2B3B-27D7-1837-38B1834A9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13" name="任意多边形 6166">
                        <a:extLst>
                          <a:ext uri="{FF2B5EF4-FFF2-40B4-BE49-F238E27FC236}">
                            <a16:creationId xmlns:a16="http://schemas.microsoft.com/office/drawing/2014/main" id="{7EF376FF-BCD6-A8EA-F5A3-EA212026EF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03" name="组合 5702">
                      <a:extLst>
                        <a:ext uri="{FF2B5EF4-FFF2-40B4-BE49-F238E27FC236}">
                          <a16:creationId xmlns:a16="http://schemas.microsoft.com/office/drawing/2014/main" id="{AA6B9979-E43E-2623-6356-0AC7A2D534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5708" name="任意多边形 6161">
                        <a:extLst>
                          <a:ext uri="{FF2B5EF4-FFF2-40B4-BE49-F238E27FC236}">
                            <a16:creationId xmlns:a16="http://schemas.microsoft.com/office/drawing/2014/main" id="{AEF50B78-9393-954F-35BA-42A446D127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09" name="任意多边形 6162">
                        <a:extLst>
                          <a:ext uri="{FF2B5EF4-FFF2-40B4-BE49-F238E27FC236}">
                            <a16:creationId xmlns:a16="http://schemas.microsoft.com/office/drawing/2014/main" id="{3A385FB8-DC17-7733-EA16-F8138718D3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10" name="任意多边形 6163">
                        <a:extLst>
                          <a:ext uri="{FF2B5EF4-FFF2-40B4-BE49-F238E27FC236}">
                            <a16:creationId xmlns:a16="http://schemas.microsoft.com/office/drawing/2014/main" id="{A6130818-392C-64C5-8D56-01FDCBC45F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704" name="组合 5703">
                      <a:extLst>
                        <a:ext uri="{FF2B5EF4-FFF2-40B4-BE49-F238E27FC236}">
                          <a16:creationId xmlns:a16="http://schemas.microsoft.com/office/drawing/2014/main" id="{36B47834-9850-819F-0064-A522F3E19F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5705" name="任意多边形 6158">
                        <a:extLst>
                          <a:ext uri="{FF2B5EF4-FFF2-40B4-BE49-F238E27FC236}">
                            <a16:creationId xmlns:a16="http://schemas.microsoft.com/office/drawing/2014/main" id="{75BBCB30-EE7E-DDF1-ACEA-4CA2DD7572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06" name="任意多边形 6159">
                        <a:extLst>
                          <a:ext uri="{FF2B5EF4-FFF2-40B4-BE49-F238E27FC236}">
                            <a16:creationId xmlns:a16="http://schemas.microsoft.com/office/drawing/2014/main" id="{E5635ED3-F481-557B-F6E5-B70D7A0551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707" name="任意多边形 6160">
                        <a:extLst>
                          <a:ext uri="{FF2B5EF4-FFF2-40B4-BE49-F238E27FC236}">
                            <a16:creationId xmlns:a16="http://schemas.microsoft.com/office/drawing/2014/main" id="{36641589-A065-C69D-E97E-8E71D38913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651" name="组合 5650">
                  <a:extLst>
                    <a:ext uri="{FF2B5EF4-FFF2-40B4-BE49-F238E27FC236}">
                      <a16:creationId xmlns:a16="http://schemas.microsoft.com/office/drawing/2014/main" id="{8DB05C0E-E40F-1FFA-8DA0-3D93AE80C616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5684" name="任意多边形 6137">
                    <a:extLst>
                      <a:ext uri="{FF2B5EF4-FFF2-40B4-BE49-F238E27FC236}">
                        <a16:creationId xmlns:a16="http://schemas.microsoft.com/office/drawing/2014/main" id="{9B3E4BAE-05D9-E3E0-F02B-9CE6BE661BD4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685" name="任意多边形 6138">
                    <a:extLst>
                      <a:ext uri="{FF2B5EF4-FFF2-40B4-BE49-F238E27FC236}">
                        <a16:creationId xmlns:a16="http://schemas.microsoft.com/office/drawing/2014/main" id="{2B060414-0A5A-D2D0-C09C-C68FE2666D2B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686" name="组合 5685">
                    <a:extLst>
                      <a:ext uri="{FF2B5EF4-FFF2-40B4-BE49-F238E27FC236}">
                        <a16:creationId xmlns:a16="http://schemas.microsoft.com/office/drawing/2014/main" id="{51BBB2AE-1B31-D9F9-2920-17B00285D6AE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5687" name="组合 5686">
                      <a:extLst>
                        <a:ext uri="{FF2B5EF4-FFF2-40B4-BE49-F238E27FC236}">
                          <a16:creationId xmlns:a16="http://schemas.microsoft.com/office/drawing/2014/main" id="{0BE407D9-E4A7-2527-F4FB-740E5ADC96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5696" name="任意多边形 6149">
                        <a:extLst>
                          <a:ext uri="{FF2B5EF4-FFF2-40B4-BE49-F238E27FC236}">
                            <a16:creationId xmlns:a16="http://schemas.microsoft.com/office/drawing/2014/main" id="{3E51B95A-2566-9880-EEA9-8E1BC6AE36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97" name="任意多边形 6150">
                        <a:extLst>
                          <a:ext uri="{FF2B5EF4-FFF2-40B4-BE49-F238E27FC236}">
                            <a16:creationId xmlns:a16="http://schemas.microsoft.com/office/drawing/2014/main" id="{8BB96B37-2CBA-0D91-E6DF-20D0A26E31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98" name="任意多边形 6151">
                        <a:extLst>
                          <a:ext uri="{FF2B5EF4-FFF2-40B4-BE49-F238E27FC236}">
                            <a16:creationId xmlns:a16="http://schemas.microsoft.com/office/drawing/2014/main" id="{AAC27E8B-A390-C8F2-F0A4-C111D6212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88" name="组合 5687">
                      <a:extLst>
                        <a:ext uri="{FF2B5EF4-FFF2-40B4-BE49-F238E27FC236}">
                          <a16:creationId xmlns:a16="http://schemas.microsoft.com/office/drawing/2014/main" id="{A5DFA481-3FA6-263B-7D4D-8397EF6EB6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5693" name="任意多边形 6146">
                        <a:extLst>
                          <a:ext uri="{FF2B5EF4-FFF2-40B4-BE49-F238E27FC236}">
                            <a16:creationId xmlns:a16="http://schemas.microsoft.com/office/drawing/2014/main" id="{233B1AE9-9E63-852A-38D6-D1DBC70751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94" name="任意多边形 6147">
                        <a:extLst>
                          <a:ext uri="{FF2B5EF4-FFF2-40B4-BE49-F238E27FC236}">
                            <a16:creationId xmlns:a16="http://schemas.microsoft.com/office/drawing/2014/main" id="{35C48EE2-97C6-8117-D6EC-C19487EB52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95" name="任意多边形 6148">
                        <a:extLst>
                          <a:ext uri="{FF2B5EF4-FFF2-40B4-BE49-F238E27FC236}">
                            <a16:creationId xmlns:a16="http://schemas.microsoft.com/office/drawing/2014/main" id="{4F1694DB-60DF-F690-0B4E-4EE16EF70A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89" name="组合 5688">
                      <a:extLst>
                        <a:ext uri="{FF2B5EF4-FFF2-40B4-BE49-F238E27FC236}">
                          <a16:creationId xmlns:a16="http://schemas.microsoft.com/office/drawing/2014/main" id="{31EFAEEE-1520-2C0C-0A06-B7631BE36C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5690" name="任意多边形 6143">
                        <a:extLst>
                          <a:ext uri="{FF2B5EF4-FFF2-40B4-BE49-F238E27FC236}">
                            <a16:creationId xmlns:a16="http://schemas.microsoft.com/office/drawing/2014/main" id="{AF875A27-B7C6-7BF7-6D0C-90BE434DFD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91" name="任意多边形 6144">
                        <a:extLst>
                          <a:ext uri="{FF2B5EF4-FFF2-40B4-BE49-F238E27FC236}">
                            <a16:creationId xmlns:a16="http://schemas.microsoft.com/office/drawing/2014/main" id="{5190605D-9BE1-721B-2846-02426763ED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92" name="任意多边形 6145">
                        <a:extLst>
                          <a:ext uri="{FF2B5EF4-FFF2-40B4-BE49-F238E27FC236}">
                            <a16:creationId xmlns:a16="http://schemas.microsoft.com/office/drawing/2014/main" id="{2BF7095D-70EE-0FF0-3A83-D806C7776E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652" name="组合 5651">
                  <a:extLst>
                    <a:ext uri="{FF2B5EF4-FFF2-40B4-BE49-F238E27FC236}">
                      <a16:creationId xmlns:a16="http://schemas.microsoft.com/office/drawing/2014/main" id="{892E34E5-E83E-59D9-1451-2A9F466F2AB9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5669" name="任意多边形 6122">
                    <a:extLst>
                      <a:ext uri="{FF2B5EF4-FFF2-40B4-BE49-F238E27FC236}">
                        <a16:creationId xmlns:a16="http://schemas.microsoft.com/office/drawing/2014/main" id="{F0F6B6E3-B101-257A-EE0B-351798178794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670" name="任意多边形 6123">
                    <a:extLst>
                      <a:ext uri="{FF2B5EF4-FFF2-40B4-BE49-F238E27FC236}">
                        <a16:creationId xmlns:a16="http://schemas.microsoft.com/office/drawing/2014/main" id="{58D93641-5734-C264-5C2F-17906FFEC3AC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671" name="组合 5670">
                    <a:extLst>
                      <a:ext uri="{FF2B5EF4-FFF2-40B4-BE49-F238E27FC236}">
                        <a16:creationId xmlns:a16="http://schemas.microsoft.com/office/drawing/2014/main" id="{7AA73FF4-FEA7-0507-2B05-F2AF6F4F775F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5672" name="组合 5671">
                      <a:extLst>
                        <a:ext uri="{FF2B5EF4-FFF2-40B4-BE49-F238E27FC236}">
                          <a16:creationId xmlns:a16="http://schemas.microsoft.com/office/drawing/2014/main" id="{423488EF-7FD1-D842-C728-306ED1AF46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5681" name="任意多边形 6134">
                        <a:extLst>
                          <a:ext uri="{FF2B5EF4-FFF2-40B4-BE49-F238E27FC236}">
                            <a16:creationId xmlns:a16="http://schemas.microsoft.com/office/drawing/2014/main" id="{9FADCEFA-8A63-45FA-1572-D47FB11DDA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82" name="任意多边形 6135">
                        <a:extLst>
                          <a:ext uri="{FF2B5EF4-FFF2-40B4-BE49-F238E27FC236}">
                            <a16:creationId xmlns:a16="http://schemas.microsoft.com/office/drawing/2014/main" id="{A5ACFC9F-7E2F-D1BE-74A5-26BA4F0CEB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83" name="任意多边形 6136">
                        <a:extLst>
                          <a:ext uri="{FF2B5EF4-FFF2-40B4-BE49-F238E27FC236}">
                            <a16:creationId xmlns:a16="http://schemas.microsoft.com/office/drawing/2014/main" id="{291CDC24-F4A4-8F38-B1EF-2181B30DFD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73" name="组合 5672">
                      <a:extLst>
                        <a:ext uri="{FF2B5EF4-FFF2-40B4-BE49-F238E27FC236}">
                          <a16:creationId xmlns:a16="http://schemas.microsoft.com/office/drawing/2014/main" id="{94F4AA65-5131-4223-F06D-D0297667E8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5678" name="任意多边形 6131">
                        <a:extLst>
                          <a:ext uri="{FF2B5EF4-FFF2-40B4-BE49-F238E27FC236}">
                            <a16:creationId xmlns:a16="http://schemas.microsoft.com/office/drawing/2014/main" id="{1E967554-0D6C-A4FB-F2F1-B718CF1238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79" name="任意多边形 6132">
                        <a:extLst>
                          <a:ext uri="{FF2B5EF4-FFF2-40B4-BE49-F238E27FC236}">
                            <a16:creationId xmlns:a16="http://schemas.microsoft.com/office/drawing/2014/main" id="{B18D2FF9-9535-87DB-1183-4BAFABEB30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80" name="任意多边形 6133">
                        <a:extLst>
                          <a:ext uri="{FF2B5EF4-FFF2-40B4-BE49-F238E27FC236}">
                            <a16:creationId xmlns:a16="http://schemas.microsoft.com/office/drawing/2014/main" id="{99427DCE-5433-F4AF-D290-751BF3F67A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74" name="组合 5673">
                      <a:extLst>
                        <a:ext uri="{FF2B5EF4-FFF2-40B4-BE49-F238E27FC236}">
                          <a16:creationId xmlns:a16="http://schemas.microsoft.com/office/drawing/2014/main" id="{0868F9EA-E5AC-6CD6-E1A2-2B238E5410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5675" name="任意多边形 6128">
                        <a:extLst>
                          <a:ext uri="{FF2B5EF4-FFF2-40B4-BE49-F238E27FC236}">
                            <a16:creationId xmlns:a16="http://schemas.microsoft.com/office/drawing/2014/main" id="{B9C4C9DD-49DD-D85B-5FAE-8E6A75044D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76" name="任意多边形 6129">
                        <a:extLst>
                          <a:ext uri="{FF2B5EF4-FFF2-40B4-BE49-F238E27FC236}">
                            <a16:creationId xmlns:a16="http://schemas.microsoft.com/office/drawing/2014/main" id="{5DA95AAB-0C22-7E46-303F-543DBD590D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77" name="任意多边形 6130">
                        <a:extLst>
                          <a:ext uri="{FF2B5EF4-FFF2-40B4-BE49-F238E27FC236}">
                            <a16:creationId xmlns:a16="http://schemas.microsoft.com/office/drawing/2014/main" id="{42E2D7C6-0F35-060A-CC4E-C7FD9FB94F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653" name="组合 5652">
                  <a:extLst>
                    <a:ext uri="{FF2B5EF4-FFF2-40B4-BE49-F238E27FC236}">
                      <a16:creationId xmlns:a16="http://schemas.microsoft.com/office/drawing/2014/main" id="{D702AAA0-9BCE-0478-3F23-33FB4F17EF89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5654" name="任意多边形 6107">
                    <a:extLst>
                      <a:ext uri="{FF2B5EF4-FFF2-40B4-BE49-F238E27FC236}">
                        <a16:creationId xmlns:a16="http://schemas.microsoft.com/office/drawing/2014/main" id="{8A51AC69-3073-F61D-E446-464939143430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655" name="任意多边形 6108">
                    <a:extLst>
                      <a:ext uri="{FF2B5EF4-FFF2-40B4-BE49-F238E27FC236}">
                        <a16:creationId xmlns:a16="http://schemas.microsoft.com/office/drawing/2014/main" id="{C1A0B00C-1909-9E3E-7ACB-CBDC4FA0B46C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656" name="组合 5655">
                    <a:extLst>
                      <a:ext uri="{FF2B5EF4-FFF2-40B4-BE49-F238E27FC236}">
                        <a16:creationId xmlns:a16="http://schemas.microsoft.com/office/drawing/2014/main" id="{EF3D05FD-06CD-EDA2-19B8-E21011DEEC89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5657" name="组合 5656">
                      <a:extLst>
                        <a:ext uri="{FF2B5EF4-FFF2-40B4-BE49-F238E27FC236}">
                          <a16:creationId xmlns:a16="http://schemas.microsoft.com/office/drawing/2014/main" id="{7BFF30E8-1D71-574C-F35A-97A273EBC6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5666" name="任意多边形 6119">
                        <a:extLst>
                          <a:ext uri="{FF2B5EF4-FFF2-40B4-BE49-F238E27FC236}">
                            <a16:creationId xmlns:a16="http://schemas.microsoft.com/office/drawing/2014/main" id="{892B0BAD-9A8B-0009-CF5B-C804F89D71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67" name="任意多边形 6120">
                        <a:extLst>
                          <a:ext uri="{FF2B5EF4-FFF2-40B4-BE49-F238E27FC236}">
                            <a16:creationId xmlns:a16="http://schemas.microsoft.com/office/drawing/2014/main" id="{4D011629-3417-980F-F9BA-D3A1FD3A15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68" name="任意多边形 6121">
                        <a:extLst>
                          <a:ext uri="{FF2B5EF4-FFF2-40B4-BE49-F238E27FC236}">
                            <a16:creationId xmlns:a16="http://schemas.microsoft.com/office/drawing/2014/main" id="{582C64BD-8D72-9373-97A9-34574039D4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58" name="组合 5657">
                      <a:extLst>
                        <a:ext uri="{FF2B5EF4-FFF2-40B4-BE49-F238E27FC236}">
                          <a16:creationId xmlns:a16="http://schemas.microsoft.com/office/drawing/2014/main" id="{EC5DD2CE-383C-972E-29B8-933054D07D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5663" name="任意多边形 6116">
                        <a:extLst>
                          <a:ext uri="{FF2B5EF4-FFF2-40B4-BE49-F238E27FC236}">
                            <a16:creationId xmlns:a16="http://schemas.microsoft.com/office/drawing/2014/main" id="{C253819B-0CE3-0890-6FE1-FA94A3AF9B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64" name="任意多边形 6117">
                        <a:extLst>
                          <a:ext uri="{FF2B5EF4-FFF2-40B4-BE49-F238E27FC236}">
                            <a16:creationId xmlns:a16="http://schemas.microsoft.com/office/drawing/2014/main" id="{CEFA743A-8AEA-AB89-A375-E7F797D491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65" name="任意多边形 6118">
                        <a:extLst>
                          <a:ext uri="{FF2B5EF4-FFF2-40B4-BE49-F238E27FC236}">
                            <a16:creationId xmlns:a16="http://schemas.microsoft.com/office/drawing/2014/main" id="{E86C4484-D46D-E137-1596-BBC6F06D8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59" name="组合 5658">
                      <a:extLst>
                        <a:ext uri="{FF2B5EF4-FFF2-40B4-BE49-F238E27FC236}">
                          <a16:creationId xmlns:a16="http://schemas.microsoft.com/office/drawing/2014/main" id="{05676AFE-0ABE-6F70-2491-7BF392EDCC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5660" name="任意多边形 6113">
                        <a:extLst>
                          <a:ext uri="{FF2B5EF4-FFF2-40B4-BE49-F238E27FC236}">
                            <a16:creationId xmlns:a16="http://schemas.microsoft.com/office/drawing/2014/main" id="{A0063242-B54A-6F13-2F26-B1E1179717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61" name="任意多边形 6114">
                        <a:extLst>
                          <a:ext uri="{FF2B5EF4-FFF2-40B4-BE49-F238E27FC236}">
                            <a16:creationId xmlns:a16="http://schemas.microsoft.com/office/drawing/2014/main" id="{A21C2FA3-0934-3DF1-6D01-C02021936D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62" name="任意多边形 6115">
                        <a:extLst>
                          <a:ext uri="{FF2B5EF4-FFF2-40B4-BE49-F238E27FC236}">
                            <a16:creationId xmlns:a16="http://schemas.microsoft.com/office/drawing/2014/main" id="{6C0EED42-697B-4DC1-F67C-262F848905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5454" name="组合 5453">
                <a:extLst>
                  <a:ext uri="{FF2B5EF4-FFF2-40B4-BE49-F238E27FC236}">
                    <a16:creationId xmlns:a16="http://schemas.microsoft.com/office/drawing/2014/main" id="{F62F3C7A-7910-2011-8F02-3952F14628A7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5552" name="组合 5551">
                  <a:extLst>
                    <a:ext uri="{FF2B5EF4-FFF2-40B4-BE49-F238E27FC236}">
                      <a16:creationId xmlns:a16="http://schemas.microsoft.com/office/drawing/2014/main" id="{A466055C-6332-C518-48DC-340A935CE428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5633" name="任意多边形 6086">
                    <a:extLst>
                      <a:ext uri="{FF2B5EF4-FFF2-40B4-BE49-F238E27FC236}">
                        <a16:creationId xmlns:a16="http://schemas.microsoft.com/office/drawing/2014/main" id="{344811C2-5012-C5B6-91F9-72A8C0B61FFA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634" name="任意多边形 6087">
                    <a:extLst>
                      <a:ext uri="{FF2B5EF4-FFF2-40B4-BE49-F238E27FC236}">
                        <a16:creationId xmlns:a16="http://schemas.microsoft.com/office/drawing/2014/main" id="{9E623A3B-65FE-1C30-02F9-55239845BCF6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635" name="组合 5634">
                    <a:extLst>
                      <a:ext uri="{FF2B5EF4-FFF2-40B4-BE49-F238E27FC236}">
                        <a16:creationId xmlns:a16="http://schemas.microsoft.com/office/drawing/2014/main" id="{5D15DCC5-8D05-1DC6-CB9D-086964CA59A2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5636" name="组合 5635">
                      <a:extLst>
                        <a:ext uri="{FF2B5EF4-FFF2-40B4-BE49-F238E27FC236}">
                          <a16:creationId xmlns:a16="http://schemas.microsoft.com/office/drawing/2014/main" id="{1C245FF9-7935-4C4F-9F0F-54304383BD0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5645" name="任意多边形 6098">
                        <a:extLst>
                          <a:ext uri="{FF2B5EF4-FFF2-40B4-BE49-F238E27FC236}">
                            <a16:creationId xmlns:a16="http://schemas.microsoft.com/office/drawing/2014/main" id="{1D4963B2-8755-94F3-0F9C-B3D0BF1C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46" name="任意多边形 6099">
                        <a:extLst>
                          <a:ext uri="{FF2B5EF4-FFF2-40B4-BE49-F238E27FC236}">
                            <a16:creationId xmlns:a16="http://schemas.microsoft.com/office/drawing/2014/main" id="{9DED6842-25B5-6CB7-D45B-7170415F61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47" name="任意多边形 6100">
                        <a:extLst>
                          <a:ext uri="{FF2B5EF4-FFF2-40B4-BE49-F238E27FC236}">
                            <a16:creationId xmlns:a16="http://schemas.microsoft.com/office/drawing/2014/main" id="{6559E001-B7E5-B879-436B-33881B55D0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37" name="组合 5636">
                      <a:extLst>
                        <a:ext uri="{FF2B5EF4-FFF2-40B4-BE49-F238E27FC236}">
                          <a16:creationId xmlns:a16="http://schemas.microsoft.com/office/drawing/2014/main" id="{23022E00-6CE4-898C-E0A9-507968DD4A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5642" name="任意多边形 6095">
                        <a:extLst>
                          <a:ext uri="{FF2B5EF4-FFF2-40B4-BE49-F238E27FC236}">
                            <a16:creationId xmlns:a16="http://schemas.microsoft.com/office/drawing/2014/main" id="{8F48E3A0-0A73-3930-1863-26E30E66DE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43" name="任意多边形 6096">
                        <a:extLst>
                          <a:ext uri="{FF2B5EF4-FFF2-40B4-BE49-F238E27FC236}">
                            <a16:creationId xmlns:a16="http://schemas.microsoft.com/office/drawing/2014/main" id="{FF759116-9280-D9B7-BDEF-E0E2C036C6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44" name="任意多边形 6097">
                        <a:extLst>
                          <a:ext uri="{FF2B5EF4-FFF2-40B4-BE49-F238E27FC236}">
                            <a16:creationId xmlns:a16="http://schemas.microsoft.com/office/drawing/2014/main" id="{B4178140-CCE1-7BA2-C4CD-B59C2456FA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38" name="组合 5637">
                      <a:extLst>
                        <a:ext uri="{FF2B5EF4-FFF2-40B4-BE49-F238E27FC236}">
                          <a16:creationId xmlns:a16="http://schemas.microsoft.com/office/drawing/2014/main" id="{66FFF675-D1DA-CADF-4807-6A0A650FC8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5639" name="任意多边形 6092">
                        <a:extLst>
                          <a:ext uri="{FF2B5EF4-FFF2-40B4-BE49-F238E27FC236}">
                            <a16:creationId xmlns:a16="http://schemas.microsoft.com/office/drawing/2014/main" id="{C2D7F4DE-19FD-3A1F-A852-AF0C1C1181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40" name="任意多边形 6093">
                        <a:extLst>
                          <a:ext uri="{FF2B5EF4-FFF2-40B4-BE49-F238E27FC236}">
                            <a16:creationId xmlns:a16="http://schemas.microsoft.com/office/drawing/2014/main" id="{D06B6432-4BA7-C9D5-E4B8-6EB3B36304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41" name="任意多边形 6094">
                        <a:extLst>
                          <a:ext uri="{FF2B5EF4-FFF2-40B4-BE49-F238E27FC236}">
                            <a16:creationId xmlns:a16="http://schemas.microsoft.com/office/drawing/2014/main" id="{54D39A24-8281-8CD3-5AFB-D38F45538F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553" name="组合 5552">
                  <a:extLst>
                    <a:ext uri="{FF2B5EF4-FFF2-40B4-BE49-F238E27FC236}">
                      <a16:creationId xmlns:a16="http://schemas.microsoft.com/office/drawing/2014/main" id="{7FA13DE6-4BB9-C71F-A619-195EFB07DDD3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5618" name="任意多边形 6071">
                    <a:extLst>
                      <a:ext uri="{FF2B5EF4-FFF2-40B4-BE49-F238E27FC236}">
                        <a16:creationId xmlns:a16="http://schemas.microsoft.com/office/drawing/2014/main" id="{B1984E39-2054-DACD-629A-95385C12D9EF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619" name="任意多边形 6072">
                    <a:extLst>
                      <a:ext uri="{FF2B5EF4-FFF2-40B4-BE49-F238E27FC236}">
                        <a16:creationId xmlns:a16="http://schemas.microsoft.com/office/drawing/2014/main" id="{F261C3A2-C10C-8C9C-6BE6-386ACFC5986B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620" name="组合 5619">
                    <a:extLst>
                      <a:ext uri="{FF2B5EF4-FFF2-40B4-BE49-F238E27FC236}">
                        <a16:creationId xmlns:a16="http://schemas.microsoft.com/office/drawing/2014/main" id="{8280DBAF-55B7-D20C-B7D9-79C4824125BD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5621" name="组合 5620">
                      <a:extLst>
                        <a:ext uri="{FF2B5EF4-FFF2-40B4-BE49-F238E27FC236}">
                          <a16:creationId xmlns:a16="http://schemas.microsoft.com/office/drawing/2014/main" id="{3B75A74A-5148-106A-2B31-4F6BB8EB2B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5630" name="任意多边形 6083">
                        <a:extLst>
                          <a:ext uri="{FF2B5EF4-FFF2-40B4-BE49-F238E27FC236}">
                            <a16:creationId xmlns:a16="http://schemas.microsoft.com/office/drawing/2014/main" id="{26DD2EDB-AEE8-7C57-B2AD-D3E5ED16D4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31" name="任意多边形 6084">
                        <a:extLst>
                          <a:ext uri="{FF2B5EF4-FFF2-40B4-BE49-F238E27FC236}">
                            <a16:creationId xmlns:a16="http://schemas.microsoft.com/office/drawing/2014/main" id="{22B3A742-4288-1F71-4063-2706F38B6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32" name="任意多边形 6085">
                        <a:extLst>
                          <a:ext uri="{FF2B5EF4-FFF2-40B4-BE49-F238E27FC236}">
                            <a16:creationId xmlns:a16="http://schemas.microsoft.com/office/drawing/2014/main" id="{5F59CD39-3F7E-D65A-EA1C-4A7E5B4B92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22" name="组合 5621">
                      <a:extLst>
                        <a:ext uri="{FF2B5EF4-FFF2-40B4-BE49-F238E27FC236}">
                          <a16:creationId xmlns:a16="http://schemas.microsoft.com/office/drawing/2014/main" id="{AA90EC23-E5FE-3BE6-8C66-A2D1816F3E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5627" name="任意多边形 6080">
                        <a:extLst>
                          <a:ext uri="{FF2B5EF4-FFF2-40B4-BE49-F238E27FC236}">
                            <a16:creationId xmlns:a16="http://schemas.microsoft.com/office/drawing/2014/main" id="{58939153-11C2-B2F6-C96C-9ED240B0E0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28" name="任意多边形 6081">
                        <a:extLst>
                          <a:ext uri="{FF2B5EF4-FFF2-40B4-BE49-F238E27FC236}">
                            <a16:creationId xmlns:a16="http://schemas.microsoft.com/office/drawing/2014/main" id="{E2784831-E161-E620-AF50-11F32B59B8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29" name="任意多边形 6082">
                        <a:extLst>
                          <a:ext uri="{FF2B5EF4-FFF2-40B4-BE49-F238E27FC236}">
                            <a16:creationId xmlns:a16="http://schemas.microsoft.com/office/drawing/2014/main" id="{E77B71FE-9007-E446-FB82-2549778B0A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23" name="组合 5622">
                      <a:extLst>
                        <a:ext uri="{FF2B5EF4-FFF2-40B4-BE49-F238E27FC236}">
                          <a16:creationId xmlns:a16="http://schemas.microsoft.com/office/drawing/2014/main" id="{B131DB6B-148C-B146-625D-0452476148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5624" name="任意多边形 6077">
                        <a:extLst>
                          <a:ext uri="{FF2B5EF4-FFF2-40B4-BE49-F238E27FC236}">
                            <a16:creationId xmlns:a16="http://schemas.microsoft.com/office/drawing/2014/main" id="{6D5A6CB5-0F96-BEA6-ED5E-933F3F9CF5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25" name="任意多边形 6078">
                        <a:extLst>
                          <a:ext uri="{FF2B5EF4-FFF2-40B4-BE49-F238E27FC236}">
                            <a16:creationId xmlns:a16="http://schemas.microsoft.com/office/drawing/2014/main" id="{DC8EBDD0-B5E1-9408-238E-6A3A35358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26" name="任意多边形 6079">
                        <a:extLst>
                          <a:ext uri="{FF2B5EF4-FFF2-40B4-BE49-F238E27FC236}">
                            <a16:creationId xmlns:a16="http://schemas.microsoft.com/office/drawing/2014/main" id="{F494247A-2FA6-6A79-55A9-66967FF01B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554" name="组合 5553">
                  <a:extLst>
                    <a:ext uri="{FF2B5EF4-FFF2-40B4-BE49-F238E27FC236}">
                      <a16:creationId xmlns:a16="http://schemas.microsoft.com/office/drawing/2014/main" id="{00E82EFE-7B41-5C0E-9531-15FDF9219A2C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5603" name="任意多边形 6056">
                    <a:extLst>
                      <a:ext uri="{FF2B5EF4-FFF2-40B4-BE49-F238E27FC236}">
                        <a16:creationId xmlns:a16="http://schemas.microsoft.com/office/drawing/2014/main" id="{9F0397D5-335F-CA58-838F-C7AC9FD22DD6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604" name="任意多边形 6057">
                    <a:extLst>
                      <a:ext uri="{FF2B5EF4-FFF2-40B4-BE49-F238E27FC236}">
                        <a16:creationId xmlns:a16="http://schemas.microsoft.com/office/drawing/2014/main" id="{42212A73-7D95-07B6-36B6-3804C02DA7A9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605" name="组合 5604">
                    <a:extLst>
                      <a:ext uri="{FF2B5EF4-FFF2-40B4-BE49-F238E27FC236}">
                        <a16:creationId xmlns:a16="http://schemas.microsoft.com/office/drawing/2014/main" id="{2903A306-E719-ED33-1DBC-BDA0FDA92385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5606" name="组合 5605">
                      <a:extLst>
                        <a:ext uri="{FF2B5EF4-FFF2-40B4-BE49-F238E27FC236}">
                          <a16:creationId xmlns:a16="http://schemas.microsoft.com/office/drawing/2014/main" id="{999B6D47-E6C3-3A39-D959-795BF425F2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5615" name="任意多边形 6068">
                        <a:extLst>
                          <a:ext uri="{FF2B5EF4-FFF2-40B4-BE49-F238E27FC236}">
                            <a16:creationId xmlns:a16="http://schemas.microsoft.com/office/drawing/2014/main" id="{25B6311C-20AE-417F-9CB3-072368C67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16" name="任意多边形 6069">
                        <a:extLst>
                          <a:ext uri="{FF2B5EF4-FFF2-40B4-BE49-F238E27FC236}">
                            <a16:creationId xmlns:a16="http://schemas.microsoft.com/office/drawing/2014/main" id="{11C5D702-38B1-75FE-AE2F-773A06AE5F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17" name="任意多边形 6070">
                        <a:extLst>
                          <a:ext uri="{FF2B5EF4-FFF2-40B4-BE49-F238E27FC236}">
                            <a16:creationId xmlns:a16="http://schemas.microsoft.com/office/drawing/2014/main" id="{D1FD1136-7C6C-2C38-A417-4ADF58B775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07" name="组合 5606">
                      <a:extLst>
                        <a:ext uri="{FF2B5EF4-FFF2-40B4-BE49-F238E27FC236}">
                          <a16:creationId xmlns:a16="http://schemas.microsoft.com/office/drawing/2014/main" id="{6B52152F-A32F-0854-A5E9-147BE1BCBD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5612" name="任意多边形 6065">
                        <a:extLst>
                          <a:ext uri="{FF2B5EF4-FFF2-40B4-BE49-F238E27FC236}">
                            <a16:creationId xmlns:a16="http://schemas.microsoft.com/office/drawing/2014/main" id="{3F93BA0D-FD3A-BBD8-DA01-D47029D0D0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13" name="任意多边形 6066">
                        <a:extLst>
                          <a:ext uri="{FF2B5EF4-FFF2-40B4-BE49-F238E27FC236}">
                            <a16:creationId xmlns:a16="http://schemas.microsoft.com/office/drawing/2014/main" id="{A931D049-943E-B117-2134-E0EE5B192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14" name="任意多边形 6067">
                        <a:extLst>
                          <a:ext uri="{FF2B5EF4-FFF2-40B4-BE49-F238E27FC236}">
                            <a16:creationId xmlns:a16="http://schemas.microsoft.com/office/drawing/2014/main" id="{AA172CC2-FE1B-92A3-EA27-ED6BB53FAB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608" name="组合 5607">
                      <a:extLst>
                        <a:ext uri="{FF2B5EF4-FFF2-40B4-BE49-F238E27FC236}">
                          <a16:creationId xmlns:a16="http://schemas.microsoft.com/office/drawing/2014/main" id="{49BAA0FC-EAC2-E6EA-1F76-4DE037631F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5609" name="任意多边形 6062">
                        <a:extLst>
                          <a:ext uri="{FF2B5EF4-FFF2-40B4-BE49-F238E27FC236}">
                            <a16:creationId xmlns:a16="http://schemas.microsoft.com/office/drawing/2014/main" id="{73B2478E-BCEC-EFBC-FF78-28E87A8E3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10" name="任意多边形 6063">
                        <a:extLst>
                          <a:ext uri="{FF2B5EF4-FFF2-40B4-BE49-F238E27FC236}">
                            <a16:creationId xmlns:a16="http://schemas.microsoft.com/office/drawing/2014/main" id="{6C4AAE7B-D536-614F-A358-783526797E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11" name="任意多边形 6064">
                        <a:extLst>
                          <a:ext uri="{FF2B5EF4-FFF2-40B4-BE49-F238E27FC236}">
                            <a16:creationId xmlns:a16="http://schemas.microsoft.com/office/drawing/2014/main" id="{8A849FBA-781A-F57E-DD1B-1986A6DF27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555" name="组合 5554">
                  <a:extLst>
                    <a:ext uri="{FF2B5EF4-FFF2-40B4-BE49-F238E27FC236}">
                      <a16:creationId xmlns:a16="http://schemas.microsoft.com/office/drawing/2014/main" id="{C3D40E58-3D1B-AB5E-5B2F-9C2D73CF4637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5588" name="任意多边形 6041">
                    <a:extLst>
                      <a:ext uri="{FF2B5EF4-FFF2-40B4-BE49-F238E27FC236}">
                        <a16:creationId xmlns:a16="http://schemas.microsoft.com/office/drawing/2014/main" id="{18F817DF-5FB0-D2CF-0F4A-9051A0729C6D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589" name="任意多边形 6042">
                    <a:extLst>
                      <a:ext uri="{FF2B5EF4-FFF2-40B4-BE49-F238E27FC236}">
                        <a16:creationId xmlns:a16="http://schemas.microsoft.com/office/drawing/2014/main" id="{10384808-C4A0-571B-E8A4-13D1F3EE41DB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590" name="组合 5589">
                    <a:extLst>
                      <a:ext uri="{FF2B5EF4-FFF2-40B4-BE49-F238E27FC236}">
                        <a16:creationId xmlns:a16="http://schemas.microsoft.com/office/drawing/2014/main" id="{861189A7-FC64-47F0-B699-F840DAE298E5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5591" name="组合 5590">
                      <a:extLst>
                        <a:ext uri="{FF2B5EF4-FFF2-40B4-BE49-F238E27FC236}">
                          <a16:creationId xmlns:a16="http://schemas.microsoft.com/office/drawing/2014/main" id="{6F2ABC4A-8CF7-6D0F-1202-A798B2365F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5600" name="任意多边形 6053">
                        <a:extLst>
                          <a:ext uri="{FF2B5EF4-FFF2-40B4-BE49-F238E27FC236}">
                            <a16:creationId xmlns:a16="http://schemas.microsoft.com/office/drawing/2014/main" id="{DBEFD427-6B77-3A44-83BE-7257DBB739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01" name="任意多边形 6054">
                        <a:extLst>
                          <a:ext uri="{FF2B5EF4-FFF2-40B4-BE49-F238E27FC236}">
                            <a16:creationId xmlns:a16="http://schemas.microsoft.com/office/drawing/2014/main" id="{FDA0D82C-BE48-9F43-9330-618CF95C1D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602" name="任意多边形 6055">
                        <a:extLst>
                          <a:ext uri="{FF2B5EF4-FFF2-40B4-BE49-F238E27FC236}">
                            <a16:creationId xmlns:a16="http://schemas.microsoft.com/office/drawing/2014/main" id="{02837322-9105-1346-E75E-4160230F9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92" name="组合 5591">
                      <a:extLst>
                        <a:ext uri="{FF2B5EF4-FFF2-40B4-BE49-F238E27FC236}">
                          <a16:creationId xmlns:a16="http://schemas.microsoft.com/office/drawing/2014/main" id="{8F95C4A5-477D-B96A-D166-C7817ACF3B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5597" name="任意多边形 6050">
                        <a:extLst>
                          <a:ext uri="{FF2B5EF4-FFF2-40B4-BE49-F238E27FC236}">
                            <a16:creationId xmlns:a16="http://schemas.microsoft.com/office/drawing/2014/main" id="{B9077EF1-00B8-4380-BB8C-4B0CF45EC9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98" name="任意多边形 6051">
                        <a:extLst>
                          <a:ext uri="{FF2B5EF4-FFF2-40B4-BE49-F238E27FC236}">
                            <a16:creationId xmlns:a16="http://schemas.microsoft.com/office/drawing/2014/main" id="{CA895145-41E2-298E-D784-0E130EF8E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99" name="任意多边形 6052">
                        <a:extLst>
                          <a:ext uri="{FF2B5EF4-FFF2-40B4-BE49-F238E27FC236}">
                            <a16:creationId xmlns:a16="http://schemas.microsoft.com/office/drawing/2014/main" id="{0F15B64F-E73C-0E10-85A3-2DD403DC4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93" name="组合 5592">
                      <a:extLst>
                        <a:ext uri="{FF2B5EF4-FFF2-40B4-BE49-F238E27FC236}">
                          <a16:creationId xmlns:a16="http://schemas.microsoft.com/office/drawing/2014/main" id="{3A6DDA80-F167-B14D-66E7-DC109C366C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5594" name="任意多边形 6047">
                        <a:extLst>
                          <a:ext uri="{FF2B5EF4-FFF2-40B4-BE49-F238E27FC236}">
                            <a16:creationId xmlns:a16="http://schemas.microsoft.com/office/drawing/2014/main" id="{E6EC84E5-E14D-1192-3B9D-4DFD1522C7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95" name="任意多边形 6048">
                        <a:extLst>
                          <a:ext uri="{FF2B5EF4-FFF2-40B4-BE49-F238E27FC236}">
                            <a16:creationId xmlns:a16="http://schemas.microsoft.com/office/drawing/2014/main" id="{1A6F4F2C-5630-6A75-6B93-CB669E4B9A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96" name="任意多边形 6049">
                        <a:extLst>
                          <a:ext uri="{FF2B5EF4-FFF2-40B4-BE49-F238E27FC236}">
                            <a16:creationId xmlns:a16="http://schemas.microsoft.com/office/drawing/2014/main" id="{9505D5D3-AA5B-A78C-E9C3-B30D1E1FE7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556" name="组合 5555">
                  <a:extLst>
                    <a:ext uri="{FF2B5EF4-FFF2-40B4-BE49-F238E27FC236}">
                      <a16:creationId xmlns:a16="http://schemas.microsoft.com/office/drawing/2014/main" id="{9584158D-FE95-0DA4-6942-E5F348316397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5573" name="任意多边形 6026">
                    <a:extLst>
                      <a:ext uri="{FF2B5EF4-FFF2-40B4-BE49-F238E27FC236}">
                        <a16:creationId xmlns:a16="http://schemas.microsoft.com/office/drawing/2014/main" id="{99B84238-4BC3-C317-8B8D-4A94F3E8844B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574" name="任意多边形 6027">
                    <a:extLst>
                      <a:ext uri="{FF2B5EF4-FFF2-40B4-BE49-F238E27FC236}">
                        <a16:creationId xmlns:a16="http://schemas.microsoft.com/office/drawing/2014/main" id="{C60F5E8C-1A9B-43DF-832C-2C55757360A9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575" name="组合 5574">
                    <a:extLst>
                      <a:ext uri="{FF2B5EF4-FFF2-40B4-BE49-F238E27FC236}">
                        <a16:creationId xmlns:a16="http://schemas.microsoft.com/office/drawing/2014/main" id="{3CEE674D-4A42-BCFC-5BD2-26529F7A4312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5576" name="组合 5575">
                      <a:extLst>
                        <a:ext uri="{FF2B5EF4-FFF2-40B4-BE49-F238E27FC236}">
                          <a16:creationId xmlns:a16="http://schemas.microsoft.com/office/drawing/2014/main" id="{DF9515E6-E080-5DF9-AB6C-85DD3E50BF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5585" name="任意多边形 6038">
                        <a:extLst>
                          <a:ext uri="{FF2B5EF4-FFF2-40B4-BE49-F238E27FC236}">
                            <a16:creationId xmlns:a16="http://schemas.microsoft.com/office/drawing/2014/main" id="{7BC11257-E378-444E-0483-58CC0EA45A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86" name="任意多边形 6039">
                        <a:extLst>
                          <a:ext uri="{FF2B5EF4-FFF2-40B4-BE49-F238E27FC236}">
                            <a16:creationId xmlns:a16="http://schemas.microsoft.com/office/drawing/2014/main" id="{3044B811-B386-40F9-6658-77AD9CD231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87" name="任意多边形 6040">
                        <a:extLst>
                          <a:ext uri="{FF2B5EF4-FFF2-40B4-BE49-F238E27FC236}">
                            <a16:creationId xmlns:a16="http://schemas.microsoft.com/office/drawing/2014/main" id="{D2BDFD91-80E2-A4EF-4401-2C57D45C98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77" name="组合 5576">
                      <a:extLst>
                        <a:ext uri="{FF2B5EF4-FFF2-40B4-BE49-F238E27FC236}">
                          <a16:creationId xmlns:a16="http://schemas.microsoft.com/office/drawing/2014/main" id="{37B249B3-E3F2-8C26-6C45-9D5FEF8E7D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5582" name="任意多边形 6035">
                        <a:extLst>
                          <a:ext uri="{FF2B5EF4-FFF2-40B4-BE49-F238E27FC236}">
                            <a16:creationId xmlns:a16="http://schemas.microsoft.com/office/drawing/2014/main" id="{FD0C05C6-D138-1E9E-8B79-0BEDC4F08A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83" name="任意多边形 6036">
                        <a:extLst>
                          <a:ext uri="{FF2B5EF4-FFF2-40B4-BE49-F238E27FC236}">
                            <a16:creationId xmlns:a16="http://schemas.microsoft.com/office/drawing/2014/main" id="{9800731F-51F6-710A-6769-422E3BC760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84" name="任意多边形 6037">
                        <a:extLst>
                          <a:ext uri="{FF2B5EF4-FFF2-40B4-BE49-F238E27FC236}">
                            <a16:creationId xmlns:a16="http://schemas.microsoft.com/office/drawing/2014/main" id="{075956D0-7A80-424D-534C-BCDFBC35E5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78" name="组合 5577">
                      <a:extLst>
                        <a:ext uri="{FF2B5EF4-FFF2-40B4-BE49-F238E27FC236}">
                          <a16:creationId xmlns:a16="http://schemas.microsoft.com/office/drawing/2014/main" id="{089421BB-FDC1-E44A-364A-E8559C8A1E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5579" name="任意多边形 6032">
                        <a:extLst>
                          <a:ext uri="{FF2B5EF4-FFF2-40B4-BE49-F238E27FC236}">
                            <a16:creationId xmlns:a16="http://schemas.microsoft.com/office/drawing/2014/main" id="{06162714-29B0-8168-4EFE-FF67C36601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80" name="任意多边形 6033">
                        <a:extLst>
                          <a:ext uri="{FF2B5EF4-FFF2-40B4-BE49-F238E27FC236}">
                            <a16:creationId xmlns:a16="http://schemas.microsoft.com/office/drawing/2014/main" id="{DE26BE93-D78B-AE54-79EF-911B49741A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81" name="任意多边形 6034">
                        <a:extLst>
                          <a:ext uri="{FF2B5EF4-FFF2-40B4-BE49-F238E27FC236}">
                            <a16:creationId xmlns:a16="http://schemas.microsoft.com/office/drawing/2014/main" id="{0A15E11F-83B5-37E1-A334-DC225CC7B5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557" name="组合 5556">
                  <a:extLst>
                    <a:ext uri="{FF2B5EF4-FFF2-40B4-BE49-F238E27FC236}">
                      <a16:creationId xmlns:a16="http://schemas.microsoft.com/office/drawing/2014/main" id="{D87938B9-E744-652F-F46A-C246477AA9E5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5558" name="任意多边形 6011">
                    <a:extLst>
                      <a:ext uri="{FF2B5EF4-FFF2-40B4-BE49-F238E27FC236}">
                        <a16:creationId xmlns:a16="http://schemas.microsoft.com/office/drawing/2014/main" id="{6AE299FF-5E29-12DA-E895-0D51616999B4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559" name="任意多边形 6012">
                    <a:extLst>
                      <a:ext uri="{FF2B5EF4-FFF2-40B4-BE49-F238E27FC236}">
                        <a16:creationId xmlns:a16="http://schemas.microsoft.com/office/drawing/2014/main" id="{CA339055-3E65-10A0-7745-8D90A69A76ED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560" name="组合 5559">
                    <a:extLst>
                      <a:ext uri="{FF2B5EF4-FFF2-40B4-BE49-F238E27FC236}">
                        <a16:creationId xmlns:a16="http://schemas.microsoft.com/office/drawing/2014/main" id="{D24B4781-92F9-BBAF-0386-C6E2C38BD874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5561" name="组合 5560">
                      <a:extLst>
                        <a:ext uri="{FF2B5EF4-FFF2-40B4-BE49-F238E27FC236}">
                          <a16:creationId xmlns:a16="http://schemas.microsoft.com/office/drawing/2014/main" id="{B06257AD-1C99-86A4-A036-586026F847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5570" name="任意多边形 6023">
                        <a:extLst>
                          <a:ext uri="{FF2B5EF4-FFF2-40B4-BE49-F238E27FC236}">
                            <a16:creationId xmlns:a16="http://schemas.microsoft.com/office/drawing/2014/main" id="{89AE69DA-5087-C92E-E263-FCE0F00DB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71" name="任意多边形 6024">
                        <a:extLst>
                          <a:ext uri="{FF2B5EF4-FFF2-40B4-BE49-F238E27FC236}">
                            <a16:creationId xmlns:a16="http://schemas.microsoft.com/office/drawing/2014/main" id="{29D3BE96-0DD2-CF31-4CBA-4DC13C10C0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72" name="任意多边形 6025">
                        <a:extLst>
                          <a:ext uri="{FF2B5EF4-FFF2-40B4-BE49-F238E27FC236}">
                            <a16:creationId xmlns:a16="http://schemas.microsoft.com/office/drawing/2014/main" id="{ACD878EB-9063-7196-CFE1-2C867033F9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62" name="组合 5561">
                      <a:extLst>
                        <a:ext uri="{FF2B5EF4-FFF2-40B4-BE49-F238E27FC236}">
                          <a16:creationId xmlns:a16="http://schemas.microsoft.com/office/drawing/2014/main" id="{7EEB06FC-8465-9C2F-E3D7-DF7AB8234E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5567" name="任意多边形 6020">
                        <a:extLst>
                          <a:ext uri="{FF2B5EF4-FFF2-40B4-BE49-F238E27FC236}">
                            <a16:creationId xmlns:a16="http://schemas.microsoft.com/office/drawing/2014/main" id="{B612A9CD-A104-1C8F-22B3-77C09C9A6C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68" name="任意多边形 6021">
                        <a:extLst>
                          <a:ext uri="{FF2B5EF4-FFF2-40B4-BE49-F238E27FC236}">
                            <a16:creationId xmlns:a16="http://schemas.microsoft.com/office/drawing/2014/main" id="{0249FCC2-9FC1-6973-FFF7-DA4A904DF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69" name="任意多边形 6022">
                        <a:extLst>
                          <a:ext uri="{FF2B5EF4-FFF2-40B4-BE49-F238E27FC236}">
                            <a16:creationId xmlns:a16="http://schemas.microsoft.com/office/drawing/2014/main" id="{D54A53D5-A0AC-181E-7856-8596527C74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63" name="组合 5562">
                      <a:extLst>
                        <a:ext uri="{FF2B5EF4-FFF2-40B4-BE49-F238E27FC236}">
                          <a16:creationId xmlns:a16="http://schemas.microsoft.com/office/drawing/2014/main" id="{D62521E6-A039-8A65-9807-BC93448706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5564" name="任意多边形 6017">
                        <a:extLst>
                          <a:ext uri="{FF2B5EF4-FFF2-40B4-BE49-F238E27FC236}">
                            <a16:creationId xmlns:a16="http://schemas.microsoft.com/office/drawing/2014/main" id="{A59C567C-CD01-EC04-941A-F28EC30EEA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65" name="任意多边形 6018">
                        <a:extLst>
                          <a:ext uri="{FF2B5EF4-FFF2-40B4-BE49-F238E27FC236}">
                            <a16:creationId xmlns:a16="http://schemas.microsoft.com/office/drawing/2014/main" id="{3989B3C7-68AC-D347-1FFB-621ABDB414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66" name="任意多边形 6019">
                        <a:extLst>
                          <a:ext uri="{FF2B5EF4-FFF2-40B4-BE49-F238E27FC236}">
                            <a16:creationId xmlns:a16="http://schemas.microsoft.com/office/drawing/2014/main" id="{008ED764-934D-F44C-ECDB-66A672F3B5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5455" name="组合 5454">
                <a:extLst>
                  <a:ext uri="{FF2B5EF4-FFF2-40B4-BE49-F238E27FC236}">
                    <a16:creationId xmlns:a16="http://schemas.microsoft.com/office/drawing/2014/main" id="{1F03A27C-DAE8-414D-B3E6-EE30204F93EF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5456" name="组合 5455">
                  <a:extLst>
                    <a:ext uri="{FF2B5EF4-FFF2-40B4-BE49-F238E27FC236}">
                      <a16:creationId xmlns:a16="http://schemas.microsoft.com/office/drawing/2014/main" id="{DE9869D8-0526-E0C6-F10E-A9C29A9CB467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5537" name="任意多边形 5990">
                    <a:extLst>
                      <a:ext uri="{FF2B5EF4-FFF2-40B4-BE49-F238E27FC236}">
                        <a16:creationId xmlns:a16="http://schemas.microsoft.com/office/drawing/2014/main" id="{31C308BB-D063-5D42-5522-A96D2976DC21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538" name="任意多边形 5991">
                    <a:extLst>
                      <a:ext uri="{FF2B5EF4-FFF2-40B4-BE49-F238E27FC236}">
                        <a16:creationId xmlns:a16="http://schemas.microsoft.com/office/drawing/2014/main" id="{E43571C9-FCC4-3FD3-7EB4-FD9597C63604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539" name="组合 5538">
                    <a:extLst>
                      <a:ext uri="{FF2B5EF4-FFF2-40B4-BE49-F238E27FC236}">
                        <a16:creationId xmlns:a16="http://schemas.microsoft.com/office/drawing/2014/main" id="{5AC93E7B-E650-4834-0565-F47613E0B575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5540" name="组合 5539">
                      <a:extLst>
                        <a:ext uri="{FF2B5EF4-FFF2-40B4-BE49-F238E27FC236}">
                          <a16:creationId xmlns:a16="http://schemas.microsoft.com/office/drawing/2014/main" id="{4F09CBED-25D3-47BF-3E27-C484252E4A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5549" name="任意多边形 6002">
                        <a:extLst>
                          <a:ext uri="{FF2B5EF4-FFF2-40B4-BE49-F238E27FC236}">
                            <a16:creationId xmlns:a16="http://schemas.microsoft.com/office/drawing/2014/main" id="{916AD99F-7150-1BFF-236B-68BDB78A45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50" name="任意多边形 6003">
                        <a:extLst>
                          <a:ext uri="{FF2B5EF4-FFF2-40B4-BE49-F238E27FC236}">
                            <a16:creationId xmlns:a16="http://schemas.microsoft.com/office/drawing/2014/main" id="{9554D7B1-9397-C096-4D61-92639EAEB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51" name="任意多边形 6004">
                        <a:extLst>
                          <a:ext uri="{FF2B5EF4-FFF2-40B4-BE49-F238E27FC236}">
                            <a16:creationId xmlns:a16="http://schemas.microsoft.com/office/drawing/2014/main" id="{D6EF5CE9-4A68-3229-20F8-94905A2D32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41" name="组合 5540">
                      <a:extLst>
                        <a:ext uri="{FF2B5EF4-FFF2-40B4-BE49-F238E27FC236}">
                          <a16:creationId xmlns:a16="http://schemas.microsoft.com/office/drawing/2014/main" id="{8D99ECF7-413C-3EE2-DE25-766EA94D9C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5546" name="任意多边形 5999">
                        <a:extLst>
                          <a:ext uri="{FF2B5EF4-FFF2-40B4-BE49-F238E27FC236}">
                            <a16:creationId xmlns:a16="http://schemas.microsoft.com/office/drawing/2014/main" id="{BAE65254-0A6A-03E0-21EA-A5E3117329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47" name="任意多边形 6000">
                        <a:extLst>
                          <a:ext uri="{FF2B5EF4-FFF2-40B4-BE49-F238E27FC236}">
                            <a16:creationId xmlns:a16="http://schemas.microsoft.com/office/drawing/2014/main" id="{439D5EBD-506B-5502-C900-9FD95B06D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48" name="任意多边形 6001">
                        <a:extLst>
                          <a:ext uri="{FF2B5EF4-FFF2-40B4-BE49-F238E27FC236}">
                            <a16:creationId xmlns:a16="http://schemas.microsoft.com/office/drawing/2014/main" id="{E509FF08-A50D-CE87-DC69-8B0D6FE0F9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42" name="组合 5541">
                      <a:extLst>
                        <a:ext uri="{FF2B5EF4-FFF2-40B4-BE49-F238E27FC236}">
                          <a16:creationId xmlns:a16="http://schemas.microsoft.com/office/drawing/2014/main" id="{00B2B16F-BC2A-6A5B-CC0B-D15F7CB3EF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5543" name="任意多边形 5996">
                        <a:extLst>
                          <a:ext uri="{FF2B5EF4-FFF2-40B4-BE49-F238E27FC236}">
                            <a16:creationId xmlns:a16="http://schemas.microsoft.com/office/drawing/2014/main" id="{3E9483A2-7156-5527-4C5B-A0536810FF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44" name="任意多边形 5997">
                        <a:extLst>
                          <a:ext uri="{FF2B5EF4-FFF2-40B4-BE49-F238E27FC236}">
                            <a16:creationId xmlns:a16="http://schemas.microsoft.com/office/drawing/2014/main" id="{78CE895A-13C1-E901-6575-F2F12B1E9A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45" name="任意多边形 5998">
                        <a:extLst>
                          <a:ext uri="{FF2B5EF4-FFF2-40B4-BE49-F238E27FC236}">
                            <a16:creationId xmlns:a16="http://schemas.microsoft.com/office/drawing/2014/main" id="{45CEABB5-D055-4CCA-B6C5-E67CC25D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457" name="组合 5456">
                  <a:extLst>
                    <a:ext uri="{FF2B5EF4-FFF2-40B4-BE49-F238E27FC236}">
                      <a16:creationId xmlns:a16="http://schemas.microsoft.com/office/drawing/2014/main" id="{8C3DE4AF-2E23-1661-E694-B2921815F6B3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5522" name="任意多边形 5975">
                    <a:extLst>
                      <a:ext uri="{FF2B5EF4-FFF2-40B4-BE49-F238E27FC236}">
                        <a16:creationId xmlns:a16="http://schemas.microsoft.com/office/drawing/2014/main" id="{DC023B56-0792-866D-FB11-85DC01820564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523" name="任意多边形 5976">
                    <a:extLst>
                      <a:ext uri="{FF2B5EF4-FFF2-40B4-BE49-F238E27FC236}">
                        <a16:creationId xmlns:a16="http://schemas.microsoft.com/office/drawing/2014/main" id="{54ADCBA5-33BB-9924-7634-7D937F4AB5E4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524" name="组合 5523">
                    <a:extLst>
                      <a:ext uri="{FF2B5EF4-FFF2-40B4-BE49-F238E27FC236}">
                        <a16:creationId xmlns:a16="http://schemas.microsoft.com/office/drawing/2014/main" id="{AA79B78C-BD15-613A-4B28-CCFE5FBA81E0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5525" name="组合 5524">
                      <a:extLst>
                        <a:ext uri="{FF2B5EF4-FFF2-40B4-BE49-F238E27FC236}">
                          <a16:creationId xmlns:a16="http://schemas.microsoft.com/office/drawing/2014/main" id="{40761DFD-7692-B92E-5EBB-D3532C3603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5534" name="任意多边形 5987">
                        <a:extLst>
                          <a:ext uri="{FF2B5EF4-FFF2-40B4-BE49-F238E27FC236}">
                            <a16:creationId xmlns:a16="http://schemas.microsoft.com/office/drawing/2014/main" id="{365DF10D-B2F7-FA7D-1045-8848BBA42A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35" name="任意多边形 5988">
                        <a:extLst>
                          <a:ext uri="{FF2B5EF4-FFF2-40B4-BE49-F238E27FC236}">
                            <a16:creationId xmlns:a16="http://schemas.microsoft.com/office/drawing/2014/main" id="{E377FF31-D50E-5B2F-1EDC-522C857F55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36" name="任意多边形 5989">
                        <a:extLst>
                          <a:ext uri="{FF2B5EF4-FFF2-40B4-BE49-F238E27FC236}">
                            <a16:creationId xmlns:a16="http://schemas.microsoft.com/office/drawing/2014/main" id="{F50CDE89-F78F-1473-9615-2E475C9D2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26" name="组合 5525">
                      <a:extLst>
                        <a:ext uri="{FF2B5EF4-FFF2-40B4-BE49-F238E27FC236}">
                          <a16:creationId xmlns:a16="http://schemas.microsoft.com/office/drawing/2014/main" id="{9CFE0947-A806-09D0-B8A0-E50EF7FC10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5531" name="任意多边形 5984">
                        <a:extLst>
                          <a:ext uri="{FF2B5EF4-FFF2-40B4-BE49-F238E27FC236}">
                            <a16:creationId xmlns:a16="http://schemas.microsoft.com/office/drawing/2014/main" id="{09E603EB-8524-3A77-017A-A622F0A9E1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32" name="任意多边形 5985">
                        <a:extLst>
                          <a:ext uri="{FF2B5EF4-FFF2-40B4-BE49-F238E27FC236}">
                            <a16:creationId xmlns:a16="http://schemas.microsoft.com/office/drawing/2014/main" id="{1288F7F8-D41E-63CE-1919-32C7BC6A7C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33" name="任意多边形 5986">
                        <a:extLst>
                          <a:ext uri="{FF2B5EF4-FFF2-40B4-BE49-F238E27FC236}">
                            <a16:creationId xmlns:a16="http://schemas.microsoft.com/office/drawing/2014/main" id="{2DE2A907-E46B-8F59-4E7D-B5F6A1FD94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27" name="组合 5526">
                      <a:extLst>
                        <a:ext uri="{FF2B5EF4-FFF2-40B4-BE49-F238E27FC236}">
                          <a16:creationId xmlns:a16="http://schemas.microsoft.com/office/drawing/2014/main" id="{E1C73E5D-A533-CD87-C05D-9202B3ED1C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5528" name="任意多边形 5981">
                        <a:extLst>
                          <a:ext uri="{FF2B5EF4-FFF2-40B4-BE49-F238E27FC236}">
                            <a16:creationId xmlns:a16="http://schemas.microsoft.com/office/drawing/2014/main" id="{F1D2BFE8-305C-DA77-A755-A0FFC68DCB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29" name="任意多边形 5982">
                        <a:extLst>
                          <a:ext uri="{FF2B5EF4-FFF2-40B4-BE49-F238E27FC236}">
                            <a16:creationId xmlns:a16="http://schemas.microsoft.com/office/drawing/2014/main" id="{A04CA9A2-C0A5-B03B-45C6-1ACA93BC75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30" name="任意多边形 5983">
                        <a:extLst>
                          <a:ext uri="{FF2B5EF4-FFF2-40B4-BE49-F238E27FC236}">
                            <a16:creationId xmlns:a16="http://schemas.microsoft.com/office/drawing/2014/main" id="{0F87E07F-C484-20FE-2C97-AEBBCA0747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458" name="组合 5457">
                  <a:extLst>
                    <a:ext uri="{FF2B5EF4-FFF2-40B4-BE49-F238E27FC236}">
                      <a16:creationId xmlns:a16="http://schemas.microsoft.com/office/drawing/2014/main" id="{83B22CC8-EC54-0980-70D1-25F4E23DF44C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5507" name="任意多边形 5960">
                    <a:extLst>
                      <a:ext uri="{FF2B5EF4-FFF2-40B4-BE49-F238E27FC236}">
                        <a16:creationId xmlns:a16="http://schemas.microsoft.com/office/drawing/2014/main" id="{4106A7C1-F83A-8D63-AB76-7C0C02CBC60E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508" name="任意多边形 5961">
                    <a:extLst>
                      <a:ext uri="{FF2B5EF4-FFF2-40B4-BE49-F238E27FC236}">
                        <a16:creationId xmlns:a16="http://schemas.microsoft.com/office/drawing/2014/main" id="{A0E43B1C-1963-CBC6-E10F-14F0B7501241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509" name="组合 5508">
                    <a:extLst>
                      <a:ext uri="{FF2B5EF4-FFF2-40B4-BE49-F238E27FC236}">
                        <a16:creationId xmlns:a16="http://schemas.microsoft.com/office/drawing/2014/main" id="{BBC44ACA-7794-A0AC-008A-C79488678428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5510" name="组合 5509">
                      <a:extLst>
                        <a:ext uri="{FF2B5EF4-FFF2-40B4-BE49-F238E27FC236}">
                          <a16:creationId xmlns:a16="http://schemas.microsoft.com/office/drawing/2014/main" id="{DBED1674-5E9F-A1AC-3CF2-D09EE0EA8F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5519" name="任意多边形 5972">
                        <a:extLst>
                          <a:ext uri="{FF2B5EF4-FFF2-40B4-BE49-F238E27FC236}">
                            <a16:creationId xmlns:a16="http://schemas.microsoft.com/office/drawing/2014/main" id="{8C7D1A3B-0D44-07C3-279E-B05762D49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20" name="任意多边形 5973">
                        <a:extLst>
                          <a:ext uri="{FF2B5EF4-FFF2-40B4-BE49-F238E27FC236}">
                            <a16:creationId xmlns:a16="http://schemas.microsoft.com/office/drawing/2014/main" id="{BD622569-F555-C7AF-AF9A-B742998C0D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21" name="任意多边形 5974">
                        <a:extLst>
                          <a:ext uri="{FF2B5EF4-FFF2-40B4-BE49-F238E27FC236}">
                            <a16:creationId xmlns:a16="http://schemas.microsoft.com/office/drawing/2014/main" id="{7CA96EA0-C92B-9F4F-95C3-C9E701F333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11" name="组合 5510">
                      <a:extLst>
                        <a:ext uri="{FF2B5EF4-FFF2-40B4-BE49-F238E27FC236}">
                          <a16:creationId xmlns:a16="http://schemas.microsoft.com/office/drawing/2014/main" id="{5F277694-9B3E-5311-2480-2D9F7D5A7C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5516" name="任意多边形 5969">
                        <a:extLst>
                          <a:ext uri="{FF2B5EF4-FFF2-40B4-BE49-F238E27FC236}">
                            <a16:creationId xmlns:a16="http://schemas.microsoft.com/office/drawing/2014/main" id="{1D6A3B4F-5FC4-2B3C-2587-8546228FA2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17" name="任意多边形 5970">
                        <a:extLst>
                          <a:ext uri="{FF2B5EF4-FFF2-40B4-BE49-F238E27FC236}">
                            <a16:creationId xmlns:a16="http://schemas.microsoft.com/office/drawing/2014/main" id="{9192C7B0-7FAA-0643-9454-85D3149F23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18" name="任意多边形 5971">
                        <a:extLst>
                          <a:ext uri="{FF2B5EF4-FFF2-40B4-BE49-F238E27FC236}">
                            <a16:creationId xmlns:a16="http://schemas.microsoft.com/office/drawing/2014/main" id="{C4C6FF98-5D6B-F4B6-8E2A-EB724DB73F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512" name="组合 5511">
                      <a:extLst>
                        <a:ext uri="{FF2B5EF4-FFF2-40B4-BE49-F238E27FC236}">
                          <a16:creationId xmlns:a16="http://schemas.microsoft.com/office/drawing/2014/main" id="{3336DB22-76F5-F61F-7AFB-8395D764306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5513" name="任意多边形 5966">
                        <a:extLst>
                          <a:ext uri="{FF2B5EF4-FFF2-40B4-BE49-F238E27FC236}">
                            <a16:creationId xmlns:a16="http://schemas.microsoft.com/office/drawing/2014/main" id="{CC3EAFD0-1A32-1D61-EA41-21F6E22F28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14" name="任意多边形 5967">
                        <a:extLst>
                          <a:ext uri="{FF2B5EF4-FFF2-40B4-BE49-F238E27FC236}">
                            <a16:creationId xmlns:a16="http://schemas.microsoft.com/office/drawing/2014/main" id="{57858F7A-CFDE-41EF-846E-ABF8F99E42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15" name="任意多边形 5968">
                        <a:extLst>
                          <a:ext uri="{FF2B5EF4-FFF2-40B4-BE49-F238E27FC236}">
                            <a16:creationId xmlns:a16="http://schemas.microsoft.com/office/drawing/2014/main" id="{755E1E3D-87B4-DBDA-22B4-E8E170A04D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459" name="组合 5458">
                  <a:extLst>
                    <a:ext uri="{FF2B5EF4-FFF2-40B4-BE49-F238E27FC236}">
                      <a16:creationId xmlns:a16="http://schemas.microsoft.com/office/drawing/2014/main" id="{E8656150-1907-507C-DF7B-9EF1CE9FC52F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5492" name="任意多边形 5945">
                    <a:extLst>
                      <a:ext uri="{FF2B5EF4-FFF2-40B4-BE49-F238E27FC236}">
                        <a16:creationId xmlns:a16="http://schemas.microsoft.com/office/drawing/2014/main" id="{B635F71A-B8DD-6387-2B75-E020951B15B8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493" name="任意多边形 5946">
                    <a:extLst>
                      <a:ext uri="{FF2B5EF4-FFF2-40B4-BE49-F238E27FC236}">
                        <a16:creationId xmlns:a16="http://schemas.microsoft.com/office/drawing/2014/main" id="{6EAA2369-70D1-939B-CB4F-46EB61246086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494" name="组合 5493">
                    <a:extLst>
                      <a:ext uri="{FF2B5EF4-FFF2-40B4-BE49-F238E27FC236}">
                        <a16:creationId xmlns:a16="http://schemas.microsoft.com/office/drawing/2014/main" id="{249FC411-63D3-7107-277F-DAC0DB8837A9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5495" name="组合 5494">
                      <a:extLst>
                        <a:ext uri="{FF2B5EF4-FFF2-40B4-BE49-F238E27FC236}">
                          <a16:creationId xmlns:a16="http://schemas.microsoft.com/office/drawing/2014/main" id="{BC8DEF91-EE53-7FEF-EEAE-49BFE92AF2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5504" name="任意多边形 5957">
                        <a:extLst>
                          <a:ext uri="{FF2B5EF4-FFF2-40B4-BE49-F238E27FC236}">
                            <a16:creationId xmlns:a16="http://schemas.microsoft.com/office/drawing/2014/main" id="{424351D2-C496-7DC8-B2BD-108CFA238E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05" name="任意多边形 5958">
                        <a:extLst>
                          <a:ext uri="{FF2B5EF4-FFF2-40B4-BE49-F238E27FC236}">
                            <a16:creationId xmlns:a16="http://schemas.microsoft.com/office/drawing/2014/main" id="{1C0C644B-8700-69EE-02B4-13F7603065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06" name="任意多边形 5959">
                        <a:extLst>
                          <a:ext uri="{FF2B5EF4-FFF2-40B4-BE49-F238E27FC236}">
                            <a16:creationId xmlns:a16="http://schemas.microsoft.com/office/drawing/2014/main" id="{84CDD096-C96F-415F-D543-D78B012D32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96" name="组合 5495">
                      <a:extLst>
                        <a:ext uri="{FF2B5EF4-FFF2-40B4-BE49-F238E27FC236}">
                          <a16:creationId xmlns:a16="http://schemas.microsoft.com/office/drawing/2014/main" id="{4A2E2432-A399-EDA2-1EE8-963B82EEEF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5501" name="任意多边形 5954">
                        <a:extLst>
                          <a:ext uri="{FF2B5EF4-FFF2-40B4-BE49-F238E27FC236}">
                            <a16:creationId xmlns:a16="http://schemas.microsoft.com/office/drawing/2014/main" id="{2E00BE8B-54DA-BE0E-A326-F7A07E8341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02" name="任意多边形 5955">
                        <a:extLst>
                          <a:ext uri="{FF2B5EF4-FFF2-40B4-BE49-F238E27FC236}">
                            <a16:creationId xmlns:a16="http://schemas.microsoft.com/office/drawing/2014/main" id="{1FB3511E-0516-3A5B-081D-956FD82F1B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03" name="任意多边形 5956">
                        <a:extLst>
                          <a:ext uri="{FF2B5EF4-FFF2-40B4-BE49-F238E27FC236}">
                            <a16:creationId xmlns:a16="http://schemas.microsoft.com/office/drawing/2014/main" id="{37B63C3F-2D07-7CBD-611A-90AA868A43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97" name="组合 5496">
                      <a:extLst>
                        <a:ext uri="{FF2B5EF4-FFF2-40B4-BE49-F238E27FC236}">
                          <a16:creationId xmlns:a16="http://schemas.microsoft.com/office/drawing/2014/main" id="{342DA9A9-AE59-8E68-F0E0-F868AA3F66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5498" name="任意多边形 5951">
                        <a:extLst>
                          <a:ext uri="{FF2B5EF4-FFF2-40B4-BE49-F238E27FC236}">
                            <a16:creationId xmlns:a16="http://schemas.microsoft.com/office/drawing/2014/main" id="{83E99A9A-415B-7ADA-035D-E471566ACD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99" name="任意多边形 5952">
                        <a:extLst>
                          <a:ext uri="{FF2B5EF4-FFF2-40B4-BE49-F238E27FC236}">
                            <a16:creationId xmlns:a16="http://schemas.microsoft.com/office/drawing/2014/main" id="{37D0C71A-0E2A-B1D6-5CF5-D9345968DE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500" name="任意多边形 5953">
                        <a:extLst>
                          <a:ext uri="{FF2B5EF4-FFF2-40B4-BE49-F238E27FC236}">
                            <a16:creationId xmlns:a16="http://schemas.microsoft.com/office/drawing/2014/main" id="{E7B9389D-C6B0-F92D-9960-4BB0661C0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460" name="组合 5459">
                  <a:extLst>
                    <a:ext uri="{FF2B5EF4-FFF2-40B4-BE49-F238E27FC236}">
                      <a16:creationId xmlns:a16="http://schemas.microsoft.com/office/drawing/2014/main" id="{731CB188-7EB4-24E1-41D2-8865192EE2C6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5477" name="任意多边形 5930">
                    <a:extLst>
                      <a:ext uri="{FF2B5EF4-FFF2-40B4-BE49-F238E27FC236}">
                        <a16:creationId xmlns:a16="http://schemas.microsoft.com/office/drawing/2014/main" id="{188F214C-3AE9-837F-823E-619FD24B2609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478" name="任意多边形 5931">
                    <a:extLst>
                      <a:ext uri="{FF2B5EF4-FFF2-40B4-BE49-F238E27FC236}">
                        <a16:creationId xmlns:a16="http://schemas.microsoft.com/office/drawing/2014/main" id="{48CF6663-02B0-D59E-4FD7-FBFA9F84138F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479" name="组合 5478">
                    <a:extLst>
                      <a:ext uri="{FF2B5EF4-FFF2-40B4-BE49-F238E27FC236}">
                        <a16:creationId xmlns:a16="http://schemas.microsoft.com/office/drawing/2014/main" id="{55B6B93B-F539-8A89-F62D-CA7BFE02AA89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5480" name="组合 5479">
                      <a:extLst>
                        <a:ext uri="{FF2B5EF4-FFF2-40B4-BE49-F238E27FC236}">
                          <a16:creationId xmlns:a16="http://schemas.microsoft.com/office/drawing/2014/main" id="{13999C1C-39D0-A65B-CDFC-C2B697D087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5489" name="任意多边形 5942">
                        <a:extLst>
                          <a:ext uri="{FF2B5EF4-FFF2-40B4-BE49-F238E27FC236}">
                            <a16:creationId xmlns:a16="http://schemas.microsoft.com/office/drawing/2014/main" id="{15A5EFA3-9041-994F-A18C-EC39254C87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90" name="任意多边形 5943">
                        <a:extLst>
                          <a:ext uri="{FF2B5EF4-FFF2-40B4-BE49-F238E27FC236}">
                            <a16:creationId xmlns:a16="http://schemas.microsoft.com/office/drawing/2014/main" id="{A11DE568-9F65-985F-8EBD-4D00C9CF6A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91" name="任意多边形 5944">
                        <a:extLst>
                          <a:ext uri="{FF2B5EF4-FFF2-40B4-BE49-F238E27FC236}">
                            <a16:creationId xmlns:a16="http://schemas.microsoft.com/office/drawing/2014/main" id="{DB186555-5042-3DD9-1D96-F21A674860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81" name="组合 5480">
                      <a:extLst>
                        <a:ext uri="{FF2B5EF4-FFF2-40B4-BE49-F238E27FC236}">
                          <a16:creationId xmlns:a16="http://schemas.microsoft.com/office/drawing/2014/main" id="{3CFCF3A8-A1A6-56F6-BEDB-9ECD386693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5486" name="任意多边形 5939">
                        <a:extLst>
                          <a:ext uri="{FF2B5EF4-FFF2-40B4-BE49-F238E27FC236}">
                            <a16:creationId xmlns:a16="http://schemas.microsoft.com/office/drawing/2014/main" id="{AF457161-93A4-6F21-9902-A639BA0F9F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87" name="任意多边形 5940">
                        <a:extLst>
                          <a:ext uri="{FF2B5EF4-FFF2-40B4-BE49-F238E27FC236}">
                            <a16:creationId xmlns:a16="http://schemas.microsoft.com/office/drawing/2014/main" id="{5FD2B777-89F9-0B5E-2C78-F03EAAAD84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88" name="任意多边形 5941">
                        <a:extLst>
                          <a:ext uri="{FF2B5EF4-FFF2-40B4-BE49-F238E27FC236}">
                            <a16:creationId xmlns:a16="http://schemas.microsoft.com/office/drawing/2014/main" id="{5C66E315-0BD0-1335-285D-7523E76A97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82" name="组合 5481">
                      <a:extLst>
                        <a:ext uri="{FF2B5EF4-FFF2-40B4-BE49-F238E27FC236}">
                          <a16:creationId xmlns:a16="http://schemas.microsoft.com/office/drawing/2014/main" id="{BB0DB3B1-36E2-ED5C-D3C2-938457E760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5483" name="任意多边形 5936">
                        <a:extLst>
                          <a:ext uri="{FF2B5EF4-FFF2-40B4-BE49-F238E27FC236}">
                            <a16:creationId xmlns:a16="http://schemas.microsoft.com/office/drawing/2014/main" id="{BA59BBC4-97C4-71E5-93A4-1AF02A01BB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84" name="任意多边形 5937">
                        <a:extLst>
                          <a:ext uri="{FF2B5EF4-FFF2-40B4-BE49-F238E27FC236}">
                            <a16:creationId xmlns:a16="http://schemas.microsoft.com/office/drawing/2014/main" id="{52FCEC0A-2A7E-D467-0958-FD80CEF4E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85" name="任意多边形 5938">
                        <a:extLst>
                          <a:ext uri="{FF2B5EF4-FFF2-40B4-BE49-F238E27FC236}">
                            <a16:creationId xmlns:a16="http://schemas.microsoft.com/office/drawing/2014/main" id="{6EC77BD1-8264-A38F-AD6C-EB3AD500A1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461" name="组合 5460">
                  <a:extLst>
                    <a:ext uri="{FF2B5EF4-FFF2-40B4-BE49-F238E27FC236}">
                      <a16:creationId xmlns:a16="http://schemas.microsoft.com/office/drawing/2014/main" id="{61410E34-7B2B-61AA-A442-739F46ED6E24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5462" name="任意多边形 5915">
                    <a:extLst>
                      <a:ext uri="{FF2B5EF4-FFF2-40B4-BE49-F238E27FC236}">
                        <a16:creationId xmlns:a16="http://schemas.microsoft.com/office/drawing/2014/main" id="{9469DAA7-948D-DCF3-B86B-2D6ECE5E7DBB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463" name="任意多边形 5916">
                    <a:extLst>
                      <a:ext uri="{FF2B5EF4-FFF2-40B4-BE49-F238E27FC236}">
                        <a16:creationId xmlns:a16="http://schemas.microsoft.com/office/drawing/2014/main" id="{94DB3CC3-31BA-EE69-151A-EA25CF3895EB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464" name="组合 5463">
                    <a:extLst>
                      <a:ext uri="{FF2B5EF4-FFF2-40B4-BE49-F238E27FC236}">
                        <a16:creationId xmlns:a16="http://schemas.microsoft.com/office/drawing/2014/main" id="{346A4855-70FC-676E-2A78-FB953C0916CC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5465" name="组合 5464">
                      <a:extLst>
                        <a:ext uri="{FF2B5EF4-FFF2-40B4-BE49-F238E27FC236}">
                          <a16:creationId xmlns:a16="http://schemas.microsoft.com/office/drawing/2014/main" id="{9531BF6F-7DE2-D7DC-0267-66A38CA066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5474" name="任意多边形 5927">
                        <a:extLst>
                          <a:ext uri="{FF2B5EF4-FFF2-40B4-BE49-F238E27FC236}">
                            <a16:creationId xmlns:a16="http://schemas.microsoft.com/office/drawing/2014/main" id="{3A49D5E6-F663-CA73-F553-7603C963EF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75" name="任意多边形 5928">
                        <a:extLst>
                          <a:ext uri="{FF2B5EF4-FFF2-40B4-BE49-F238E27FC236}">
                            <a16:creationId xmlns:a16="http://schemas.microsoft.com/office/drawing/2014/main" id="{31378B03-D628-917D-4F8F-F64DFF5CD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76" name="任意多边形 5929">
                        <a:extLst>
                          <a:ext uri="{FF2B5EF4-FFF2-40B4-BE49-F238E27FC236}">
                            <a16:creationId xmlns:a16="http://schemas.microsoft.com/office/drawing/2014/main" id="{9F2DC479-9B71-2876-19E7-0DDF442AE6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66" name="组合 5465">
                      <a:extLst>
                        <a:ext uri="{FF2B5EF4-FFF2-40B4-BE49-F238E27FC236}">
                          <a16:creationId xmlns:a16="http://schemas.microsoft.com/office/drawing/2014/main" id="{6CEB7512-D372-F52B-352B-D23C958C80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5471" name="任意多边形 5924">
                        <a:extLst>
                          <a:ext uri="{FF2B5EF4-FFF2-40B4-BE49-F238E27FC236}">
                            <a16:creationId xmlns:a16="http://schemas.microsoft.com/office/drawing/2014/main" id="{9E157771-3CD4-8BB7-5F1B-DD21BFF3FF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72" name="任意多边形 5925">
                        <a:extLst>
                          <a:ext uri="{FF2B5EF4-FFF2-40B4-BE49-F238E27FC236}">
                            <a16:creationId xmlns:a16="http://schemas.microsoft.com/office/drawing/2014/main" id="{29030CCE-6910-E742-6F70-AD70383C71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73" name="任意多边形 5926">
                        <a:extLst>
                          <a:ext uri="{FF2B5EF4-FFF2-40B4-BE49-F238E27FC236}">
                            <a16:creationId xmlns:a16="http://schemas.microsoft.com/office/drawing/2014/main" id="{760F0C26-D77F-EE64-EDCA-2394F733A2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67" name="组合 5466">
                      <a:extLst>
                        <a:ext uri="{FF2B5EF4-FFF2-40B4-BE49-F238E27FC236}">
                          <a16:creationId xmlns:a16="http://schemas.microsoft.com/office/drawing/2014/main" id="{9FB9890D-6D1B-F168-13DD-2AE1B6A6C9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5468" name="任意多边形 5921">
                        <a:extLst>
                          <a:ext uri="{FF2B5EF4-FFF2-40B4-BE49-F238E27FC236}">
                            <a16:creationId xmlns:a16="http://schemas.microsoft.com/office/drawing/2014/main" id="{C55D8F09-63DD-5BB6-03F2-F0B2710AB2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69" name="任意多边形 5922">
                        <a:extLst>
                          <a:ext uri="{FF2B5EF4-FFF2-40B4-BE49-F238E27FC236}">
                            <a16:creationId xmlns:a16="http://schemas.microsoft.com/office/drawing/2014/main" id="{CF38EA21-7E5E-F082-662D-22D63B9623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70" name="任意多边形 5923">
                        <a:extLst>
                          <a:ext uri="{FF2B5EF4-FFF2-40B4-BE49-F238E27FC236}">
                            <a16:creationId xmlns:a16="http://schemas.microsoft.com/office/drawing/2014/main" id="{A63EF5C7-2CF7-7681-D4DF-231124B784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  <p:grpSp>
          <p:nvGrpSpPr>
            <p:cNvPr id="5034" name="视频分配器">
              <a:extLst>
                <a:ext uri="{FF2B5EF4-FFF2-40B4-BE49-F238E27FC236}">
                  <a16:creationId xmlns:a16="http://schemas.microsoft.com/office/drawing/2014/main" id="{054E51F1-2FE8-4A2E-E311-C91C6ADF9AC9}"/>
                </a:ext>
              </a:extLst>
            </p:cNvPr>
            <p:cNvGrpSpPr/>
            <p:nvPr/>
          </p:nvGrpSpPr>
          <p:grpSpPr>
            <a:xfrm>
              <a:off x="6504394" y="5782912"/>
              <a:ext cx="1064157" cy="268252"/>
              <a:chOff x="4017556" y="5085739"/>
              <a:chExt cx="981420" cy="268252"/>
            </a:xfrm>
          </p:grpSpPr>
          <p:sp>
            <p:nvSpPr>
              <p:cNvPr id="5035" name="任意多边形 6303">
                <a:extLst>
                  <a:ext uri="{FF2B5EF4-FFF2-40B4-BE49-F238E27FC236}">
                    <a16:creationId xmlns:a16="http://schemas.microsoft.com/office/drawing/2014/main" id="{52424769-A2C9-E729-68A8-1961E4E5BC18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5036" name="任意多边形 6304">
                <a:extLst>
                  <a:ext uri="{FF2B5EF4-FFF2-40B4-BE49-F238E27FC236}">
                    <a16:creationId xmlns:a16="http://schemas.microsoft.com/office/drawing/2014/main" id="{1358D256-AE4E-D2E8-CBBF-3BB51C5774A3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5037" name="组合 5036">
                <a:extLst>
                  <a:ext uri="{FF2B5EF4-FFF2-40B4-BE49-F238E27FC236}">
                    <a16:creationId xmlns:a16="http://schemas.microsoft.com/office/drawing/2014/main" id="{021823B3-7062-A778-3CF8-829A8CE01A9C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5439" name="任意多边形 6707">
                  <a:extLst>
                    <a:ext uri="{FF2B5EF4-FFF2-40B4-BE49-F238E27FC236}">
                      <a16:creationId xmlns:a16="http://schemas.microsoft.com/office/drawing/2014/main" id="{6140742D-DCB4-EF23-C45B-99C03A2454AB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440" name="任意多边形 6708">
                  <a:extLst>
                    <a:ext uri="{FF2B5EF4-FFF2-40B4-BE49-F238E27FC236}">
                      <a16:creationId xmlns:a16="http://schemas.microsoft.com/office/drawing/2014/main" id="{CDBEB418-F0B6-46B0-1F25-7F60DEDB403F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441" name="任意多边形 6709">
                  <a:extLst>
                    <a:ext uri="{FF2B5EF4-FFF2-40B4-BE49-F238E27FC236}">
                      <a16:creationId xmlns:a16="http://schemas.microsoft.com/office/drawing/2014/main" id="{35DD99F3-DD6A-404B-6317-332302119F91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5038" name="组合 5037">
                <a:extLst>
                  <a:ext uri="{FF2B5EF4-FFF2-40B4-BE49-F238E27FC236}">
                    <a16:creationId xmlns:a16="http://schemas.microsoft.com/office/drawing/2014/main" id="{19109ED7-DD6C-1525-F036-13FCFF560992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5436" name="任意多边形 6704">
                  <a:extLst>
                    <a:ext uri="{FF2B5EF4-FFF2-40B4-BE49-F238E27FC236}">
                      <a16:creationId xmlns:a16="http://schemas.microsoft.com/office/drawing/2014/main" id="{5C5C7DFF-18AE-C701-D4E0-182D37F07B33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437" name="任意多边形 6705">
                  <a:extLst>
                    <a:ext uri="{FF2B5EF4-FFF2-40B4-BE49-F238E27FC236}">
                      <a16:creationId xmlns:a16="http://schemas.microsoft.com/office/drawing/2014/main" id="{51067A7E-9784-6D06-C6B8-51EB37281A74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438" name="任意多边形 6706">
                  <a:extLst>
                    <a:ext uri="{FF2B5EF4-FFF2-40B4-BE49-F238E27FC236}">
                      <a16:creationId xmlns:a16="http://schemas.microsoft.com/office/drawing/2014/main" id="{85302A7C-ABE3-8C19-5F41-F9248ECCB1CC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5039" name="组合 5038">
                <a:extLst>
                  <a:ext uri="{FF2B5EF4-FFF2-40B4-BE49-F238E27FC236}">
                    <a16:creationId xmlns:a16="http://schemas.microsoft.com/office/drawing/2014/main" id="{CFF577BD-5F4A-44D1-29B8-D20F44FB5160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5433" name="任意多边形 6701">
                  <a:extLst>
                    <a:ext uri="{FF2B5EF4-FFF2-40B4-BE49-F238E27FC236}">
                      <a16:creationId xmlns:a16="http://schemas.microsoft.com/office/drawing/2014/main" id="{C83263B5-E364-DD90-04E5-076F19C1DAA2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434" name="任意多边形 6702">
                  <a:extLst>
                    <a:ext uri="{FF2B5EF4-FFF2-40B4-BE49-F238E27FC236}">
                      <a16:creationId xmlns:a16="http://schemas.microsoft.com/office/drawing/2014/main" id="{5C61F850-8223-7C67-CCA4-AF7DA936AD00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5435" name="任意多边形 6703">
                  <a:extLst>
                    <a:ext uri="{FF2B5EF4-FFF2-40B4-BE49-F238E27FC236}">
                      <a16:creationId xmlns:a16="http://schemas.microsoft.com/office/drawing/2014/main" id="{49388DC7-06F7-4029-84A2-CDB5F060C751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5040" name="任意多边形 6308">
                <a:extLst>
                  <a:ext uri="{FF2B5EF4-FFF2-40B4-BE49-F238E27FC236}">
                    <a16:creationId xmlns:a16="http://schemas.microsoft.com/office/drawing/2014/main" id="{2712249D-752F-2EC4-4A8E-E37366176C61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5041" name="任意多边形 6309">
                <a:extLst>
                  <a:ext uri="{FF2B5EF4-FFF2-40B4-BE49-F238E27FC236}">
                    <a16:creationId xmlns:a16="http://schemas.microsoft.com/office/drawing/2014/main" id="{D755D1D8-E0F8-E593-A5B5-186462ABE20B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5042" name="任意多边形 6310">
                <a:extLst>
                  <a:ext uri="{FF2B5EF4-FFF2-40B4-BE49-F238E27FC236}">
                    <a16:creationId xmlns:a16="http://schemas.microsoft.com/office/drawing/2014/main" id="{EA5B9F4D-71FD-22F7-0F66-BDD8A0F5DFAD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5043" name="任意多边形 6311">
                <a:extLst>
                  <a:ext uri="{FF2B5EF4-FFF2-40B4-BE49-F238E27FC236}">
                    <a16:creationId xmlns:a16="http://schemas.microsoft.com/office/drawing/2014/main" id="{E7A679B4-08BA-1D76-1B19-9943ADEFB8B0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5044" name="任意多边形 6312">
                <a:extLst>
                  <a:ext uri="{FF2B5EF4-FFF2-40B4-BE49-F238E27FC236}">
                    <a16:creationId xmlns:a16="http://schemas.microsoft.com/office/drawing/2014/main" id="{14C1AEA7-8BFE-67A5-9573-F0D8A1D224E3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5045" name="组合 5044">
                <a:extLst>
                  <a:ext uri="{FF2B5EF4-FFF2-40B4-BE49-F238E27FC236}">
                    <a16:creationId xmlns:a16="http://schemas.microsoft.com/office/drawing/2014/main" id="{1204FD76-CE88-D2A5-C91A-5838189CE272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5337" name="组合 5336">
                  <a:extLst>
                    <a:ext uri="{FF2B5EF4-FFF2-40B4-BE49-F238E27FC236}">
                      <a16:creationId xmlns:a16="http://schemas.microsoft.com/office/drawing/2014/main" id="{18DDD40A-3177-AC92-BD90-31DEB08D083B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5418" name="任意多边形 6686">
                    <a:extLst>
                      <a:ext uri="{FF2B5EF4-FFF2-40B4-BE49-F238E27FC236}">
                        <a16:creationId xmlns:a16="http://schemas.microsoft.com/office/drawing/2014/main" id="{B130C57A-E0DD-FCF3-4696-F5D1F88572AB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419" name="任意多边形 6687">
                    <a:extLst>
                      <a:ext uri="{FF2B5EF4-FFF2-40B4-BE49-F238E27FC236}">
                        <a16:creationId xmlns:a16="http://schemas.microsoft.com/office/drawing/2014/main" id="{3770ED6C-DF76-00EF-CA83-D3F2C54E3FE5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420" name="组合 5419">
                    <a:extLst>
                      <a:ext uri="{FF2B5EF4-FFF2-40B4-BE49-F238E27FC236}">
                        <a16:creationId xmlns:a16="http://schemas.microsoft.com/office/drawing/2014/main" id="{FFD2DAAD-B80F-1DD2-7955-1DBFF00413CE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5421" name="组合 5420">
                      <a:extLst>
                        <a:ext uri="{FF2B5EF4-FFF2-40B4-BE49-F238E27FC236}">
                          <a16:creationId xmlns:a16="http://schemas.microsoft.com/office/drawing/2014/main" id="{CC7EDCBF-CD44-4289-B0EF-6E4E3AF571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5430" name="任意多边形 6698">
                        <a:extLst>
                          <a:ext uri="{FF2B5EF4-FFF2-40B4-BE49-F238E27FC236}">
                            <a16:creationId xmlns:a16="http://schemas.microsoft.com/office/drawing/2014/main" id="{ECE0CC3E-3FFF-EC07-75AE-452B9E5E32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31" name="任意多边形 6699">
                        <a:extLst>
                          <a:ext uri="{FF2B5EF4-FFF2-40B4-BE49-F238E27FC236}">
                            <a16:creationId xmlns:a16="http://schemas.microsoft.com/office/drawing/2014/main" id="{76C63692-0DB9-7E40-B3B9-32F9F183D9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32" name="任意多边形 6700">
                        <a:extLst>
                          <a:ext uri="{FF2B5EF4-FFF2-40B4-BE49-F238E27FC236}">
                            <a16:creationId xmlns:a16="http://schemas.microsoft.com/office/drawing/2014/main" id="{4534B430-8D89-FECF-EB21-5C1A6D3B58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22" name="组合 5421">
                      <a:extLst>
                        <a:ext uri="{FF2B5EF4-FFF2-40B4-BE49-F238E27FC236}">
                          <a16:creationId xmlns:a16="http://schemas.microsoft.com/office/drawing/2014/main" id="{4C2FEA83-55AC-FAA3-0F55-A3CC508B29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5427" name="任意多边形 6695">
                        <a:extLst>
                          <a:ext uri="{FF2B5EF4-FFF2-40B4-BE49-F238E27FC236}">
                            <a16:creationId xmlns:a16="http://schemas.microsoft.com/office/drawing/2014/main" id="{8D08C69F-A1D5-E4B7-3565-697962D344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28" name="任意多边形 6696">
                        <a:extLst>
                          <a:ext uri="{FF2B5EF4-FFF2-40B4-BE49-F238E27FC236}">
                            <a16:creationId xmlns:a16="http://schemas.microsoft.com/office/drawing/2014/main" id="{900580D2-35FF-BFD0-955B-71543E5378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29" name="任意多边形 6697">
                        <a:extLst>
                          <a:ext uri="{FF2B5EF4-FFF2-40B4-BE49-F238E27FC236}">
                            <a16:creationId xmlns:a16="http://schemas.microsoft.com/office/drawing/2014/main" id="{F6EE83EB-6E31-8B98-6743-CA2ACB717C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23" name="组合 5422">
                      <a:extLst>
                        <a:ext uri="{FF2B5EF4-FFF2-40B4-BE49-F238E27FC236}">
                          <a16:creationId xmlns:a16="http://schemas.microsoft.com/office/drawing/2014/main" id="{AD7A2BEC-20AB-95DA-E856-A3B0756748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5424" name="任意多边形 6692">
                        <a:extLst>
                          <a:ext uri="{FF2B5EF4-FFF2-40B4-BE49-F238E27FC236}">
                            <a16:creationId xmlns:a16="http://schemas.microsoft.com/office/drawing/2014/main" id="{09907A63-0AE6-76FA-759A-9DEAE10751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25" name="任意多边形 6693">
                        <a:extLst>
                          <a:ext uri="{FF2B5EF4-FFF2-40B4-BE49-F238E27FC236}">
                            <a16:creationId xmlns:a16="http://schemas.microsoft.com/office/drawing/2014/main" id="{D8A9BEBF-17C1-135C-6843-FF8A6418C2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26" name="任意多边形 6694">
                        <a:extLst>
                          <a:ext uri="{FF2B5EF4-FFF2-40B4-BE49-F238E27FC236}">
                            <a16:creationId xmlns:a16="http://schemas.microsoft.com/office/drawing/2014/main" id="{E6B5D212-97DA-B6CC-FF63-61D501AC30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38" name="组合 5337">
                  <a:extLst>
                    <a:ext uri="{FF2B5EF4-FFF2-40B4-BE49-F238E27FC236}">
                      <a16:creationId xmlns:a16="http://schemas.microsoft.com/office/drawing/2014/main" id="{52D0F704-A933-727C-5918-C6FD764163F8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5403" name="任意多边形 6671">
                    <a:extLst>
                      <a:ext uri="{FF2B5EF4-FFF2-40B4-BE49-F238E27FC236}">
                        <a16:creationId xmlns:a16="http://schemas.microsoft.com/office/drawing/2014/main" id="{CEAF6484-6C78-C58B-41A9-79A23F96D59E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404" name="任意多边形 6672">
                    <a:extLst>
                      <a:ext uri="{FF2B5EF4-FFF2-40B4-BE49-F238E27FC236}">
                        <a16:creationId xmlns:a16="http://schemas.microsoft.com/office/drawing/2014/main" id="{B770020C-E6F0-1ABD-6149-AA021F471D97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405" name="组合 5404">
                    <a:extLst>
                      <a:ext uri="{FF2B5EF4-FFF2-40B4-BE49-F238E27FC236}">
                        <a16:creationId xmlns:a16="http://schemas.microsoft.com/office/drawing/2014/main" id="{8E7A999F-663E-B89C-1B90-20121DA0E674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5406" name="组合 5405">
                      <a:extLst>
                        <a:ext uri="{FF2B5EF4-FFF2-40B4-BE49-F238E27FC236}">
                          <a16:creationId xmlns:a16="http://schemas.microsoft.com/office/drawing/2014/main" id="{4FA493A7-BE7B-09A8-3B11-CD9C6ADA6F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5415" name="任意多边形 6683">
                        <a:extLst>
                          <a:ext uri="{FF2B5EF4-FFF2-40B4-BE49-F238E27FC236}">
                            <a16:creationId xmlns:a16="http://schemas.microsoft.com/office/drawing/2014/main" id="{29C8C201-AAD8-371E-D8F0-E4D3734E21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16" name="任意多边形 6684">
                        <a:extLst>
                          <a:ext uri="{FF2B5EF4-FFF2-40B4-BE49-F238E27FC236}">
                            <a16:creationId xmlns:a16="http://schemas.microsoft.com/office/drawing/2014/main" id="{C601D9F4-DEC0-8472-3D8C-CFA33B437C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17" name="任意多边形 6685">
                        <a:extLst>
                          <a:ext uri="{FF2B5EF4-FFF2-40B4-BE49-F238E27FC236}">
                            <a16:creationId xmlns:a16="http://schemas.microsoft.com/office/drawing/2014/main" id="{8CA15C39-4BEE-E55E-9370-969F3E695D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07" name="组合 5406">
                      <a:extLst>
                        <a:ext uri="{FF2B5EF4-FFF2-40B4-BE49-F238E27FC236}">
                          <a16:creationId xmlns:a16="http://schemas.microsoft.com/office/drawing/2014/main" id="{BD956702-BE65-06FD-131D-D59D06430F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5412" name="任意多边形 6680">
                        <a:extLst>
                          <a:ext uri="{FF2B5EF4-FFF2-40B4-BE49-F238E27FC236}">
                            <a16:creationId xmlns:a16="http://schemas.microsoft.com/office/drawing/2014/main" id="{F9DDA7E7-27F8-F88A-0068-3E1FEE10FE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13" name="任意多边形 6681">
                        <a:extLst>
                          <a:ext uri="{FF2B5EF4-FFF2-40B4-BE49-F238E27FC236}">
                            <a16:creationId xmlns:a16="http://schemas.microsoft.com/office/drawing/2014/main" id="{A82E9A66-8683-81B8-AD55-34DB1E4F8D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14" name="任意多边形 6682">
                        <a:extLst>
                          <a:ext uri="{FF2B5EF4-FFF2-40B4-BE49-F238E27FC236}">
                            <a16:creationId xmlns:a16="http://schemas.microsoft.com/office/drawing/2014/main" id="{346A9020-E42B-9B08-C3A7-5FDF7475B7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408" name="组合 5407">
                      <a:extLst>
                        <a:ext uri="{FF2B5EF4-FFF2-40B4-BE49-F238E27FC236}">
                          <a16:creationId xmlns:a16="http://schemas.microsoft.com/office/drawing/2014/main" id="{AC21A49F-7AE4-ED54-DAAF-E73675A648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5409" name="任意多边形 6677">
                        <a:extLst>
                          <a:ext uri="{FF2B5EF4-FFF2-40B4-BE49-F238E27FC236}">
                            <a16:creationId xmlns:a16="http://schemas.microsoft.com/office/drawing/2014/main" id="{FDA1B1B7-33CC-1209-6045-AE6A8B7655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10" name="任意多边形 6678">
                        <a:extLst>
                          <a:ext uri="{FF2B5EF4-FFF2-40B4-BE49-F238E27FC236}">
                            <a16:creationId xmlns:a16="http://schemas.microsoft.com/office/drawing/2014/main" id="{D4860637-4CDF-03C0-05AF-3A4667407E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11" name="任意多边形 6679">
                        <a:extLst>
                          <a:ext uri="{FF2B5EF4-FFF2-40B4-BE49-F238E27FC236}">
                            <a16:creationId xmlns:a16="http://schemas.microsoft.com/office/drawing/2014/main" id="{942111FB-511B-BE32-894B-A5E1851BBC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39" name="组合 5338">
                  <a:extLst>
                    <a:ext uri="{FF2B5EF4-FFF2-40B4-BE49-F238E27FC236}">
                      <a16:creationId xmlns:a16="http://schemas.microsoft.com/office/drawing/2014/main" id="{9984A477-3130-E10A-218E-06918D13C5FF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5388" name="任意多边形 6656">
                    <a:extLst>
                      <a:ext uri="{FF2B5EF4-FFF2-40B4-BE49-F238E27FC236}">
                        <a16:creationId xmlns:a16="http://schemas.microsoft.com/office/drawing/2014/main" id="{959D1F7B-E73A-92F1-2467-5A7C9888B4FA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389" name="任意多边形 6657">
                    <a:extLst>
                      <a:ext uri="{FF2B5EF4-FFF2-40B4-BE49-F238E27FC236}">
                        <a16:creationId xmlns:a16="http://schemas.microsoft.com/office/drawing/2014/main" id="{C1798BAB-0FF1-553A-F3D2-E8C6DD7544D0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390" name="组合 5389">
                    <a:extLst>
                      <a:ext uri="{FF2B5EF4-FFF2-40B4-BE49-F238E27FC236}">
                        <a16:creationId xmlns:a16="http://schemas.microsoft.com/office/drawing/2014/main" id="{EA8CA0E3-5FBF-6846-9A33-9735396F3229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5391" name="组合 5390">
                      <a:extLst>
                        <a:ext uri="{FF2B5EF4-FFF2-40B4-BE49-F238E27FC236}">
                          <a16:creationId xmlns:a16="http://schemas.microsoft.com/office/drawing/2014/main" id="{ED17BE1C-C50E-DC39-BC8D-B7377FDCFD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5400" name="任意多边形 6668">
                        <a:extLst>
                          <a:ext uri="{FF2B5EF4-FFF2-40B4-BE49-F238E27FC236}">
                            <a16:creationId xmlns:a16="http://schemas.microsoft.com/office/drawing/2014/main" id="{68A1E14B-4B88-4CC3-C315-339204675A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01" name="任意多边形 6669">
                        <a:extLst>
                          <a:ext uri="{FF2B5EF4-FFF2-40B4-BE49-F238E27FC236}">
                            <a16:creationId xmlns:a16="http://schemas.microsoft.com/office/drawing/2014/main" id="{C20221D7-442B-4251-45B7-AE5C58BD59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402" name="任意多边形 6670">
                        <a:extLst>
                          <a:ext uri="{FF2B5EF4-FFF2-40B4-BE49-F238E27FC236}">
                            <a16:creationId xmlns:a16="http://schemas.microsoft.com/office/drawing/2014/main" id="{14D4D19A-B877-F182-1BE8-2744B4FB46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92" name="组合 5391">
                      <a:extLst>
                        <a:ext uri="{FF2B5EF4-FFF2-40B4-BE49-F238E27FC236}">
                          <a16:creationId xmlns:a16="http://schemas.microsoft.com/office/drawing/2014/main" id="{4E898BC5-3CCA-EF15-4137-D853854F75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5397" name="任意多边形 6665">
                        <a:extLst>
                          <a:ext uri="{FF2B5EF4-FFF2-40B4-BE49-F238E27FC236}">
                            <a16:creationId xmlns:a16="http://schemas.microsoft.com/office/drawing/2014/main" id="{0292AACD-B4CE-961B-97A4-0887FD6D68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98" name="任意多边形 6666">
                        <a:extLst>
                          <a:ext uri="{FF2B5EF4-FFF2-40B4-BE49-F238E27FC236}">
                            <a16:creationId xmlns:a16="http://schemas.microsoft.com/office/drawing/2014/main" id="{BF37ED8A-CB48-95C5-83F4-F2271EBC38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99" name="任意多边形 6667">
                        <a:extLst>
                          <a:ext uri="{FF2B5EF4-FFF2-40B4-BE49-F238E27FC236}">
                            <a16:creationId xmlns:a16="http://schemas.microsoft.com/office/drawing/2014/main" id="{06DDB5F7-BD16-D5FD-ADFE-D6263DDF14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93" name="组合 5392">
                      <a:extLst>
                        <a:ext uri="{FF2B5EF4-FFF2-40B4-BE49-F238E27FC236}">
                          <a16:creationId xmlns:a16="http://schemas.microsoft.com/office/drawing/2014/main" id="{2C7B27EE-F7D3-0B36-2245-A05C77EB4E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5394" name="任意多边形 6662">
                        <a:extLst>
                          <a:ext uri="{FF2B5EF4-FFF2-40B4-BE49-F238E27FC236}">
                            <a16:creationId xmlns:a16="http://schemas.microsoft.com/office/drawing/2014/main" id="{891982CC-09D1-5289-9FEF-07DAAA6E2C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95" name="任意多边形 6663">
                        <a:extLst>
                          <a:ext uri="{FF2B5EF4-FFF2-40B4-BE49-F238E27FC236}">
                            <a16:creationId xmlns:a16="http://schemas.microsoft.com/office/drawing/2014/main" id="{B9EE4263-E40E-521E-28F9-013805A038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96" name="任意多边形 6664">
                        <a:extLst>
                          <a:ext uri="{FF2B5EF4-FFF2-40B4-BE49-F238E27FC236}">
                            <a16:creationId xmlns:a16="http://schemas.microsoft.com/office/drawing/2014/main" id="{2ABDB3AF-D2A5-C130-B180-12C730C47B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40" name="组合 5339">
                  <a:extLst>
                    <a:ext uri="{FF2B5EF4-FFF2-40B4-BE49-F238E27FC236}">
                      <a16:creationId xmlns:a16="http://schemas.microsoft.com/office/drawing/2014/main" id="{B8F6877A-52CB-574E-B09B-A5F28A8ADFD0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5373" name="任意多边形 6641">
                    <a:extLst>
                      <a:ext uri="{FF2B5EF4-FFF2-40B4-BE49-F238E27FC236}">
                        <a16:creationId xmlns:a16="http://schemas.microsoft.com/office/drawing/2014/main" id="{964C14FB-8911-C182-293A-D15010B7D109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374" name="任意多边形 6642">
                    <a:extLst>
                      <a:ext uri="{FF2B5EF4-FFF2-40B4-BE49-F238E27FC236}">
                        <a16:creationId xmlns:a16="http://schemas.microsoft.com/office/drawing/2014/main" id="{E4E4D919-F3AD-6447-F9D4-1A5B425C6B43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375" name="组合 5374">
                    <a:extLst>
                      <a:ext uri="{FF2B5EF4-FFF2-40B4-BE49-F238E27FC236}">
                        <a16:creationId xmlns:a16="http://schemas.microsoft.com/office/drawing/2014/main" id="{14EE60AE-2747-D447-1514-452604989BFD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5376" name="组合 5375">
                      <a:extLst>
                        <a:ext uri="{FF2B5EF4-FFF2-40B4-BE49-F238E27FC236}">
                          <a16:creationId xmlns:a16="http://schemas.microsoft.com/office/drawing/2014/main" id="{27D9CFBD-A1EE-96C1-6D09-A5D70378E9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5385" name="任意多边形 6653">
                        <a:extLst>
                          <a:ext uri="{FF2B5EF4-FFF2-40B4-BE49-F238E27FC236}">
                            <a16:creationId xmlns:a16="http://schemas.microsoft.com/office/drawing/2014/main" id="{0ADC5BE4-74BE-1DFB-DF36-AD0530B531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86" name="任意多边形 6654">
                        <a:extLst>
                          <a:ext uri="{FF2B5EF4-FFF2-40B4-BE49-F238E27FC236}">
                            <a16:creationId xmlns:a16="http://schemas.microsoft.com/office/drawing/2014/main" id="{D883DC73-8953-D7C5-81DE-86E4C89697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87" name="任意多边形 6655">
                        <a:extLst>
                          <a:ext uri="{FF2B5EF4-FFF2-40B4-BE49-F238E27FC236}">
                            <a16:creationId xmlns:a16="http://schemas.microsoft.com/office/drawing/2014/main" id="{A52AC3CD-58CC-E0DE-46A8-3521CB8757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77" name="组合 5376">
                      <a:extLst>
                        <a:ext uri="{FF2B5EF4-FFF2-40B4-BE49-F238E27FC236}">
                          <a16:creationId xmlns:a16="http://schemas.microsoft.com/office/drawing/2014/main" id="{A5B27C37-1383-D56D-6A1C-887C46C18B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5382" name="任意多边形 6650">
                        <a:extLst>
                          <a:ext uri="{FF2B5EF4-FFF2-40B4-BE49-F238E27FC236}">
                            <a16:creationId xmlns:a16="http://schemas.microsoft.com/office/drawing/2014/main" id="{37072649-6729-D700-E0AD-FFDD42A1A8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83" name="任意多边形 6651">
                        <a:extLst>
                          <a:ext uri="{FF2B5EF4-FFF2-40B4-BE49-F238E27FC236}">
                            <a16:creationId xmlns:a16="http://schemas.microsoft.com/office/drawing/2014/main" id="{CC239485-5071-0D19-1031-DF4C639CF7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84" name="任意多边形 6652">
                        <a:extLst>
                          <a:ext uri="{FF2B5EF4-FFF2-40B4-BE49-F238E27FC236}">
                            <a16:creationId xmlns:a16="http://schemas.microsoft.com/office/drawing/2014/main" id="{00B0BEDD-A79D-A936-B81D-5ADF0D4FD1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78" name="组合 5377">
                      <a:extLst>
                        <a:ext uri="{FF2B5EF4-FFF2-40B4-BE49-F238E27FC236}">
                          <a16:creationId xmlns:a16="http://schemas.microsoft.com/office/drawing/2014/main" id="{411E67F2-A61E-86BA-7223-A8D94F5701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5379" name="任意多边形 6647">
                        <a:extLst>
                          <a:ext uri="{FF2B5EF4-FFF2-40B4-BE49-F238E27FC236}">
                            <a16:creationId xmlns:a16="http://schemas.microsoft.com/office/drawing/2014/main" id="{716C894B-4E8B-7974-542D-D207A40CB0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80" name="任意多边形 6648">
                        <a:extLst>
                          <a:ext uri="{FF2B5EF4-FFF2-40B4-BE49-F238E27FC236}">
                            <a16:creationId xmlns:a16="http://schemas.microsoft.com/office/drawing/2014/main" id="{D5B69C1E-09AC-C4D2-D0FE-426FCA8C40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81" name="任意多边形 6649">
                        <a:extLst>
                          <a:ext uri="{FF2B5EF4-FFF2-40B4-BE49-F238E27FC236}">
                            <a16:creationId xmlns:a16="http://schemas.microsoft.com/office/drawing/2014/main" id="{E8EF0CFB-E1A1-2F00-6129-22DF95F693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41" name="组合 5340">
                  <a:extLst>
                    <a:ext uri="{FF2B5EF4-FFF2-40B4-BE49-F238E27FC236}">
                      <a16:creationId xmlns:a16="http://schemas.microsoft.com/office/drawing/2014/main" id="{AF12B80C-35EF-AC73-625B-504E1B8E5D6F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5358" name="任意多边形 6626">
                    <a:extLst>
                      <a:ext uri="{FF2B5EF4-FFF2-40B4-BE49-F238E27FC236}">
                        <a16:creationId xmlns:a16="http://schemas.microsoft.com/office/drawing/2014/main" id="{F1B41F4E-41FB-3CE8-A363-8BCD6F3998D2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359" name="任意多边形 6627">
                    <a:extLst>
                      <a:ext uri="{FF2B5EF4-FFF2-40B4-BE49-F238E27FC236}">
                        <a16:creationId xmlns:a16="http://schemas.microsoft.com/office/drawing/2014/main" id="{8ABEA3B9-87B2-6EC7-3E4E-4D2CBF43A341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360" name="组合 5359">
                    <a:extLst>
                      <a:ext uri="{FF2B5EF4-FFF2-40B4-BE49-F238E27FC236}">
                        <a16:creationId xmlns:a16="http://schemas.microsoft.com/office/drawing/2014/main" id="{C5056874-68F7-2BF5-5895-53055AF859E7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5361" name="组合 5360">
                      <a:extLst>
                        <a:ext uri="{FF2B5EF4-FFF2-40B4-BE49-F238E27FC236}">
                          <a16:creationId xmlns:a16="http://schemas.microsoft.com/office/drawing/2014/main" id="{5F7027AA-04C7-A589-C463-B86D967107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5370" name="任意多边形 6638">
                        <a:extLst>
                          <a:ext uri="{FF2B5EF4-FFF2-40B4-BE49-F238E27FC236}">
                            <a16:creationId xmlns:a16="http://schemas.microsoft.com/office/drawing/2014/main" id="{BD60F872-BB20-256C-03B9-B31ECB933D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71" name="任意多边形 6639">
                        <a:extLst>
                          <a:ext uri="{FF2B5EF4-FFF2-40B4-BE49-F238E27FC236}">
                            <a16:creationId xmlns:a16="http://schemas.microsoft.com/office/drawing/2014/main" id="{95690AD5-F03C-08C2-0BCD-4DC15FE7FF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72" name="任意多边形 6640">
                        <a:extLst>
                          <a:ext uri="{FF2B5EF4-FFF2-40B4-BE49-F238E27FC236}">
                            <a16:creationId xmlns:a16="http://schemas.microsoft.com/office/drawing/2014/main" id="{80318852-AD63-5B74-6880-DA1213BC14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62" name="组合 5361">
                      <a:extLst>
                        <a:ext uri="{FF2B5EF4-FFF2-40B4-BE49-F238E27FC236}">
                          <a16:creationId xmlns:a16="http://schemas.microsoft.com/office/drawing/2014/main" id="{39B410B1-EA44-B321-2350-9D1E17815E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5367" name="任意多边形 6635">
                        <a:extLst>
                          <a:ext uri="{FF2B5EF4-FFF2-40B4-BE49-F238E27FC236}">
                            <a16:creationId xmlns:a16="http://schemas.microsoft.com/office/drawing/2014/main" id="{CA52A9FC-2662-369C-E529-60D927CE69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68" name="任意多边形 6636">
                        <a:extLst>
                          <a:ext uri="{FF2B5EF4-FFF2-40B4-BE49-F238E27FC236}">
                            <a16:creationId xmlns:a16="http://schemas.microsoft.com/office/drawing/2014/main" id="{E5B7E690-AB3A-F66C-3756-6FF95E0A0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69" name="任意多边形 6637">
                        <a:extLst>
                          <a:ext uri="{FF2B5EF4-FFF2-40B4-BE49-F238E27FC236}">
                            <a16:creationId xmlns:a16="http://schemas.microsoft.com/office/drawing/2014/main" id="{60C6CCDE-84E1-9138-49A5-1C03A00276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63" name="组合 5362">
                      <a:extLst>
                        <a:ext uri="{FF2B5EF4-FFF2-40B4-BE49-F238E27FC236}">
                          <a16:creationId xmlns:a16="http://schemas.microsoft.com/office/drawing/2014/main" id="{EE0B09F4-67B9-2F30-B39E-E6A71FF184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5364" name="任意多边形 6632">
                        <a:extLst>
                          <a:ext uri="{FF2B5EF4-FFF2-40B4-BE49-F238E27FC236}">
                            <a16:creationId xmlns:a16="http://schemas.microsoft.com/office/drawing/2014/main" id="{780E32E2-C8D3-1B8E-0950-3EF890F6A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65" name="任意多边形 6633">
                        <a:extLst>
                          <a:ext uri="{FF2B5EF4-FFF2-40B4-BE49-F238E27FC236}">
                            <a16:creationId xmlns:a16="http://schemas.microsoft.com/office/drawing/2014/main" id="{477FAAEF-3FD5-25EB-B0CD-368EB15CD0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66" name="任意多边形 6634">
                        <a:extLst>
                          <a:ext uri="{FF2B5EF4-FFF2-40B4-BE49-F238E27FC236}">
                            <a16:creationId xmlns:a16="http://schemas.microsoft.com/office/drawing/2014/main" id="{D6EDDED4-C81F-CC4D-7B28-5493007DB4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342" name="组合 5341">
                  <a:extLst>
                    <a:ext uri="{FF2B5EF4-FFF2-40B4-BE49-F238E27FC236}">
                      <a16:creationId xmlns:a16="http://schemas.microsoft.com/office/drawing/2014/main" id="{19B98C71-6654-F332-989C-0BE75254049B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5343" name="任意多边形 6611">
                    <a:extLst>
                      <a:ext uri="{FF2B5EF4-FFF2-40B4-BE49-F238E27FC236}">
                        <a16:creationId xmlns:a16="http://schemas.microsoft.com/office/drawing/2014/main" id="{C4089643-D5B9-7BD9-EBE6-275372F7D7FE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344" name="任意多边形 6612">
                    <a:extLst>
                      <a:ext uri="{FF2B5EF4-FFF2-40B4-BE49-F238E27FC236}">
                        <a16:creationId xmlns:a16="http://schemas.microsoft.com/office/drawing/2014/main" id="{39F340F7-6238-6A41-2BDE-40EFFB1A4B16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345" name="组合 5344">
                    <a:extLst>
                      <a:ext uri="{FF2B5EF4-FFF2-40B4-BE49-F238E27FC236}">
                        <a16:creationId xmlns:a16="http://schemas.microsoft.com/office/drawing/2014/main" id="{195B078A-7E94-5628-D5CB-26FB6902EFFC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5346" name="组合 5345">
                      <a:extLst>
                        <a:ext uri="{FF2B5EF4-FFF2-40B4-BE49-F238E27FC236}">
                          <a16:creationId xmlns:a16="http://schemas.microsoft.com/office/drawing/2014/main" id="{65D46115-0D9B-0CCA-B2EF-D289A8F570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5355" name="任意多边形 6623">
                        <a:extLst>
                          <a:ext uri="{FF2B5EF4-FFF2-40B4-BE49-F238E27FC236}">
                            <a16:creationId xmlns:a16="http://schemas.microsoft.com/office/drawing/2014/main" id="{A2572AD7-0AD3-8105-4DEE-9D2A64CC4B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56" name="任意多边形 6624">
                        <a:extLst>
                          <a:ext uri="{FF2B5EF4-FFF2-40B4-BE49-F238E27FC236}">
                            <a16:creationId xmlns:a16="http://schemas.microsoft.com/office/drawing/2014/main" id="{4B285A95-169C-153F-22F1-B85EAE7C8C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57" name="任意多边形 6625">
                        <a:extLst>
                          <a:ext uri="{FF2B5EF4-FFF2-40B4-BE49-F238E27FC236}">
                            <a16:creationId xmlns:a16="http://schemas.microsoft.com/office/drawing/2014/main" id="{236A3B3D-2692-3E2A-16FD-843C66565B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47" name="组合 5346">
                      <a:extLst>
                        <a:ext uri="{FF2B5EF4-FFF2-40B4-BE49-F238E27FC236}">
                          <a16:creationId xmlns:a16="http://schemas.microsoft.com/office/drawing/2014/main" id="{E045A3DD-615B-749B-5C33-915CF4DB08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5352" name="任意多边形 6620">
                        <a:extLst>
                          <a:ext uri="{FF2B5EF4-FFF2-40B4-BE49-F238E27FC236}">
                            <a16:creationId xmlns:a16="http://schemas.microsoft.com/office/drawing/2014/main" id="{D85CFA50-B305-5588-488A-095B4D3E6B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53" name="任意多边形 6621">
                        <a:extLst>
                          <a:ext uri="{FF2B5EF4-FFF2-40B4-BE49-F238E27FC236}">
                            <a16:creationId xmlns:a16="http://schemas.microsoft.com/office/drawing/2014/main" id="{6F733923-AD5C-57F8-7C13-3720730BEF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54" name="任意多边形 6622">
                        <a:extLst>
                          <a:ext uri="{FF2B5EF4-FFF2-40B4-BE49-F238E27FC236}">
                            <a16:creationId xmlns:a16="http://schemas.microsoft.com/office/drawing/2014/main" id="{150D2B6B-5B50-C2CF-0D22-4C2E5AD386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48" name="组合 5347">
                      <a:extLst>
                        <a:ext uri="{FF2B5EF4-FFF2-40B4-BE49-F238E27FC236}">
                          <a16:creationId xmlns:a16="http://schemas.microsoft.com/office/drawing/2014/main" id="{9E7E8892-A205-E2CD-3B9C-2A450D75E9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5349" name="任意多边形 6617">
                        <a:extLst>
                          <a:ext uri="{FF2B5EF4-FFF2-40B4-BE49-F238E27FC236}">
                            <a16:creationId xmlns:a16="http://schemas.microsoft.com/office/drawing/2014/main" id="{0C56297B-9BB3-2604-0827-DAF0FCD8F7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50" name="任意多边形 6618">
                        <a:extLst>
                          <a:ext uri="{FF2B5EF4-FFF2-40B4-BE49-F238E27FC236}">
                            <a16:creationId xmlns:a16="http://schemas.microsoft.com/office/drawing/2014/main" id="{B1AF5D7B-98FC-6E70-341D-05F69BB4DA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51" name="任意多边形 6619">
                        <a:extLst>
                          <a:ext uri="{FF2B5EF4-FFF2-40B4-BE49-F238E27FC236}">
                            <a16:creationId xmlns:a16="http://schemas.microsoft.com/office/drawing/2014/main" id="{53A2709C-04B3-79EB-ACAC-6E3994406A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5046" name="组合 5045">
                <a:extLst>
                  <a:ext uri="{FF2B5EF4-FFF2-40B4-BE49-F238E27FC236}">
                    <a16:creationId xmlns:a16="http://schemas.microsoft.com/office/drawing/2014/main" id="{FEFD77B8-B7CB-1076-9901-8CBA5338C5DF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5241" name="组合 5240">
                  <a:extLst>
                    <a:ext uri="{FF2B5EF4-FFF2-40B4-BE49-F238E27FC236}">
                      <a16:creationId xmlns:a16="http://schemas.microsoft.com/office/drawing/2014/main" id="{83655F32-5683-3CB6-7198-F710946019EE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5322" name="任意多边形 6590">
                    <a:extLst>
                      <a:ext uri="{FF2B5EF4-FFF2-40B4-BE49-F238E27FC236}">
                        <a16:creationId xmlns:a16="http://schemas.microsoft.com/office/drawing/2014/main" id="{7DFE487C-D803-0E5F-908C-3A667F14DE12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323" name="任意多边形 6591">
                    <a:extLst>
                      <a:ext uri="{FF2B5EF4-FFF2-40B4-BE49-F238E27FC236}">
                        <a16:creationId xmlns:a16="http://schemas.microsoft.com/office/drawing/2014/main" id="{D9DF05E3-ABC7-55D7-3869-59C53A69565F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324" name="组合 5323">
                    <a:extLst>
                      <a:ext uri="{FF2B5EF4-FFF2-40B4-BE49-F238E27FC236}">
                        <a16:creationId xmlns:a16="http://schemas.microsoft.com/office/drawing/2014/main" id="{B3BB9610-C36B-7752-F072-56157024AAC3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5325" name="组合 5324">
                      <a:extLst>
                        <a:ext uri="{FF2B5EF4-FFF2-40B4-BE49-F238E27FC236}">
                          <a16:creationId xmlns:a16="http://schemas.microsoft.com/office/drawing/2014/main" id="{2817BE66-856C-89CE-1817-19BCA4E859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5334" name="任意多边形 6602">
                        <a:extLst>
                          <a:ext uri="{FF2B5EF4-FFF2-40B4-BE49-F238E27FC236}">
                            <a16:creationId xmlns:a16="http://schemas.microsoft.com/office/drawing/2014/main" id="{C3DE1E23-E089-CBB7-8972-0509C57635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35" name="任意多边形 6603">
                        <a:extLst>
                          <a:ext uri="{FF2B5EF4-FFF2-40B4-BE49-F238E27FC236}">
                            <a16:creationId xmlns:a16="http://schemas.microsoft.com/office/drawing/2014/main" id="{F3B00359-EE3C-E4B5-F86F-47439DFCC8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36" name="任意多边形 6604">
                        <a:extLst>
                          <a:ext uri="{FF2B5EF4-FFF2-40B4-BE49-F238E27FC236}">
                            <a16:creationId xmlns:a16="http://schemas.microsoft.com/office/drawing/2014/main" id="{91779FDA-AA29-6C1F-698D-CA594A17C9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26" name="组合 5325">
                      <a:extLst>
                        <a:ext uri="{FF2B5EF4-FFF2-40B4-BE49-F238E27FC236}">
                          <a16:creationId xmlns:a16="http://schemas.microsoft.com/office/drawing/2014/main" id="{0FC69E46-DD0D-D183-76D8-0CD222C1E6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5331" name="任意多边形 6599">
                        <a:extLst>
                          <a:ext uri="{FF2B5EF4-FFF2-40B4-BE49-F238E27FC236}">
                            <a16:creationId xmlns:a16="http://schemas.microsoft.com/office/drawing/2014/main" id="{E2320492-288A-0984-BC0E-375D828816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32" name="任意多边形 6600">
                        <a:extLst>
                          <a:ext uri="{FF2B5EF4-FFF2-40B4-BE49-F238E27FC236}">
                            <a16:creationId xmlns:a16="http://schemas.microsoft.com/office/drawing/2014/main" id="{77EED855-CBDD-D561-5A98-BCE59D6BE3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33" name="任意多边形 6601">
                        <a:extLst>
                          <a:ext uri="{FF2B5EF4-FFF2-40B4-BE49-F238E27FC236}">
                            <a16:creationId xmlns:a16="http://schemas.microsoft.com/office/drawing/2014/main" id="{CFDDCE36-E323-7EB0-1070-40F295C346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27" name="组合 5326">
                      <a:extLst>
                        <a:ext uri="{FF2B5EF4-FFF2-40B4-BE49-F238E27FC236}">
                          <a16:creationId xmlns:a16="http://schemas.microsoft.com/office/drawing/2014/main" id="{BF13A13C-A65D-6410-AD15-A35AEA2B5B9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5328" name="任意多边形 6596">
                        <a:extLst>
                          <a:ext uri="{FF2B5EF4-FFF2-40B4-BE49-F238E27FC236}">
                            <a16:creationId xmlns:a16="http://schemas.microsoft.com/office/drawing/2014/main" id="{43D9A93C-1A21-C0FF-8B91-98DA0CE1BC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29" name="任意多边形 6597">
                        <a:extLst>
                          <a:ext uri="{FF2B5EF4-FFF2-40B4-BE49-F238E27FC236}">
                            <a16:creationId xmlns:a16="http://schemas.microsoft.com/office/drawing/2014/main" id="{CF400FE4-77FA-730A-7C5A-4162991077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30" name="任意多边形 6598">
                        <a:extLst>
                          <a:ext uri="{FF2B5EF4-FFF2-40B4-BE49-F238E27FC236}">
                            <a16:creationId xmlns:a16="http://schemas.microsoft.com/office/drawing/2014/main" id="{0D72A6D0-08DD-9897-4F78-B412589505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242" name="组合 5241">
                  <a:extLst>
                    <a:ext uri="{FF2B5EF4-FFF2-40B4-BE49-F238E27FC236}">
                      <a16:creationId xmlns:a16="http://schemas.microsoft.com/office/drawing/2014/main" id="{4D5AB282-8C2F-A166-CACD-F69876D01D98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5307" name="任意多边形 6575">
                    <a:extLst>
                      <a:ext uri="{FF2B5EF4-FFF2-40B4-BE49-F238E27FC236}">
                        <a16:creationId xmlns:a16="http://schemas.microsoft.com/office/drawing/2014/main" id="{231D4605-DF66-FC01-1DBC-0FAC071AA763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308" name="任意多边形 6576">
                    <a:extLst>
                      <a:ext uri="{FF2B5EF4-FFF2-40B4-BE49-F238E27FC236}">
                        <a16:creationId xmlns:a16="http://schemas.microsoft.com/office/drawing/2014/main" id="{83344A63-53B8-AC6B-623E-F873A51419B0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309" name="组合 5308">
                    <a:extLst>
                      <a:ext uri="{FF2B5EF4-FFF2-40B4-BE49-F238E27FC236}">
                        <a16:creationId xmlns:a16="http://schemas.microsoft.com/office/drawing/2014/main" id="{0D1D6FD5-C1AF-85F7-2274-6888693D9842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5310" name="组合 5309">
                      <a:extLst>
                        <a:ext uri="{FF2B5EF4-FFF2-40B4-BE49-F238E27FC236}">
                          <a16:creationId xmlns:a16="http://schemas.microsoft.com/office/drawing/2014/main" id="{96A9B86D-15C8-C909-CD29-30D7DA3F69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5319" name="任意多边形 6587">
                        <a:extLst>
                          <a:ext uri="{FF2B5EF4-FFF2-40B4-BE49-F238E27FC236}">
                            <a16:creationId xmlns:a16="http://schemas.microsoft.com/office/drawing/2014/main" id="{ADB2F58C-15E8-5F21-473D-1013B7295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20" name="任意多边形 6588">
                        <a:extLst>
                          <a:ext uri="{FF2B5EF4-FFF2-40B4-BE49-F238E27FC236}">
                            <a16:creationId xmlns:a16="http://schemas.microsoft.com/office/drawing/2014/main" id="{C644F087-87F3-2B86-07DB-D1A5F23B2C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21" name="任意多边形 6589">
                        <a:extLst>
                          <a:ext uri="{FF2B5EF4-FFF2-40B4-BE49-F238E27FC236}">
                            <a16:creationId xmlns:a16="http://schemas.microsoft.com/office/drawing/2014/main" id="{9FF40A20-BADA-39A2-ACA7-2C39E22D97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11" name="组合 5310">
                      <a:extLst>
                        <a:ext uri="{FF2B5EF4-FFF2-40B4-BE49-F238E27FC236}">
                          <a16:creationId xmlns:a16="http://schemas.microsoft.com/office/drawing/2014/main" id="{F20982E3-2E37-8378-F906-25A14712B9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5316" name="任意多边形 6584">
                        <a:extLst>
                          <a:ext uri="{FF2B5EF4-FFF2-40B4-BE49-F238E27FC236}">
                            <a16:creationId xmlns:a16="http://schemas.microsoft.com/office/drawing/2014/main" id="{D502CA98-CA25-B8C6-FB1A-8B99FF72C5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17" name="任意多边形 6585">
                        <a:extLst>
                          <a:ext uri="{FF2B5EF4-FFF2-40B4-BE49-F238E27FC236}">
                            <a16:creationId xmlns:a16="http://schemas.microsoft.com/office/drawing/2014/main" id="{A2EAC50D-B483-C15D-4D4B-5096D6767F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18" name="任意多边形 6586">
                        <a:extLst>
                          <a:ext uri="{FF2B5EF4-FFF2-40B4-BE49-F238E27FC236}">
                            <a16:creationId xmlns:a16="http://schemas.microsoft.com/office/drawing/2014/main" id="{9186CE14-E705-87EA-F110-5702199D36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312" name="组合 5311">
                      <a:extLst>
                        <a:ext uri="{FF2B5EF4-FFF2-40B4-BE49-F238E27FC236}">
                          <a16:creationId xmlns:a16="http://schemas.microsoft.com/office/drawing/2014/main" id="{5F17A552-F40F-862D-634F-B204F8083B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5313" name="任意多边形 6581">
                        <a:extLst>
                          <a:ext uri="{FF2B5EF4-FFF2-40B4-BE49-F238E27FC236}">
                            <a16:creationId xmlns:a16="http://schemas.microsoft.com/office/drawing/2014/main" id="{9238FC76-9817-2629-9537-9A46B362A8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14" name="任意多边形 6582">
                        <a:extLst>
                          <a:ext uri="{FF2B5EF4-FFF2-40B4-BE49-F238E27FC236}">
                            <a16:creationId xmlns:a16="http://schemas.microsoft.com/office/drawing/2014/main" id="{C638E0CC-FED2-2B3D-DA63-1910E6FA2D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15" name="任意多边形 6583">
                        <a:extLst>
                          <a:ext uri="{FF2B5EF4-FFF2-40B4-BE49-F238E27FC236}">
                            <a16:creationId xmlns:a16="http://schemas.microsoft.com/office/drawing/2014/main" id="{0806BF73-5509-A9E0-79FD-4D3E1B96AC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243" name="组合 5242">
                  <a:extLst>
                    <a:ext uri="{FF2B5EF4-FFF2-40B4-BE49-F238E27FC236}">
                      <a16:creationId xmlns:a16="http://schemas.microsoft.com/office/drawing/2014/main" id="{48FB69E5-B6C2-3C12-D1E3-F90BFA4C15BB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5292" name="任意多边形 6560">
                    <a:extLst>
                      <a:ext uri="{FF2B5EF4-FFF2-40B4-BE49-F238E27FC236}">
                        <a16:creationId xmlns:a16="http://schemas.microsoft.com/office/drawing/2014/main" id="{7AC57660-D5AE-4CE6-BCBD-F5A58458DEAC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293" name="任意多边形 6561">
                    <a:extLst>
                      <a:ext uri="{FF2B5EF4-FFF2-40B4-BE49-F238E27FC236}">
                        <a16:creationId xmlns:a16="http://schemas.microsoft.com/office/drawing/2014/main" id="{25123F2E-1691-8B65-E6FC-8BC5A8AE20FD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294" name="组合 5293">
                    <a:extLst>
                      <a:ext uri="{FF2B5EF4-FFF2-40B4-BE49-F238E27FC236}">
                        <a16:creationId xmlns:a16="http://schemas.microsoft.com/office/drawing/2014/main" id="{6CEE7C60-6ECB-360D-DFC2-311CECD6DAAA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5295" name="组合 5294">
                      <a:extLst>
                        <a:ext uri="{FF2B5EF4-FFF2-40B4-BE49-F238E27FC236}">
                          <a16:creationId xmlns:a16="http://schemas.microsoft.com/office/drawing/2014/main" id="{BCE30C78-81F0-7108-7C8E-20197ED6FA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5304" name="任意多边形 6572">
                        <a:extLst>
                          <a:ext uri="{FF2B5EF4-FFF2-40B4-BE49-F238E27FC236}">
                            <a16:creationId xmlns:a16="http://schemas.microsoft.com/office/drawing/2014/main" id="{173FD254-3FE2-EB8C-81E4-860C1F2251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05" name="任意多边形 6573">
                        <a:extLst>
                          <a:ext uri="{FF2B5EF4-FFF2-40B4-BE49-F238E27FC236}">
                            <a16:creationId xmlns:a16="http://schemas.microsoft.com/office/drawing/2014/main" id="{4EA631D9-DD7F-07CE-EF8B-A42D0FB4AC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06" name="任意多边形 6574">
                        <a:extLst>
                          <a:ext uri="{FF2B5EF4-FFF2-40B4-BE49-F238E27FC236}">
                            <a16:creationId xmlns:a16="http://schemas.microsoft.com/office/drawing/2014/main" id="{4176A0A8-1DE3-E1F8-01BF-D44ACEA1D7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96" name="组合 5295">
                      <a:extLst>
                        <a:ext uri="{FF2B5EF4-FFF2-40B4-BE49-F238E27FC236}">
                          <a16:creationId xmlns:a16="http://schemas.microsoft.com/office/drawing/2014/main" id="{005A8077-5D98-E7D4-CE12-762164B6BB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5301" name="任意多边形 6569">
                        <a:extLst>
                          <a:ext uri="{FF2B5EF4-FFF2-40B4-BE49-F238E27FC236}">
                            <a16:creationId xmlns:a16="http://schemas.microsoft.com/office/drawing/2014/main" id="{2CD44F3F-1398-A8BA-AFB7-B0F11DFAB0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02" name="任意多边形 6570">
                        <a:extLst>
                          <a:ext uri="{FF2B5EF4-FFF2-40B4-BE49-F238E27FC236}">
                            <a16:creationId xmlns:a16="http://schemas.microsoft.com/office/drawing/2014/main" id="{79425A8B-1571-BF1A-2941-5626FBBF5A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03" name="任意多边形 6571">
                        <a:extLst>
                          <a:ext uri="{FF2B5EF4-FFF2-40B4-BE49-F238E27FC236}">
                            <a16:creationId xmlns:a16="http://schemas.microsoft.com/office/drawing/2014/main" id="{FFFD6E27-DEF6-D0BF-289F-356C3615C4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97" name="组合 5296">
                      <a:extLst>
                        <a:ext uri="{FF2B5EF4-FFF2-40B4-BE49-F238E27FC236}">
                          <a16:creationId xmlns:a16="http://schemas.microsoft.com/office/drawing/2014/main" id="{72ED722D-47C2-9FD8-1D04-6C59C92E91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5298" name="任意多边形 6566">
                        <a:extLst>
                          <a:ext uri="{FF2B5EF4-FFF2-40B4-BE49-F238E27FC236}">
                            <a16:creationId xmlns:a16="http://schemas.microsoft.com/office/drawing/2014/main" id="{5D00D94D-CB1E-4E70-C1E0-FEC44FB752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99" name="任意多边形 6567">
                        <a:extLst>
                          <a:ext uri="{FF2B5EF4-FFF2-40B4-BE49-F238E27FC236}">
                            <a16:creationId xmlns:a16="http://schemas.microsoft.com/office/drawing/2014/main" id="{DED3F775-7C92-6997-15CE-BD9034BF2B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300" name="任意多边形 6568">
                        <a:extLst>
                          <a:ext uri="{FF2B5EF4-FFF2-40B4-BE49-F238E27FC236}">
                            <a16:creationId xmlns:a16="http://schemas.microsoft.com/office/drawing/2014/main" id="{5DCDD03F-1FCE-7675-2161-55F4D310C5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244" name="组合 5243">
                  <a:extLst>
                    <a:ext uri="{FF2B5EF4-FFF2-40B4-BE49-F238E27FC236}">
                      <a16:creationId xmlns:a16="http://schemas.microsoft.com/office/drawing/2014/main" id="{249EF2A0-3AE4-C72A-CE45-DA7D5A4E4C92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5277" name="任意多边形 6545">
                    <a:extLst>
                      <a:ext uri="{FF2B5EF4-FFF2-40B4-BE49-F238E27FC236}">
                        <a16:creationId xmlns:a16="http://schemas.microsoft.com/office/drawing/2014/main" id="{8E7A2AC3-43D0-1151-7373-33728794D2AD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278" name="任意多边形 6546">
                    <a:extLst>
                      <a:ext uri="{FF2B5EF4-FFF2-40B4-BE49-F238E27FC236}">
                        <a16:creationId xmlns:a16="http://schemas.microsoft.com/office/drawing/2014/main" id="{82F5D29B-450E-0FD6-6D6D-EA1E2018D30E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279" name="组合 5278">
                    <a:extLst>
                      <a:ext uri="{FF2B5EF4-FFF2-40B4-BE49-F238E27FC236}">
                        <a16:creationId xmlns:a16="http://schemas.microsoft.com/office/drawing/2014/main" id="{6B65F6C7-FE9D-DDB4-D632-3A73DC3376EF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5280" name="组合 5279">
                      <a:extLst>
                        <a:ext uri="{FF2B5EF4-FFF2-40B4-BE49-F238E27FC236}">
                          <a16:creationId xmlns:a16="http://schemas.microsoft.com/office/drawing/2014/main" id="{C1674F92-BD2A-69D2-9FF4-D1B9BA8080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5289" name="任意多边形 6557">
                        <a:extLst>
                          <a:ext uri="{FF2B5EF4-FFF2-40B4-BE49-F238E27FC236}">
                            <a16:creationId xmlns:a16="http://schemas.microsoft.com/office/drawing/2014/main" id="{0E6AC4E1-82E8-48F4-12C7-1543C840B9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90" name="任意多边形 6558">
                        <a:extLst>
                          <a:ext uri="{FF2B5EF4-FFF2-40B4-BE49-F238E27FC236}">
                            <a16:creationId xmlns:a16="http://schemas.microsoft.com/office/drawing/2014/main" id="{E84A13AA-DA2E-4A86-CFEC-9D1629E46E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91" name="任意多边形 6559">
                        <a:extLst>
                          <a:ext uri="{FF2B5EF4-FFF2-40B4-BE49-F238E27FC236}">
                            <a16:creationId xmlns:a16="http://schemas.microsoft.com/office/drawing/2014/main" id="{24D8F49A-EB2A-D4CC-0492-21103BF521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81" name="组合 5280">
                      <a:extLst>
                        <a:ext uri="{FF2B5EF4-FFF2-40B4-BE49-F238E27FC236}">
                          <a16:creationId xmlns:a16="http://schemas.microsoft.com/office/drawing/2014/main" id="{8C442B44-4EB5-B66C-3C35-C1CDBEEBF94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5286" name="任意多边形 6554">
                        <a:extLst>
                          <a:ext uri="{FF2B5EF4-FFF2-40B4-BE49-F238E27FC236}">
                            <a16:creationId xmlns:a16="http://schemas.microsoft.com/office/drawing/2014/main" id="{5C4E5C5D-275A-88A3-9126-F47EE2CACC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87" name="任意多边形 6555">
                        <a:extLst>
                          <a:ext uri="{FF2B5EF4-FFF2-40B4-BE49-F238E27FC236}">
                            <a16:creationId xmlns:a16="http://schemas.microsoft.com/office/drawing/2014/main" id="{C7CB78B8-85CC-2E9E-3115-D91DAA187C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88" name="任意多边形 6556">
                        <a:extLst>
                          <a:ext uri="{FF2B5EF4-FFF2-40B4-BE49-F238E27FC236}">
                            <a16:creationId xmlns:a16="http://schemas.microsoft.com/office/drawing/2014/main" id="{22B1A6A6-DBB8-C406-4B3B-281D4F992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82" name="组合 5281">
                      <a:extLst>
                        <a:ext uri="{FF2B5EF4-FFF2-40B4-BE49-F238E27FC236}">
                          <a16:creationId xmlns:a16="http://schemas.microsoft.com/office/drawing/2014/main" id="{0AAF8E36-3C37-83E7-68F9-1E2C16910C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5283" name="任意多边形 6551">
                        <a:extLst>
                          <a:ext uri="{FF2B5EF4-FFF2-40B4-BE49-F238E27FC236}">
                            <a16:creationId xmlns:a16="http://schemas.microsoft.com/office/drawing/2014/main" id="{87E77FAE-B2A0-6787-FCBB-17D180C9D1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84" name="任意多边形 6552">
                        <a:extLst>
                          <a:ext uri="{FF2B5EF4-FFF2-40B4-BE49-F238E27FC236}">
                            <a16:creationId xmlns:a16="http://schemas.microsoft.com/office/drawing/2014/main" id="{29DB06B4-1A53-C4F3-0A22-2906C39A4C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85" name="任意多边形 6553">
                        <a:extLst>
                          <a:ext uri="{FF2B5EF4-FFF2-40B4-BE49-F238E27FC236}">
                            <a16:creationId xmlns:a16="http://schemas.microsoft.com/office/drawing/2014/main" id="{51CC9937-7816-3F2D-0236-D2DEA4D38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245" name="组合 5244">
                  <a:extLst>
                    <a:ext uri="{FF2B5EF4-FFF2-40B4-BE49-F238E27FC236}">
                      <a16:creationId xmlns:a16="http://schemas.microsoft.com/office/drawing/2014/main" id="{EBCFF7B8-DC0D-AE38-CDD2-F5E69D06175F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5262" name="任意多边形 6530">
                    <a:extLst>
                      <a:ext uri="{FF2B5EF4-FFF2-40B4-BE49-F238E27FC236}">
                        <a16:creationId xmlns:a16="http://schemas.microsoft.com/office/drawing/2014/main" id="{D8DF2624-94C7-7D7E-7921-440BAA855E52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263" name="任意多边形 6531">
                    <a:extLst>
                      <a:ext uri="{FF2B5EF4-FFF2-40B4-BE49-F238E27FC236}">
                        <a16:creationId xmlns:a16="http://schemas.microsoft.com/office/drawing/2014/main" id="{B76E485C-77E3-305B-D833-5999282BAC11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264" name="组合 5263">
                    <a:extLst>
                      <a:ext uri="{FF2B5EF4-FFF2-40B4-BE49-F238E27FC236}">
                        <a16:creationId xmlns:a16="http://schemas.microsoft.com/office/drawing/2014/main" id="{F4604B04-96DD-12E0-3C08-3BFCB26A4652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5265" name="组合 5264">
                      <a:extLst>
                        <a:ext uri="{FF2B5EF4-FFF2-40B4-BE49-F238E27FC236}">
                          <a16:creationId xmlns:a16="http://schemas.microsoft.com/office/drawing/2014/main" id="{9C67D31C-FBD5-0BE3-620C-7C85F6FA251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5274" name="任意多边形 6542">
                        <a:extLst>
                          <a:ext uri="{FF2B5EF4-FFF2-40B4-BE49-F238E27FC236}">
                            <a16:creationId xmlns:a16="http://schemas.microsoft.com/office/drawing/2014/main" id="{A42F479B-07AF-226B-B1DA-5F4448A861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75" name="任意多边形 6543">
                        <a:extLst>
                          <a:ext uri="{FF2B5EF4-FFF2-40B4-BE49-F238E27FC236}">
                            <a16:creationId xmlns:a16="http://schemas.microsoft.com/office/drawing/2014/main" id="{82DE5E6B-4239-FC8B-42FC-69D1332F1D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76" name="任意多边形 6544">
                        <a:extLst>
                          <a:ext uri="{FF2B5EF4-FFF2-40B4-BE49-F238E27FC236}">
                            <a16:creationId xmlns:a16="http://schemas.microsoft.com/office/drawing/2014/main" id="{3F61C6C3-1076-A673-85C2-0551552824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66" name="组合 5265">
                      <a:extLst>
                        <a:ext uri="{FF2B5EF4-FFF2-40B4-BE49-F238E27FC236}">
                          <a16:creationId xmlns:a16="http://schemas.microsoft.com/office/drawing/2014/main" id="{CF2F7E9B-F904-6A69-4F2D-3CF44893B2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5271" name="任意多边形 6539">
                        <a:extLst>
                          <a:ext uri="{FF2B5EF4-FFF2-40B4-BE49-F238E27FC236}">
                            <a16:creationId xmlns:a16="http://schemas.microsoft.com/office/drawing/2014/main" id="{74F72D37-60EA-5069-70F1-E4319AD806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72" name="任意多边形 6540">
                        <a:extLst>
                          <a:ext uri="{FF2B5EF4-FFF2-40B4-BE49-F238E27FC236}">
                            <a16:creationId xmlns:a16="http://schemas.microsoft.com/office/drawing/2014/main" id="{0E9DC705-E7E7-3306-6934-FA16DE6709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73" name="任意多边形 6541">
                        <a:extLst>
                          <a:ext uri="{FF2B5EF4-FFF2-40B4-BE49-F238E27FC236}">
                            <a16:creationId xmlns:a16="http://schemas.microsoft.com/office/drawing/2014/main" id="{210DA046-4CBB-E680-1D91-1C48C6D9D1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67" name="组合 5266">
                      <a:extLst>
                        <a:ext uri="{FF2B5EF4-FFF2-40B4-BE49-F238E27FC236}">
                          <a16:creationId xmlns:a16="http://schemas.microsoft.com/office/drawing/2014/main" id="{BBD103AF-5BA9-9821-1633-FE3BFE39CF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5268" name="任意多边形 6536">
                        <a:extLst>
                          <a:ext uri="{FF2B5EF4-FFF2-40B4-BE49-F238E27FC236}">
                            <a16:creationId xmlns:a16="http://schemas.microsoft.com/office/drawing/2014/main" id="{B2659DB1-503C-0A35-508E-792C4EB33A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69" name="任意多边形 6537">
                        <a:extLst>
                          <a:ext uri="{FF2B5EF4-FFF2-40B4-BE49-F238E27FC236}">
                            <a16:creationId xmlns:a16="http://schemas.microsoft.com/office/drawing/2014/main" id="{9D9F0417-9A27-4A49-7F39-F5D30104E1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70" name="任意多边形 6538">
                        <a:extLst>
                          <a:ext uri="{FF2B5EF4-FFF2-40B4-BE49-F238E27FC236}">
                            <a16:creationId xmlns:a16="http://schemas.microsoft.com/office/drawing/2014/main" id="{27425742-C3C6-5508-3D1A-5AEA4C7C0F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246" name="组合 5245">
                  <a:extLst>
                    <a:ext uri="{FF2B5EF4-FFF2-40B4-BE49-F238E27FC236}">
                      <a16:creationId xmlns:a16="http://schemas.microsoft.com/office/drawing/2014/main" id="{30AD89B0-8C3D-4F9A-416C-07CB596A8D16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5247" name="任意多边形 6515">
                    <a:extLst>
                      <a:ext uri="{FF2B5EF4-FFF2-40B4-BE49-F238E27FC236}">
                        <a16:creationId xmlns:a16="http://schemas.microsoft.com/office/drawing/2014/main" id="{6E5ED041-AD7B-D0A4-4AE3-24AAB989DC02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248" name="任意多边形 6516">
                    <a:extLst>
                      <a:ext uri="{FF2B5EF4-FFF2-40B4-BE49-F238E27FC236}">
                        <a16:creationId xmlns:a16="http://schemas.microsoft.com/office/drawing/2014/main" id="{B3C36173-E01A-23B2-8F24-4431B36FE225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249" name="组合 5248">
                    <a:extLst>
                      <a:ext uri="{FF2B5EF4-FFF2-40B4-BE49-F238E27FC236}">
                        <a16:creationId xmlns:a16="http://schemas.microsoft.com/office/drawing/2014/main" id="{5C260477-2D92-F236-1FA3-F553278C530C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5250" name="组合 5249">
                      <a:extLst>
                        <a:ext uri="{FF2B5EF4-FFF2-40B4-BE49-F238E27FC236}">
                          <a16:creationId xmlns:a16="http://schemas.microsoft.com/office/drawing/2014/main" id="{6337DC4A-C560-6C7B-4A5A-F92A9A3586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5259" name="任意多边形 6527">
                        <a:extLst>
                          <a:ext uri="{FF2B5EF4-FFF2-40B4-BE49-F238E27FC236}">
                            <a16:creationId xmlns:a16="http://schemas.microsoft.com/office/drawing/2014/main" id="{4DE45BDD-FAA4-18CB-1082-F1546B3E0C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60" name="任意多边形 6528">
                        <a:extLst>
                          <a:ext uri="{FF2B5EF4-FFF2-40B4-BE49-F238E27FC236}">
                            <a16:creationId xmlns:a16="http://schemas.microsoft.com/office/drawing/2014/main" id="{F66A0325-AF24-520E-370F-D6A6B326B8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61" name="任意多边形 6529">
                        <a:extLst>
                          <a:ext uri="{FF2B5EF4-FFF2-40B4-BE49-F238E27FC236}">
                            <a16:creationId xmlns:a16="http://schemas.microsoft.com/office/drawing/2014/main" id="{7E5E4DEF-4519-ABF7-1A52-E3B48807C6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51" name="组合 5250">
                      <a:extLst>
                        <a:ext uri="{FF2B5EF4-FFF2-40B4-BE49-F238E27FC236}">
                          <a16:creationId xmlns:a16="http://schemas.microsoft.com/office/drawing/2014/main" id="{9D126F1C-E28F-7B31-B770-3244AAD601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5256" name="任意多边形 6524">
                        <a:extLst>
                          <a:ext uri="{FF2B5EF4-FFF2-40B4-BE49-F238E27FC236}">
                            <a16:creationId xmlns:a16="http://schemas.microsoft.com/office/drawing/2014/main" id="{9975FB22-1380-B0BC-3F17-4A083E74EA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57" name="任意多边形 6525">
                        <a:extLst>
                          <a:ext uri="{FF2B5EF4-FFF2-40B4-BE49-F238E27FC236}">
                            <a16:creationId xmlns:a16="http://schemas.microsoft.com/office/drawing/2014/main" id="{245E93C4-B0FB-4334-1B2A-B6ACF22929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58" name="任意多边形 6526">
                        <a:extLst>
                          <a:ext uri="{FF2B5EF4-FFF2-40B4-BE49-F238E27FC236}">
                            <a16:creationId xmlns:a16="http://schemas.microsoft.com/office/drawing/2014/main" id="{DAFAF574-49D8-2173-2BEE-B344C953D9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52" name="组合 5251">
                      <a:extLst>
                        <a:ext uri="{FF2B5EF4-FFF2-40B4-BE49-F238E27FC236}">
                          <a16:creationId xmlns:a16="http://schemas.microsoft.com/office/drawing/2014/main" id="{DF919BB4-2974-2C38-2847-306C211F2B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5253" name="任意多边形 6521">
                        <a:extLst>
                          <a:ext uri="{FF2B5EF4-FFF2-40B4-BE49-F238E27FC236}">
                            <a16:creationId xmlns:a16="http://schemas.microsoft.com/office/drawing/2014/main" id="{CDD3583D-4C67-9CB4-44C0-E58DC8C8B3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54" name="任意多边形 6522">
                        <a:extLst>
                          <a:ext uri="{FF2B5EF4-FFF2-40B4-BE49-F238E27FC236}">
                            <a16:creationId xmlns:a16="http://schemas.microsoft.com/office/drawing/2014/main" id="{A48A40C1-1AA4-FFEB-CE16-0E3329096E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55" name="任意多边形 6523">
                        <a:extLst>
                          <a:ext uri="{FF2B5EF4-FFF2-40B4-BE49-F238E27FC236}">
                            <a16:creationId xmlns:a16="http://schemas.microsoft.com/office/drawing/2014/main" id="{1960381D-DAD5-8235-50AA-692F37430B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5047" name="组合 5046">
                <a:extLst>
                  <a:ext uri="{FF2B5EF4-FFF2-40B4-BE49-F238E27FC236}">
                    <a16:creationId xmlns:a16="http://schemas.microsoft.com/office/drawing/2014/main" id="{2484FA32-FBF9-E2EC-072F-8794889EA095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5145" name="组合 5144">
                  <a:extLst>
                    <a:ext uri="{FF2B5EF4-FFF2-40B4-BE49-F238E27FC236}">
                      <a16:creationId xmlns:a16="http://schemas.microsoft.com/office/drawing/2014/main" id="{B15DAB6F-9B88-E331-D756-4511E19AE8BA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5226" name="任意多边形 6494">
                    <a:extLst>
                      <a:ext uri="{FF2B5EF4-FFF2-40B4-BE49-F238E27FC236}">
                        <a16:creationId xmlns:a16="http://schemas.microsoft.com/office/drawing/2014/main" id="{2944B493-EB39-128B-C7C9-C2F8454352F1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227" name="任意多边形 6495">
                    <a:extLst>
                      <a:ext uri="{FF2B5EF4-FFF2-40B4-BE49-F238E27FC236}">
                        <a16:creationId xmlns:a16="http://schemas.microsoft.com/office/drawing/2014/main" id="{8901E05E-B045-DF9B-DC6C-2038E8D8BCF7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228" name="组合 5227">
                    <a:extLst>
                      <a:ext uri="{FF2B5EF4-FFF2-40B4-BE49-F238E27FC236}">
                        <a16:creationId xmlns:a16="http://schemas.microsoft.com/office/drawing/2014/main" id="{407AA542-13F6-A310-859C-3BA8E7995872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5229" name="组合 5228">
                      <a:extLst>
                        <a:ext uri="{FF2B5EF4-FFF2-40B4-BE49-F238E27FC236}">
                          <a16:creationId xmlns:a16="http://schemas.microsoft.com/office/drawing/2014/main" id="{FA0425FD-2F46-D6C4-F5C1-822654FE12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5238" name="任意多边形 6506">
                        <a:extLst>
                          <a:ext uri="{FF2B5EF4-FFF2-40B4-BE49-F238E27FC236}">
                            <a16:creationId xmlns:a16="http://schemas.microsoft.com/office/drawing/2014/main" id="{163853C5-50DF-CA85-49EB-3C0A89D3A5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39" name="任意多边形 6507">
                        <a:extLst>
                          <a:ext uri="{FF2B5EF4-FFF2-40B4-BE49-F238E27FC236}">
                            <a16:creationId xmlns:a16="http://schemas.microsoft.com/office/drawing/2014/main" id="{9DFFB5B3-4AC3-5FAC-D65C-46A5395BD1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40" name="任意多边形 6508">
                        <a:extLst>
                          <a:ext uri="{FF2B5EF4-FFF2-40B4-BE49-F238E27FC236}">
                            <a16:creationId xmlns:a16="http://schemas.microsoft.com/office/drawing/2014/main" id="{AF0E76D3-B07D-3350-2D01-9FE2A9F6E9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30" name="组合 5229">
                      <a:extLst>
                        <a:ext uri="{FF2B5EF4-FFF2-40B4-BE49-F238E27FC236}">
                          <a16:creationId xmlns:a16="http://schemas.microsoft.com/office/drawing/2014/main" id="{DF23ECAE-03EA-DA9A-C74B-CA3CD88AA9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5235" name="任意多边形 6503">
                        <a:extLst>
                          <a:ext uri="{FF2B5EF4-FFF2-40B4-BE49-F238E27FC236}">
                            <a16:creationId xmlns:a16="http://schemas.microsoft.com/office/drawing/2014/main" id="{11042900-6A08-0E55-C74D-E1B97BD711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36" name="任意多边形 6504">
                        <a:extLst>
                          <a:ext uri="{FF2B5EF4-FFF2-40B4-BE49-F238E27FC236}">
                            <a16:creationId xmlns:a16="http://schemas.microsoft.com/office/drawing/2014/main" id="{26044D6D-2787-809A-C486-6D81DF733F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37" name="任意多边形 6505">
                        <a:extLst>
                          <a:ext uri="{FF2B5EF4-FFF2-40B4-BE49-F238E27FC236}">
                            <a16:creationId xmlns:a16="http://schemas.microsoft.com/office/drawing/2014/main" id="{9685BC3E-3171-D9FA-1B2B-5A3FD9110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31" name="组合 5230">
                      <a:extLst>
                        <a:ext uri="{FF2B5EF4-FFF2-40B4-BE49-F238E27FC236}">
                          <a16:creationId xmlns:a16="http://schemas.microsoft.com/office/drawing/2014/main" id="{7CBD2904-96BE-FF57-A9F3-C28F3EF6B4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5232" name="任意多边形 6500">
                        <a:extLst>
                          <a:ext uri="{FF2B5EF4-FFF2-40B4-BE49-F238E27FC236}">
                            <a16:creationId xmlns:a16="http://schemas.microsoft.com/office/drawing/2014/main" id="{5EE9DF1B-1434-53C1-1611-CFACBFA9C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33" name="任意多边形 6501">
                        <a:extLst>
                          <a:ext uri="{FF2B5EF4-FFF2-40B4-BE49-F238E27FC236}">
                            <a16:creationId xmlns:a16="http://schemas.microsoft.com/office/drawing/2014/main" id="{5BE16AF4-BDE5-45A8-6E03-0F9AA30CED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34" name="任意多边形 6502">
                        <a:extLst>
                          <a:ext uri="{FF2B5EF4-FFF2-40B4-BE49-F238E27FC236}">
                            <a16:creationId xmlns:a16="http://schemas.microsoft.com/office/drawing/2014/main" id="{5A92996D-C413-AD61-24D3-045B96E21D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146" name="组合 5145">
                  <a:extLst>
                    <a:ext uri="{FF2B5EF4-FFF2-40B4-BE49-F238E27FC236}">
                      <a16:creationId xmlns:a16="http://schemas.microsoft.com/office/drawing/2014/main" id="{9DB4E26A-6D55-E21C-545F-D316C5613C60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5211" name="任意多边形 6479">
                    <a:extLst>
                      <a:ext uri="{FF2B5EF4-FFF2-40B4-BE49-F238E27FC236}">
                        <a16:creationId xmlns:a16="http://schemas.microsoft.com/office/drawing/2014/main" id="{2A497059-101E-1D19-2E41-656E4905B19B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212" name="任意多边形 6480">
                    <a:extLst>
                      <a:ext uri="{FF2B5EF4-FFF2-40B4-BE49-F238E27FC236}">
                        <a16:creationId xmlns:a16="http://schemas.microsoft.com/office/drawing/2014/main" id="{345512F3-59E5-CC1C-62F5-127941F21C86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213" name="组合 5212">
                    <a:extLst>
                      <a:ext uri="{FF2B5EF4-FFF2-40B4-BE49-F238E27FC236}">
                        <a16:creationId xmlns:a16="http://schemas.microsoft.com/office/drawing/2014/main" id="{12A2D7BA-8ED5-4D59-A820-C5FC882FD7CE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5214" name="组合 5213">
                      <a:extLst>
                        <a:ext uri="{FF2B5EF4-FFF2-40B4-BE49-F238E27FC236}">
                          <a16:creationId xmlns:a16="http://schemas.microsoft.com/office/drawing/2014/main" id="{E6FF17F0-1AE6-75BC-A932-1C06A314F5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5223" name="任意多边形 6491">
                        <a:extLst>
                          <a:ext uri="{FF2B5EF4-FFF2-40B4-BE49-F238E27FC236}">
                            <a16:creationId xmlns:a16="http://schemas.microsoft.com/office/drawing/2014/main" id="{6F72F10E-346B-FBA9-AB41-CD0D528B6B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24" name="任意多边形 6492">
                        <a:extLst>
                          <a:ext uri="{FF2B5EF4-FFF2-40B4-BE49-F238E27FC236}">
                            <a16:creationId xmlns:a16="http://schemas.microsoft.com/office/drawing/2014/main" id="{D751A41E-9211-24E2-A5FB-7DC5F9E7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25" name="任意多边形 6493">
                        <a:extLst>
                          <a:ext uri="{FF2B5EF4-FFF2-40B4-BE49-F238E27FC236}">
                            <a16:creationId xmlns:a16="http://schemas.microsoft.com/office/drawing/2014/main" id="{F63256EA-578E-FDC9-9E7D-174BCF50A1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15" name="组合 5214">
                      <a:extLst>
                        <a:ext uri="{FF2B5EF4-FFF2-40B4-BE49-F238E27FC236}">
                          <a16:creationId xmlns:a16="http://schemas.microsoft.com/office/drawing/2014/main" id="{4F5E6D7D-54B0-9D47-54D2-3064FD533F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5220" name="任意多边形 6488">
                        <a:extLst>
                          <a:ext uri="{FF2B5EF4-FFF2-40B4-BE49-F238E27FC236}">
                            <a16:creationId xmlns:a16="http://schemas.microsoft.com/office/drawing/2014/main" id="{3652721D-48BF-B23A-C050-0436084760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21" name="任意多边形 6489">
                        <a:extLst>
                          <a:ext uri="{FF2B5EF4-FFF2-40B4-BE49-F238E27FC236}">
                            <a16:creationId xmlns:a16="http://schemas.microsoft.com/office/drawing/2014/main" id="{9D3E4C9C-E2F1-B70F-5ADE-CABCC8FFC6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22" name="任意多边形 6490">
                        <a:extLst>
                          <a:ext uri="{FF2B5EF4-FFF2-40B4-BE49-F238E27FC236}">
                            <a16:creationId xmlns:a16="http://schemas.microsoft.com/office/drawing/2014/main" id="{7287CCB6-751B-A652-4D18-878A177BC5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16" name="组合 5215">
                      <a:extLst>
                        <a:ext uri="{FF2B5EF4-FFF2-40B4-BE49-F238E27FC236}">
                          <a16:creationId xmlns:a16="http://schemas.microsoft.com/office/drawing/2014/main" id="{8E3B5AF5-45F5-5631-02F4-32CEFFFD59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5217" name="任意多边形 6485">
                        <a:extLst>
                          <a:ext uri="{FF2B5EF4-FFF2-40B4-BE49-F238E27FC236}">
                            <a16:creationId xmlns:a16="http://schemas.microsoft.com/office/drawing/2014/main" id="{4CC2FCEF-2791-6645-7F21-C40F755DC0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18" name="任意多边形 6486">
                        <a:extLst>
                          <a:ext uri="{FF2B5EF4-FFF2-40B4-BE49-F238E27FC236}">
                            <a16:creationId xmlns:a16="http://schemas.microsoft.com/office/drawing/2014/main" id="{4907B7A8-0C7D-2B4F-E253-2324F5F156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19" name="任意多边形 6487">
                        <a:extLst>
                          <a:ext uri="{FF2B5EF4-FFF2-40B4-BE49-F238E27FC236}">
                            <a16:creationId xmlns:a16="http://schemas.microsoft.com/office/drawing/2014/main" id="{6A2732EE-77B5-322D-3DC7-76EA884EB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147" name="组合 5146">
                  <a:extLst>
                    <a:ext uri="{FF2B5EF4-FFF2-40B4-BE49-F238E27FC236}">
                      <a16:creationId xmlns:a16="http://schemas.microsoft.com/office/drawing/2014/main" id="{217E9A20-442E-A958-CD95-D63C3845B522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5196" name="任意多边形 6464">
                    <a:extLst>
                      <a:ext uri="{FF2B5EF4-FFF2-40B4-BE49-F238E27FC236}">
                        <a16:creationId xmlns:a16="http://schemas.microsoft.com/office/drawing/2014/main" id="{4396894B-8D8C-6CF2-06F4-F6792C23DAC9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197" name="任意多边形 6465">
                    <a:extLst>
                      <a:ext uri="{FF2B5EF4-FFF2-40B4-BE49-F238E27FC236}">
                        <a16:creationId xmlns:a16="http://schemas.microsoft.com/office/drawing/2014/main" id="{D64BB0D1-BECE-3C0F-389B-57FADD736015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198" name="组合 5197">
                    <a:extLst>
                      <a:ext uri="{FF2B5EF4-FFF2-40B4-BE49-F238E27FC236}">
                        <a16:creationId xmlns:a16="http://schemas.microsoft.com/office/drawing/2014/main" id="{5D171541-7DA8-40BE-7D7C-AC7E961E62D4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5199" name="组合 5198">
                      <a:extLst>
                        <a:ext uri="{FF2B5EF4-FFF2-40B4-BE49-F238E27FC236}">
                          <a16:creationId xmlns:a16="http://schemas.microsoft.com/office/drawing/2014/main" id="{4F52740D-43F3-CE7E-020E-693DA8E5E5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5208" name="任意多边形 6476">
                        <a:extLst>
                          <a:ext uri="{FF2B5EF4-FFF2-40B4-BE49-F238E27FC236}">
                            <a16:creationId xmlns:a16="http://schemas.microsoft.com/office/drawing/2014/main" id="{5353E669-1606-A13E-A1E3-E09518D3B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09" name="任意多边形 6477">
                        <a:extLst>
                          <a:ext uri="{FF2B5EF4-FFF2-40B4-BE49-F238E27FC236}">
                            <a16:creationId xmlns:a16="http://schemas.microsoft.com/office/drawing/2014/main" id="{0A6DE3EA-4E9E-2F6F-2A6F-832676A6BE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10" name="任意多边形 6478">
                        <a:extLst>
                          <a:ext uri="{FF2B5EF4-FFF2-40B4-BE49-F238E27FC236}">
                            <a16:creationId xmlns:a16="http://schemas.microsoft.com/office/drawing/2014/main" id="{157AB642-D0B4-8294-7C62-3ED94B5E8B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00" name="组合 5199">
                      <a:extLst>
                        <a:ext uri="{FF2B5EF4-FFF2-40B4-BE49-F238E27FC236}">
                          <a16:creationId xmlns:a16="http://schemas.microsoft.com/office/drawing/2014/main" id="{582E5C68-77DA-DEE1-E894-0B94EE642D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5205" name="任意多边形 6473">
                        <a:extLst>
                          <a:ext uri="{FF2B5EF4-FFF2-40B4-BE49-F238E27FC236}">
                            <a16:creationId xmlns:a16="http://schemas.microsoft.com/office/drawing/2014/main" id="{10951C52-4BEE-B5DB-F70C-8A1684B992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06" name="任意多边形 6474">
                        <a:extLst>
                          <a:ext uri="{FF2B5EF4-FFF2-40B4-BE49-F238E27FC236}">
                            <a16:creationId xmlns:a16="http://schemas.microsoft.com/office/drawing/2014/main" id="{C68C7C0E-2F36-A8FD-976A-73DB1B3E22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07" name="任意多边形 6475">
                        <a:extLst>
                          <a:ext uri="{FF2B5EF4-FFF2-40B4-BE49-F238E27FC236}">
                            <a16:creationId xmlns:a16="http://schemas.microsoft.com/office/drawing/2014/main" id="{EE6ED296-857C-5636-AF6C-1FDFE23191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201" name="组合 5200">
                      <a:extLst>
                        <a:ext uri="{FF2B5EF4-FFF2-40B4-BE49-F238E27FC236}">
                          <a16:creationId xmlns:a16="http://schemas.microsoft.com/office/drawing/2014/main" id="{EB38951C-DF9E-E986-100E-683A3A8ECA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5202" name="任意多边形 6470">
                        <a:extLst>
                          <a:ext uri="{FF2B5EF4-FFF2-40B4-BE49-F238E27FC236}">
                            <a16:creationId xmlns:a16="http://schemas.microsoft.com/office/drawing/2014/main" id="{0160D3DF-1CE3-39FD-7851-8379FA996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03" name="任意多边形 6471">
                        <a:extLst>
                          <a:ext uri="{FF2B5EF4-FFF2-40B4-BE49-F238E27FC236}">
                            <a16:creationId xmlns:a16="http://schemas.microsoft.com/office/drawing/2014/main" id="{EF9FDE38-2DA7-D515-C9A8-FAF1074E99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204" name="任意多边形 6472">
                        <a:extLst>
                          <a:ext uri="{FF2B5EF4-FFF2-40B4-BE49-F238E27FC236}">
                            <a16:creationId xmlns:a16="http://schemas.microsoft.com/office/drawing/2014/main" id="{0F7AE25D-27B1-1139-778F-AD535546D0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148" name="组合 5147">
                  <a:extLst>
                    <a:ext uri="{FF2B5EF4-FFF2-40B4-BE49-F238E27FC236}">
                      <a16:creationId xmlns:a16="http://schemas.microsoft.com/office/drawing/2014/main" id="{D20A4DC4-2C3D-7EA3-39B7-6C9788F7699B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5181" name="任意多边形 6449">
                    <a:extLst>
                      <a:ext uri="{FF2B5EF4-FFF2-40B4-BE49-F238E27FC236}">
                        <a16:creationId xmlns:a16="http://schemas.microsoft.com/office/drawing/2014/main" id="{444D22C1-12F9-8E21-9A0A-1FC790A7AB8B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182" name="任意多边形 6450">
                    <a:extLst>
                      <a:ext uri="{FF2B5EF4-FFF2-40B4-BE49-F238E27FC236}">
                        <a16:creationId xmlns:a16="http://schemas.microsoft.com/office/drawing/2014/main" id="{2B849E60-EFBC-6BF3-00DD-F7D815FB1F32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183" name="组合 5182">
                    <a:extLst>
                      <a:ext uri="{FF2B5EF4-FFF2-40B4-BE49-F238E27FC236}">
                        <a16:creationId xmlns:a16="http://schemas.microsoft.com/office/drawing/2014/main" id="{D9F1324C-C4E2-A2D3-0A3B-CBA8B60DE46F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5184" name="组合 5183">
                      <a:extLst>
                        <a:ext uri="{FF2B5EF4-FFF2-40B4-BE49-F238E27FC236}">
                          <a16:creationId xmlns:a16="http://schemas.microsoft.com/office/drawing/2014/main" id="{8FA2FC7C-FB2D-908B-633B-EBB13DEA41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5193" name="任意多边形 6461">
                        <a:extLst>
                          <a:ext uri="{FF2B5EF4-FFF2-40B4-BE49-F238E27FC236}">
                            <a16:creationId xmlns:a16="http://schemas.microsoft.com/office/drawing/2014/main" id="{E84B9F9E-A5CF-DC1C-61E4-B5BC2243FC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94" name="任意多边形 6462">
                        <a:extLst>
                          <a:ext uri="{FF2B5EF4-FFF2-40B4-BE49-F238E27FC236}">
                            <a16:creationId xmlns:a16="http://schemas.microsoft.com/office/drawing/2014/main" id="{DEE45BCD-358B-DC1A-B919-07DF4DB77C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95" name="任意多边形 6463">
                        <a:extLst>
                          <a:ext uri="{FF2B5EF4-FFF2-40B4-BE49-F238E27FC236}">
                            <a16:creationId xmlns:a16="http://schemas.microsoft.com/office/drawing/2014/main" id="{5E54A156-6260-5123-DF35-45578E8CFE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85" name="组合 5184">
                      <a:extLst>
                        <a:ext uri="{FF2B5EF4-FFF2-40B4-BE49-F238E27FC236}">
                          <a16:creationId xmlns:a16="http://schemas.microsoft.com/office/drawing/2014/main" id="{BF340EE6-E041-ED91-BBD6-B46B833B94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5190" name="任意多边形 6458">
                        <a:extLst>
                          <a:ext uri="{FF2B5EF4-FFF2-40B4-BE49-F238E27FC236}">
                            <a16:creationId xmlns:a16="http://schemas.microsoft.com/office/drawing/2014/main" id="{AFF12D5B-96E2-2907-62CF-4E182F43D9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91" name="任意多边形 6459">
                        <a:extLst>
                          <a:ext uri="{FF2B5EF4-FFF2-40B4-BE49-F238E27FC236}">
                            <a16:creationId xmlns:a16="http://schemas.microsoft.com/office/drawing/2014/main" id="{808B4740-974E-DA4B-0F50-F930A3F2B6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92" name="任意多边形 6460">
                        <a:extLst>
                          <a:ext uri="{FF2B5EF4-FFF2-40B4-BE49-F238E27FC236}">
                            <a16:creationId xmlns:a16="http://schemas.microsoft.com/office/drawing/2014/main" id="{A4D79E7D-B52F-DBC4-E123-CA84CA2CD4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86" name="组合 5185">
                      <a:extLst>
                        <a:ext uri="{FF2B5EF4-FFF2-40B4-BE49-F238E27FC236}">
                          <a16:creationId xmlns:a16="http://schemas.microsoft.com/office/drawing/2014/main" id="{BAC683CB-E394-1041-6657-AC68084B5A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5187" name="任意多边形 6455">
                        <a:extLst>
                          <a:ext uri="{FF2B5EF4-FFF2-40B4-BE49-F238E27FC236}">
                            <a16:creationId xmlns:a16="http://schemas.microsoft.com/office/drawing/2014/main" id="{D8B84740-3C38-7E3D-5678-8BF5041D80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88" name="任意多边形 6456">
                        <a:extLst>
                          <a:ext uri="{FF2B5EF4-FFF2-40B4-BE49-F238E27FC236}">
                            <a16:creationId xmlns:a16="http://schemas.microsoft.com/office/drawing/2014/main" id="{252AFE37-5AE3-C6D9-207C-4504F10C9D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89" name="任意多边形 6457">
                        <a:extLst>
                          <a:ext uri="{FF2B5EF4-FFF2-40B4-BE49-F238E27FC236}">
                            <a16:creationId xmlns:a16="http://schemas.microsoft.com/office/drawing/2014/main" id="{83DDC0D5-87CC-7F0D-9582-2886A0EDB9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149" name="组合 5148">
                  <a:extLst>
                    <a:ext uri="{FF2B5EF4-FFF2-40B4-BE49-F238E27FC236}">
                      <a16:creationId xmlns:a16="http://schemas.microsoft.com/office/drawing/2014/main" id="{50572D8E-7362-2C15-E924-7CC080B4A6C6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5166" name="任意多边形 6434">
                    <a:extLst>
                      <a:ext uri="{FF2B5EF4-FFF2-40B4-BE49-F238E27FC236}">
                        <a16:creationId xmlns:a16="http://schemas.microsoft.com/office/drawing/2014/main" id="{16F1A88B-BF7F-678B-50A6-694EED333D4D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167" name="任意多边形 6435">
                    <a:extLst>
                      <a:ext uri="{FF2B5EF4-FFF2-40B4-BE49-F238E27FC236}">
                        <a16:creationId xmlns:a16="http://schemas.microsoft.com/office/drawing/2014/main" id="{DDEAAF90-3055-EED3-82A3-744574570775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168" name="组合 5167">
                    <a:extLst>
                      <a:ext uri="{FF2B5EF4-FFF2-40B4-BE49-F238E27FC236}">
                        <a16:creationId xmlns:a16="http://schemas.microsoft.com/office/drawing/2014/main" id="{B4FFC1DC-D715-1311-72A6-28D5344DBD26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5169" name="组合 5168">
                      <a:extLst>
                        <a:ext uri="{FF2B5EF4-FFF2-40B4-BE49-F238E27FC236}">
                          <a16:creationId xmlns:a16="http://schemas.microsoft.com/office/drawing/2014/main" id="{6A48B5CF-5AB1-BD37-AD05-CB2701DB808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5178" name="任意多边形 6446">
                        <a:extLst>
                          <a:ext uri="{FF2B5EF4-FFF2-40B4-BE49-F238E27FC236}">
                            <a16:creationId xmlns:a16="http://schemas.microsoft.com/office/drawing/2014/main" id="{B0EB0620-2470-0C56-7D57-7BF62BC942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79" name="任意多边形 6447">
                        <a:extLst>
                          <a:ext uri="{FF2B5EF4-FFF2-40B4-BE49-F238E27FC236}">
                            <a16:creationId xmlns:a16="http://schemas.microsoft.com/office/drawing/2014/main" id="{FBBABAA7-76E1-3ADF-8315-793BCA1CA5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80" name="任意多边形 6448">
                        <a:extLst>
                          <a:ext uri="{FF2B5EF4-FFF2-40B4-BE49-F238E27FC236}">
                            <a16:creationId xmlns:a16="http://schemas.microsoft.com/office/drawing/2014/main" id="{DCBCDC61-4085-F27D-9816-36BB4621BF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70" name="组合 5169">
                      <a:extLst>
                        <a:ext uri="{FF2B5EF4-FFF2-40B4-BE49-F238E27FC236}">
                          <a16:creationId xmlns:a16="http://schemas.microsoft.com/office/drawing/2014/main" id="{E0C264C1-7810-24EA-2E57-C7529EBC4C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5175" name="任意多边形 6443">
                        <a:extLst>
                          <a:ext uri="{FF2B5EF4-FFF2-40B4-BE49-F238E27FC236}">
                            <a16:creationId xmlns:a16="http://schemas.microsoft.com/office/drawing/2014/main" id="{6C0D5AA8-A3D6-D4C9-6257-1904737598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76" name="任意多边形 6444">
                        <a:extLst>
                          <a:ext uri="{FF2B5EF4-FFF2-40B4-BE49-F238E27FC236}">
                            <a16:creationId xmlns:a16="http://schemas.microsoft.com/office/drawing/2014/main" id="{A8B033D8-D9DD-4D49-1C59-9269B15779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77" name="任意多边形 6445">
                        <a:extLst>
                          <a:ext uri="{FF2B5EF4-FFF2-40B4-BE49-F238E27FC236}">
                            <a16:creationId xmlns:a16="http://schemas.microsoft.com/office/drawing/2014/main" id="{C3A9C375-15E0-82DF-20BE-D02A6388D5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71" name="组合 5170">
                      <a:extLst>
                        <a:ext uri="{FF2B5EF4-FFF2-40B4-BE49-F238E27FC236}">
                          <a16:creationId xmlns:a16="http://schemas.microsoft.com/office/drawing/2014/main" id="{0009FB43-80B9-FFAE-3596-27FE4A3D41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5172" name="任意多边形 6440">
                        <a:extLst>
                          <a:ext uri="{FF2B5EF4-FFF2-40B4-BE49-F238E27FC236}">
                            <a16:creationId xmlns:a16="http://schemas.microsoft.com/office/drawing/2014/main" id="{A54FE135-A1B5-B433-10B4-90AEA63DDA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73" name="任意多边形 6441">
                        <a:extLst>
                          <a:ext uri="{FF2B5EF4-FFF2-40B4-BE49-F238E27FC236}">
                            <a16:creationId xmlns:a16="http://schemas.microsoft.com/office/drawing/2014/main" id="{864890C2-52C7-C5D4-5726-FF6CCC37D3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74" name="任意多边形 6442">
                        <a:extLst>
                          <a:ext uri="{FF2B5EF4-FFF2-40B4-BE49-F238E27FC236}">
                            <a16:creationId xmlns:a16="http://schemas.microsoft.com/office/drawing/2014/main" id="{293C831E-0C43-732D-3335-02EBAF93BA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150" name="组合 5149">
                  <a:extLst>
                    <a:ext uri="{FF2B5EF4-FFF2-40B4-BE49-F238E27FC236}">
                      <a16:creationId xmlns:a16="http://schemas.microsoft.com/office/drawing/2014/main" id="{31965F58-2A61-E4C5-29C8-70155553EB08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5151" name="任意多边形 6419">
                    <a:extLst>
                      <a:ext uri="{FF2B5EF4-FFF2-40B4-BE49-F238E27FC236}">
                        <a16:creationId xmlns:a16="http://schemas.microsoft.com/office/drawing/2014/main" id="{C1E3F970-F45B-0C98-0C30-CA19BF76B0D8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152" name="任意多边形 6420">
                    <a:extLst>
                      <a:ext uri="{FF2B5EF4-FFF2-40B4-BE49-F238E27FC236}">
                        <a16:creationId xmlns:a16="http://schemas.microsoft.com/office/drawing/2014/main" id="{D3D31DD9-038B-33B6-C177-A5A0D6F2169A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153" name="组合 5152">
                    <a:extLst>
                      <a:ext uri="{FF2B5EF4-FFF2-40B4-BE49-F238E27FC236}">
                        <a16:creationId xmlns:a16="http://schemas.microsoft.com/office/drawing/2014/main" id="{D077CE87-E5AF-04AD-F59D-2F046669D6DF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5154" name="组合 5153">
                      <a:extLst>
                        <a:ext uri="{FF2B5EF4-FFF2-40B4-BE49-F238E27FC236}">
                          <a16:creationId xmlns:a16="http://schemas.microsoft.com/office/drawing/2014/main" id="{837FB29D-B3E5-B3E8-6682-CE2F210603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5163" name="任意多边形 6431">
                        <a:extLst>
                          <a:ext uri="{FF2B5EF4-FFF2-40B4-BE49-F238E27FC236}">
                            <a16:creationId xmlns:a16="http://schemas.microsoft.com/office/drawing/2014/main" id="{738074D1-4AC2-1219-4CD7-2C2766A9E3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64" name="任意多边形 6432">
                        <a:extLst>
                          <a:ext uri="{FF2B5EF4-FFF2-40B4-BE49-F238E27FC236}">
                            <a16:creationId xmlns:a16="http://schemas.microsoft.com/office/drawing/2014/main" id="{7D624CA3-E662-EBD7-6459-BEC311BF8C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65" name="任意多边形 6433">
                        <a:extLst>
                          <a:ext uri="{FF2B5EF4-FFF2-40B4-BE49-F238E27FC236}">
                            <a16:creationId xmlns:a16="http://schemas.microsoft.com/office/drawing/2014/main" id="{D01A5592-459B-3B47-0914-138D60FDB3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55" name="组合 5154">
                      <a:extLst>
                        <a:ext uri="{FF2B5EF4-FFF2-40B4-BE49-F238E27FC236}">
                          <a16:creationId xmlns:a16="http://schemas.microsoft.com/office/drawing/2014/main" id="{3F792A58-58BF-BF6A-F3CC-03AF8F899D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5160" name="任意多边形 6428">
                        <a:extLst>
                          <a:ext uri="{FF2B5EF4-FFF2-40B4-BE49-F238E27FC236}">
                            <a16:creationId xmlns:a16="http://schemas.microsoft.com/office/drawing/2014/main" id="{C6A87A50-C63E-8E38-24D6-E472114E69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61" name="任意多边形 6429">
                        <a:extLst>
                          <a:ext uri="{FF2B5EF4-FFF2-40B4-BE49-F238E27FC236}">
                            <a16:creationId xmlns:a16="http://schemas.microsoft.com/office/drawing/2014/main" id="{49E9C6F1-476C-51F6-C776-D79779286C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62" name="任意多边形 6430">
                        <a:extLst>
                          <a:ext uri="{FF2B5EF4-FFF2-40B4-BE49-F238E27FC236}">
                            <a16:creationId xmlns:a16="http://schemas.microsoft.com/office/drawing/2014/main" id="{6DD4832B-03A1-BF79-96DC-1D6D652B6B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56" name="组合 5155">
                      <a:extLst>
                        <a:ext uri="{FF2B5EF4-FFF2-40B4-BE49-F238E27FC236}">
                          <a16:creationId xmlns:a16="http://schemas.microsoft.com/office/drawing/2014/main" id="{ECD64DBE-1DF3-17F3-BCCF-E365EC9D42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5157" name="任意多边形 6425">
                        <a:extLst>
                          <a:ext uri="{FF2B5EF4-FFF2-40B4-BE49-F238E27FC236}">
                            <a16:creationId xmlns:a16="http://schemas.microsoft.com/office/drawing/2014/main" id="{2E783D6D-9790-AD7D-6A5D-9EF29F7BB4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58" name="任意多边形 6426">
                        <a:extLst>
                          <a:ext uri="{FF2B5EF4-FFF2-40B4-BE49-F238E27FC236}">
                            <a16:creationId xmlns:a16="http://schemas.microsoft.com/office/drawing/2014/main" id="{EA4B3F45-04E7-2C36-24E9-7D66AB2E00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59" name="任意多边形 6427">
                        <a:extLst>
                          <a:ext uri="{FF2B5EF4-FFF2-40B4-BE49-F238E27FC236}">
                            <a16:creationId xmlns:a16="http://schemas.microsoft.com/office/drawing/2014/main" id="{094A814A-7F2C-E464-6651-97F65EC974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5048" name="组合 5047">
                <a:extLst>
                  <a:ext uri="{FF2B5EF4-FFF2-40B4-BE49-F238E27FC236}">
                    <a16:creationId xmlns:a16="http://schemas.microsoft.com/office/drawing/2014/main" id="{1013E64B-CC04-6F22-3261-D12C53741DB1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5049" name="组合 5048">
                  <a:extLst>
                    <a:ext uri="{FF2B5EF4-FFF2-40B4-BE49-F238E27FC236}">
                      <a16:creationId xmlns:a16="http://schemas.microsoft.com/office/drawing/2014/main" id="{8B6883A7-8911-4A0E-08DE-F367481DFC20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5130" name="任意多边形 6398">
                    <a:extLst>
                      <a:ext uri="{FF2B5EF4-FFF2-40B4-BE49-F238E27FC236}">
                        <a16:creationId xmlns:a16="http://schemas.microsoft.com/office/drawing/2014/main" id="{30A23FDF-DE90-833C-BE06-175F7F9AC37E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131" name="任意多边形 6399">
                    <a:extLst>
                      <a:ext uri="{FF2B5EF4-FFF2-40B4-BE49-F238E27FC236}">
                        <a16:creationId xmlns:a16="http://schemas.microsoft.com/office/drawing/2014/main" id="{1D9106D0-1D2D-6C0C-AF10-20F2D292A9C7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132" name="组合 5131">
                    <a:extLst>
                      <a:ext uri="{FF2B5EF4-FFF2-40B4-BE49-F238E27FC236}">
                        <a16:creationId xmlns:a16="http://schemas.microsoft.com/office/drawing/2014/main" id="{8072E85E-5E7B-028A-EBDD-B37FC4612C0F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5133" name="组合 5132">
                      <a:extLst>
                        <a:ext uri="{FF2B5EF4-FFF2-40B4-BE49-F238E27FC236}">
                          <a16:creationId xmlns:a16="http://schemas.microsoft.com/office/drawing/2014/main" id="{3F6E6C65-F19B-E3B5-DDCF-96D743525F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5142" name="任意多边形 6410">
                        <a:extLst>
                          <a:ext uri="{FF2B5EF4-FFF2-40B4-BE49-F238E27FC236}">
                            <a16:creationId xmlns:a16="http://schemas.microsoft.com/office/drawing/2014/main" id="{AB151B8A-563E-A989-D233-A531402529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43" name="任意多边形 6411">
                        <a:extLst>
                          <a:ext uri="{FF2B5EF4-FFF2-40B4-BE49-F238E27FC236}">
                            <a16:creationId xmlns:a16="http://schemas.microsoft.com/office/drawing/2014/main" id="{117EF28B-F9ED-5A72-878C-2DE8E2F3D5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44" name="任意多边形 6412">
                        <a:extLst>
                          <a:ext uri="{FF2B5EF4-FFF2-40B4-BE49-F238E27FC236}">
                            <a16:creationId xmlns:a16="http://schemas.microsoft.com/office/drawing/2014/main" id="{FD3C0146-0E63-70F9-58C3-8021589178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34" name="组合 5133">
                      <a:extLst>
                        <a:ext uri="{FF2B5EF4-FFF2-40B4-BE49-F238E27FC236}">
                          <a16:creationId xmlns:a16="http://schemas.microsoft.com/office/drawing/2014/main" id="{D57A3492-2F7B-FA5C-5B36-D0B87FB430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5139" name="任意多边形 6407">
                        <a:extLst>
                          <a:ext uri="{FF2B5EF4-FFF2-40B4-BE49-F238E27FC236}">
                            <a16:creationId xmlns:a16="http://schemas.microsoft.com/office/drawing/2014/main" id="{C09AB730-2F19-F021-B755-05F32DB6EB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40" name="任意多边形 6408">
                        <a:extLst>
                          <a:ext uri="{FF2B5EF4-FFF2-40B4-BE49-F238E27FC236}">
                            <a16:creationId xmlns:a16="http://schemas.microsoft.com/office/drawing/2014/main" id="{421AA201-4D4F-E22E-FC3A-2C9B3668AE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41" name="任意多边形 6409">
                        <a:extLst>
                          <a:ext uri="{FF2B5EF4-FFF2-40B4-BE49-F238E27FC236}">
                            <a16:creationId xmlns:a16="http://schemas.microsoft.com/office/drawing/2014/main" id="{5C42C93F-0290-5ACF-411E-470E231CD1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35" name="组合 5134">
                      <a:extLst>
                        <a:ext uri="{FF2B5EF4-FFF2-40B4-BE49-F238E27FC236}">
                          <a16:creationId xmlns:a16="http://schemas.microsoft.com/office/drawing/2014/main" id="{B13421DB-EA82-3D8F-52EF-A76B4ACA64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5136" name="任意多边形 6404">
                        <a:extLst>
                          <a:ext uri="{FF2B5EF4-FFF2-40B4-BE49-F238E27FC236}">
                            <a16:creationId xmlns:a16="http://schemas.microsoft.com/office/drawing/2014/main" id="{C39AB27E-814B-CB6E-8E66-4167DBD4BF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37" name="任意多边形 6405">
                        <a:extLst>
                          <a:ext uri="{FF2B5EF4-FFF2-40B4-BE49-F238E27FC236}">
                            <a16:creationId xmlns:a16="http://schemas.microsoft.com/office/drawing/2014/main" id="{A039703A-4DD4-8841-7C68-6149628C83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38" name="任意多边形 6406">
                        <a:extLst>
                          <a:ext uri="{FF2B5EF4-FFF2-40B4-BE49-F238E27FC236}">
                            <a16:creationId xmlns:a16="http://schemas.microsoft.com/office/drawing/2014/main" id="{787E0B51-80A8-D9B4-C617-EDB2D241A9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050" name="组合 5049">
                  <a:extLst>
                    <a:ext uri="{FF2B5EF4-FFF2-40B4-BE49-F238E27FC236}">
                      <a16:creationId xmlns:a16="http://schemas.microsoft.com/office/drawing/2014/main" id="{E3C12143-C71B-E6DE-4A0B-77B6625AE403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5115" name="任意多边形 6383">
                    <a:extLst>
                      <a:ext uri="{FF2B5EF4-FFF2-40B4-BE49-F238E27FC236}">
                        <a16:creationId xmlns:a16="http://schemas.microsoft.com/office/drawing/2014/main" id="{DECA06B7-148C-88BB-233D-59F9995514FA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116" name="任意多边形 6384">
                    <a:extLst>
                      <a:ext uri="{FF2B5EF4-FFF2-40B4-BE49-F238E27FC236}">
                        <a16:creationId xmlns:a16="http://schemas.microsoft.com/office/drawing/2014/main" id="{DA5F602A-67A7-CA85-5287-031F40309EC6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117" name="组合 5116">
                    <a:extLst>
                      <a:ext uri="{FF2B5EF4-FFF2-40B4-BE49-F238E27FC236}">
                        <a16:creationId xmlns:a16="http://schemas.microsoft.com/office/drawing/2014/main" id="{E9183F1D-F993-1EE8-D740-778740278A06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5118" name="组合 5117">
                      <a:extLst>
                        <a:ext uri="{FF2B5EF4-FFF2-40B4-BE49-F238E27FC236}">
                          <a16:creationId xmlns:a16="http://schemas.microsoft.com/office/drawing/2014/main" id="{38DA8D1B-E1B1-4C72-1E2D-E3BEC1CB3A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5127" name="任意多边形 6395">
                        <a:extLst>
                          <a:ext uri="{FF2B5EF4-FFF2-40B4-BE49-F238E27FC236}">
                            <a16:creationId xmlns:a16="http://schemas.microsoft.com/office/drawing/2014/main" id="{8397CAAC-4A1C-FB93-2829-CC9030757D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28" name="任意多边形 6396">
                        <a:extLst>
                          <a:ext uri="{FF2B5EF4-FFF2-40B4-BE49-F238E27FC236}">
                            <a16:creationId xmlns:a16="http://schemas.microsoft.com/office/drawing/2014/main" id="{3E585AE1-BADE-3415-D87D-7719887928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29" name="任意多边形 6397">
                        <a:extLst>
                          <a:ext uri="{FF2B5EF4-FFF2-40B4-BE49-F238E27FC236}">
                            <a16:creationId xmlns:a16="http://schemas.microsoft.com/office/drawing/2014/main" id="{8BF18967-79DA-57C8-36C9-47238B54F2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19" name="组合 5118">
                      <a:extLst>
                        <a:ext uri="{FF2B5EF4-FFF2-40B4-BE49-F238E27FC236}">
                          <a16:creationId xmlns:a16="http://schemas.microsoft.com/office/drawing/2014/main" id="{DE4DB178-71EE-1B83-871A-D2341C6519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5124" name="任意多边形 6392">
                        <a:extLst>
                          <a:ext uri="{FF2B5EF4-FFF2-40B4-BE49-F238E27FC236}">
                            <a16:creationId xmlns:a16="http://schemas.microsoft.com/office/drawing/2014/main" id="{50DA063B-F5C2-9CB2-31E4-E724A29500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25" name="任意多边形 6393">
                        <a:extLst>
                          <a:ext uri="{FF2B5EF4-FFF2-40B4-BE49-F238E27FC236}">
                            <a16:creationId xmlns:a16="http://schemas.microsoft.com/office/drawing/2014/main" id="{8B7B88A7-7250-43DC-DEAB-EF474A6059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26" name="任意多边形 6394">
                        <a:extLst>
                          <a:ext uri="{FF2B5EF4-FFF2-40B4-BE49-F238E27FC236}">
                            <a16:creationId xmlns:a16="http://schemas.microsoft.com/office/drawing/2014/main" id="{84C779FB-C10D-CA5B-7824-0998FDA19C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20" name="组合 5119">
                      <a:extLst>
                        <a:ext uri="{FF2B5EF4-FFF2-40B4-BE49-F238E27FC236}">
                          <a16:creationId xmlns:a16="http://schemas.microsoft.com/office/drawing/2014/main" id="{4D7D4854-492C-ED24-B797-5ED32C7AB6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5121" name="任意多边形 6389">
                        <a:extLst>
                          <a:ext uri="{FF2B5EF4-FFF2-40B4-BE49-F238E27FC236}">
                            <a16:creationId xmlns:a16="http://schemas.microsoft.com/office/drawing/2014/main" id="{D3D841DD-4303-0448-8B6E-6AA09FB8CE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22" name="任意多边形 6390">
                        <a:extLst>
                          <a:ext uri="{FF2B5EF4-FFF2-40B4-BE49-F238E27FC236}">
                            <a16:creationId xmlns:a16="http://schemas.microsoft.com/office/drawing/2014/main" id="{6DBCA775-8500-0C3D-0228-8416EF3540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23" name="任意多边形 6391">
                        <a:extLst>
                          <a:ext uri="{FF2B5EF4-FFF2-40B4-BE49-F238E27FC236}">
                            <a16:creationId xmlns:a16="http://schemas.microsoft.com/office/drawing/2014/main" id="{302377E5-648F-50F9-4FA1-98E8856018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051" name="组合 5050">
                  <a:extLst>
                    <a:ext uri="{FF2B5EF4-FFF2-40B4-BE49-F238E27FC236}">
                      <a16:creationId xmlns:a16="http://schemas.microsoft.com/office/drawing/2014/main" id="{CA792D3F-103C-A2C9-9BFF-09824A582D89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5100" name="任意多边形 6368">
                    <a:extLst>
                      <a:ext uri="{FF2B5EF4-FFF2-40B4-BE49-F238E27FC236}">
                        <a16:creationId xmlns:a16="http://schemas.microsoft.com/office/drawing/2014/main" id="{DC4448D1-0736-251A-4728-D2ADFEE3B700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101" name="任意多边形 6369">
                    <a:extLst>
                      <a:ext uri="{FF2B5EF4-FFF2-40B4-BE49-F238E27FC236}">
                        <a16:creationId xmlns:a16="http://schemas.microsoft.com/office/drawing/2014/main" id="{E6836235-A373-ED67-FCA5-7665F95BCA33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102" name="组合 5101">
                    <a:extLst>
                      <a:ext uri="{FF2B5EF4-FFF2-40B4-BE49-F238E27FC236}">
                        <a16:creationId xmlns:a16="http://schemas.microsoft.com/office/drawing/2014/main" id="{AEFF477E-9864-2BFB-E9D7-2CF6901220D0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5103" name="组合 5102">
                      <a:extLst>
                        <a:ext uri="{FF2B5EF4-FFF2-40B4-BE49-F238E27FC236}">
                          <a16:creationId xmlns:a16="http://schemas.microsoft.com/office/drawing/2014/main" id="{A7994969-175B-CF90-A460-B8AE08A922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5112" name="任意多边形 6380">
                        <a:extLst>
                          <a:ext uri="{FF2B5EF4-FFF2-40B4-BE49-F238E27FC236}">
                            <a16:creationId xmlns:a16="http://schemas.microsoft.com/office/drawing/2014/main" id="{16B3D6BB-7009-1E88-00E4-591788BBF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13" name="任意多边形 6381">
                        <a:extLst>
                          <a:ext uri="{FF2B5EF4-FFF2-40B4-BE49-F238E27FC236}">
                            <a16:creationId xmlns:a16="http://schemas.microsoft.com/office/drawing/2014/main" id="{BFA77664-3782-DFFB-8083-62390DD00E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14" name="任意多边形 6382">
                        <a:extLst>
                          <a:ext uri="{FF2B5EF4-FFF2-40B4-BE49-F238E27FC236}">
                            <a16:creationId xmlns:a16="http://schemas.microsoft.com/office/drawing/2014/main" id="{36ED3267-2018-CE59-3F50-2E8404D63E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04" name="组合 5103">
                      <a:extLst>
                        <a:ext uri="{FF2B5EF4-FFF2-40B4-BE49-F238E27FC236}">
                          <a16:creationId xmlns:a16="http://schemas.microsoft.com/office/drawing/2014/main" id="{9393CB99-29D6-A9A1-C952-75A2D4CF4F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5109" name="任意多边形 6377">
                        <a:extLst>
                          <a:ext uri="{FF2B5EF4-FFF2-40B4-BE49-F238E27FC236}">
                            <a16:creationId xmlns:a16="http://schemas.microsoft.com/office/drawing/2014/main" id="{5E539E97-A9CB-A0DF-495B-EC311879C2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10" name="任意多边形 6378">
                        <a:extLst>
                          <a:ext uri="{FF2B5EF4-FFF2-40B4-BE49-F238E27FC236}">
                            <a16:creationId xmlns:a16="http://schemas.microsoft.com/office/drawing/2014/main" id="{6334F591-3E42-778F-D37D-E15012A410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11" name="任意多边形 6379">
                        <a:extLst>
                          <a:ext uri="{FF2B5EF4-FFF2-40B4-BE49-F238E27FC236}">
                            <a16:creationId xmlns:a16="http://schemas.microsoft.com/office/drawing/2014/main" id="{F6BA8A4D-9738-E6CA-29BA-52C134D43C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105" name="组合 5104">
                      <a:extLst>
                        <a:ext uri="{FF2B5EF4-FFF2-40B4-BE49-F238E27FC236}">
                          <a16:creationId xmlns:a16="http://schemas.microsoft.com/office/drawing/2014/main" id="{55BED3FA-3401-7ED1-D33A-D7C76A0BA9F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5106" name="任意多边形 6374">
                        <a:extLst>
                          <a:ext uri="{FF2B5EF4-FFF2-40B4-BE49-F238E27FC236}">
                            <a16:creationId xmlns:a16="http://schemas.microsoft.com/office/drawing/2014/main" id="{C9FFF638-4F04-6E4B-9F76-A7AC410B27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07" name="任意多边形 6375">
                        <a:extLst>
                          <a:ext uri="{FF2B5EF4-FFF2-40B4-BE49-F238E27FC236}">
                            <a16:creationId xmlns:a16="http://schemas.microsoft.com/office/drawing/2014/main" id="{A287C7ED-687C-09C3-C905-8798A338F6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108" name="任意多边形 6376">
                        <a:extLst>
                          <a:ext uri="{FF2B5EF4-FFF2-40B4-BE49-F238E27FC236}">
                            <a16:creationId xmlns:a16="http://schemas.microsoft.com/office/drawing/2014/main" id="{0C0D9B63-D4BD-85C7-62A2-18197AB6C8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052" name="组合 5051">
                  <a:extLst>
                    <a:ext uri="{FF2B5EF4-FFF2-40B4-BE49-F238E27FC236}">
                      <a16:creationId xmlns:a16="http://schemas.microsoft.com/office/drawing/2014/main" id="{1A4338C9-69BD-C0D4-A600-B8EB11347F84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5085" name="任意多边形 6353">
                    <a:extLst>
                      <a:ext uri="{FF2B5EF4-FFF2-40B4-BE49-F238E27FC236}">
                        <a16:creationId xmlns:a16="http://schemas.microsoft.com/office/drawing/2014/main" id="{6403F746-5B6D-B624-416D-DC91027AC6EB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086" name="任意多边形 6354">
                    <a:extLst>
                      <a:ext uri="{FF2B5EF4-FFF2-40B4-BE49-F238E27FC236}">
                        <a16:creationId xmlns:a16="http://schemas.microsoft.com/office/drawing/2014/main" id="{2A26D47C-3DA5-F6B9-D86E-94518CB3EE76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087" name="组合 5086">
                    <a:extLst>
                      <a:ext uri="{FF2B5EF4-FFF2-40B4-BE49-F238E27FC236}">
                        <a16:creationId xmlns:a16="http://schemas.microsoft.com/office/drawing/2014/main" id="{D36D2B77-F4BE-6C57-91B3-A1AF57A95922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5088" name="组合 5087">
                      <a:extLst>
                        <a:ext uri="{FF2B5EF4-FFF2-40B4-BE49-F238E27FC236}">
                          <a16:creationId xmlns:a16="http://schemas.microsoft.com/office/drawing/2014/main" id="{F27B3EAB-51EF-2FA5-832B-677D414C84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5097" name="任意多边形 6365">
                        <a:extLst>
                          <a:ext uri="{FF2B5EF4-FFF2-40B4-BE49-F238E27FC236}">
                            <a16:creationId xmlns:a16="http://schemas.microsoft.com/office/drawing/2014/main" id="{F88F4C64-3A9B-CDC2-6051-89C363CDAF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98" name="任意多边形 6366">
                        <a:extLst>
                          <a:ext uri="{FF2B5EF4-FFF2-40B4-BE49-F238E27FC236}">
                            <a16:creationId xmlns:a16="http://schemas.microsoft.com/office/drawing/2014/main" id="{76E62D64-0119-6802-3C53-198ED5074C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99" name="任意多边形 6367">
                        <a:extLst>
                          <a:ext uri="{FF2B5EF4-FFF2-40B4-BE49-F238E27FC236}">
                            <a16:creationId xmlns:a16="http://schemas.microsoft.com/office/drawing/2014/main" id="{F2A7D8E1-7FB3-F7AC-50AE-B381DF457D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89" name="组合 5088">
                      <a:extLst>
                        <a:ext uri="{FF2B5EF4-FFF2-40B4-BE49-F238E27FC236}">
                          <a16:creationId xmlns:a16="http://schemas.microsoft.com/office/drawing/2014/main" id="{B4FE5CA9-9900-4FF9-D450-FDD686EDA9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5094" name="任意多边形 6362">
                        <a:extLst>
                          <a:ext uri="{FF2B5EF4-FFF2-40B4-BE49-F238E27FC236}">
                            <a16:creationId xmlns:a16="http://schemas.microsoft.com/office/drawing/2014/main" id="{638C1729-5FAC-CD45-E9D5-C7756787FB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95" name="任意多边形 6363">
                        <a:extLst>
                          <a:ext uri="{FF2B5EF4-FFF2-40B4-BE49-F238E27FC236}">
                            <a16:creationId xmlns:a16="http://schemas.microsoft.com/office/drawing/2014/main" id="{533FB634-C402-50C2-FE98-F743876F5D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96" name="任意多边形 6364">
                        <a:extLst>
                          <a:ext uri="{FF2B5EF4-FFF2-40B4-BE49-F238E27FC236}">
                            <a16:creationId xmlns:a16="http://schemas.microsoft.com/office/drawing/2014/main" id="{4E33A6C1-E34F-52AA-E164-8BA832D986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90" name="组合 5089">
                      <a:extLst>
                        <a:ext uri="{FF2B5EF4-FFF2-40B4-BE49-F238E27FC236}">
                          <a16:creationId xmlns:a16="http://schemas.microsoft.com/office/drawing/2014/main" id="{0887DB9C-B034-34D5-43D3-7A428F1B03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5091" name="任意多边形 6359">
                        <a:extLst>
                          <a:ext uri="{FF2B5EF4-FFF2-40B4-BE49-F238E27FC236}">
                            <a16:creationId xmlns:a16="http://schemas.microsoft.com/office/drawing/2014/main" id="{99BD1B73-BD45-F00C-C63C-23C2805B6C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92" name="任意多边形 6360">
                        <a:extLst>
                          <a:ext uri="{FF2B5EF4-FFF2-40B4-BE49-F238E27FC236}">
                            <a16:creationId xmlns:a16="http://schemas.microsoft.com/office/drawing/2014/main" id="{873F1979-89CE-7190-2C85-FC5410F088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93" name="任意多边形 6361">
                        <a:extLst>
                          <a:ext uri="{FF2B5EF4-FFF2-40B4-BE49-F238E27FC236}">
                            <a16:creationId xmlns:a16="http://schemas.microsoft.com/office/drawing/2014/main" id="{D2E647D0-843C-CB23-C56C-C59E2BB96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053" name="组合 5052">
                  <a:extLst>
                    <a:ext uri="{FF2B5EF4-FFF2-40B4-BE49-F238E27FC236}">
                      <a16:creationId xmlns:a16="http://schemas.microsoft.com/office/drawing/2014/main" id="{17ECBD39-D8BA-6917-DA65-05F282FF7546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5070" name="任意多边形 6338">
                    <a:extLst>
                      <a:ext uri="{FF2B5EF4-FFF2-40B4-BE49-F238E27FC236}">
                        <a16:creationId xmlns:a16="http://schemas.microsoft.com/office/drawing/2014/main" id="{D9ED845A-3514-BF24-7712-CA92379EA769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071" name="任意多边形 6339">
                    <a:extLst>
                      <a:ext uri="{FF2B5EF4-FFF2-40B4-BE49-F238E27FC236}">
                        <a16:creationId xmlns:a16="http://schemas.microsoft.com/office/drawing/2014/main" id="{3495650A-242B-413B-CE1B-1CCE13C76C95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072" name="组合 5071">
                    <a:extLst>
                      <a:ext uri="{FF2B5EF4-FFF2-40B4-BE49-F238E27FC236}">
                        <a16:creationId xmlns:a16="http://schemas.microsoft.com/office/drawing/2014/main" id="{9806E1F8-7A4F-D5E1-222A-EEA1775D5495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5073" name="组合 5072">
                      <a:extLst>
                        <a:ext uri="{FF2B5EF4-FFF2-40B4-BE49-F238E27FC236}">
                          <a16:creationId xmlns:a16="http://schemas.microsoft.com/office/drawing/2014/main" id="{6473744E-9A20-C4F0-C00D-AAE3AAB615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5082" name="任意多边形 6350">
                        <a:extLst>
                          <a:ext uri="{FF2B5EF4-FFF2-40B4-BE49-F238E27FC236}">
                            <a16:creationId xmlns:a16="http://schemas.microsoft.com/office/drawing/2014/main" id="{6CF9BCF9-4124-0860-8A20-BD6046EEC0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83" name="任意多边形 6351">
                        <a:extLst>
                          <a:ext uri="{FF2B5EF4-FFF2-40B4-BE49-F238E27FC236}">
                            <a16:creationId xmlns:a16="http://schemas.microsoft.com/office/drawing/2014/main" id="{AA335D04-90AE-66BC-D212-AED8F546F4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84" name="任意多边形 6352">
                        <a:extLst>
                          <a:ext uri="{FF2B5EF4-FFF2-40B4-BE49-F238E27FC236}">
                            <a16:creationId xmlns:a16="http://schemas.microsoft.com/office/drawing/2014/main" id="{EAB5F7FB-42CB-622B-7767-B5A13D06F5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74" name="组合 5073">
                      <a:extLst>
                        <a:ext uri="{FF2B5EF4-FFF2-40B4-BE49-F238E27FC236}">
                          <a16:creationId xmlns:a16="http://schemas.microsoft.com/office/drawing/2014/main" id="{F10F057F-A6B0-1007-8204-52C8405E2DC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5079" name="任意多边形 6347">
                        <a:extLst>
                          <a:ext uri="{FF2B5EF4-FFF2-40B4-BE49-F238E27FC236}">
                            <a16:creationId xmlns:a16="http://schemas.microsoft.com/office/drawing/2014/main" id="{7242105F-37BD-35A5-58AA-D287907083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80" name="任意多边形 6348">
                        <a:extLst>
                          <a:ext uri="{FF2B5EF4-FFF2-40B4-BE49-F238E27FC236}">
                            <a16:creationId xmlns:a16="http://schemas.microsoft.com/office/drawing/2014/main" id="{F1F1AD9C-AFF6-30A8-85A4-19B6B82069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81" name="任意多边形 6349">
                        <a:extLst>
                          <a:ext uri="{FF2B5EF4-FFF2-40B4-BE49-F238E27FC236}">
                            <a16:creationId xmlns:a16="http://schemas.microsoft.com/office/drawing/2014/main" id="{CF0A06A0-13B9-A08B-B4A8-A170AA1B72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75" name="组合 5074">
                      <a:extLst>
                        <a:ext uri="{FF2B5EF4-FFF2-40B4-BE49-F238E27FC236}">
                          <a16:creationId xmlns:a16="http://schemas.microsoft.com/office/drawing/2014/main" id="{C4568D41-E456-898C-8F4E-3DDF108764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5076" name="任意多边形 6344">
                        <a:extLst>
                          <a:ext uri="{FF2B5EF4-FFF2-40B4-BE49-F238E27FC236}">
                            <a16:creationId xmlns:a16="http://schemas.microsoft.com/office/drawing/2014/main" id="{CBA738CC-13EE-EB35-6C64-A72C369EDA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77" name="任意多边形 6345">
                        <a:extLst>
                          <a:ext uri="{FF2B5EF4-FFF2-40B4-BE49-F238E27FC236}">
                            <a16:creationId xmlns:a16="http://schemas.microsoft.com/office/drawing/2014/main" id="{ADB80C9E-590F-1914-787D-7DFC5F2B95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78" name="任意多边形 6346">
                        <a:extLst>
                          <a:ext uri="{FF2B5EF4-FFF2-40B4-BE49-F238E27FC236}">
                            <a16:creationId xmlns:a16="http://schemas.microsoft.com/office/drawing/2014/main" id="{B264C358-0DA5-731D-C29B-645A3A75F7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054" name="组合 5053">
                  <a:extLst>
                    <a:ext uri="{FF2B5EF4-FFF2-40B4-BE49-F238E27FC236}">
                      <a16:creationId xmlns:a16="http://schemas.microsoft.com/office/drawing/2014/main" id="{344C3A63-EB55-56CF-A2B7-93E0E4DB3EBC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5055" name="任意多边形 6323">
                    <a:extLst>
                      <a:ext uri="{FF2B5EF4-FFF2-40B4-BE49-F238E27FC236}">
                        <a16:creationId xmlns:a16="http://schemas.microsoft.com/office/drawing/2014/main" id="{1890A932-F56F-5940-1B2C-FC0906446CF6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056" name="任意多边形 6324">
                    <a:extLst>
                      <a:ext uri="{FF2B5EF4-FFF2-40B4-BE49-F238E27FC236}">
                        <a16:creationId xmlns:a16="http://schemas.microsoft.com/office/drawing/2014/main" id="{42BDFF8B-620B-16DC-391D-A0C55D7C432B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057" name="组合 5056">
                    <a:extLst>
                      <a:ext uri="{FF2B5EF4-FFF2-40B4-BE49-F238E27FC236}">
                        <a16:creationId xmlns:a16="http://schemas.microsoft.com/office/drawing/2014/main" id="{6E99A355-FDAB-C067-1FB0-EEE6E6A08290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5058" name="组合 5057">
                      <a:extLst>
                        <a:ext uri="{FF2B5EF4-FFF2-40B4-BE49-F238E27FC236}">
                          <a16:creationId xmlns:a16="http://schemas.microsoft.com/office/drawing/2014/main" id="{B8A0DCED-336C-24C5-3643-BE13D59A2F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5067" name="任意多边形 6335">
                        <a:extLst>
                          <a:ext uri="{FF2B5EF4-FFF2-40B4-BE49-F238E27FC236}">
                            <a16:creationId xmlns:a16="http://schemas.microsoft.com/office/drawing/2014/main" id="{50A236B5-C52E-FF9C-836B-773D4A2718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68" name="任意多边形 6336">
                        <a:extLst>
                          <a:ext uri="{FF2B5EF4-FFF2-40B4-BE49-F238E27FC236}">
                            <a16:creationId xmlns:a16="http://schemas.microsoft.com/office/drawing/2014/main" id="{96C106BF-93F8-8215-E63C-64E74049CE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69" name="任意多边形 6337">
                        <a:extLst>
                          <a:ext uri="{FF2B5EF4-FFF2-40B4-BE49-F238E27FC236}">
                            <a16:creationId xmlns:a16="http://schemas.microsoft.com/office/drawing/2014/main" id="{780C256D-7426-5D70-CE8C-40E89FE13D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59" name="组合 5058">
                      <a:extLst>
                        <a:ext uri="{FF2B5EF4-FFF2-40B4-BE49-F238E27FC236}">
                          <a16:creationId xmlns:a16="http://schemas.microsoft.com/office/drawing/2014/main" id="{42D70CFB-58FB-B734-C6A1-124CBCACB1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5064" name="任意多边形 6332">
                        <a:extLst>
                          <a:ext uri="{FF2B5EF4-FFF2-40B4-BE49-F238E27FC236}">
                            <a16:creationId xmlns:a16="http://schemas.microsoft.com/office/drawing/2014/main" id="{1F588D64-A884-0A0F-ECA3-F10BA5C5CD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65" name="任意多边形 6333">
                        <a:extLst>
                          <a:ext uri="{FF2B5EF4-FFF2-40B4-BE49-F238E27FC236}">
                            <a16:creationId xmlns:a16="http://schemas.microsoft.com/office/drawing/2014/main" id="{45B665D6-4C5F-E517-86E7-3F1C851E9D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66" name="任意多边形 6334">
                        <a:extLst>
                          <a:ext uri="{FF2B5EF4-FFF2-40B4-BE49-F238E27FC236}">
                            <a16:creationId xmlns:a16="http://schemas.microsoft.com/office/drawing/2014/main" id="{F7577A75-33CD-E77A-A1A2-594BE21A49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060" name="组合 5059">
                      <a:extLst>
                        <a:ext uri="{FF2B5EF4-FFF2-40B4-BE49-F238E27FC236}">
                          <a16:creationId xmlns:a16="http://schemas.microsoft.com/office/drawing/2014/main" id="{1EAE3944-E0D2-00C2-4613-F09BB38CC84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5061" name="任意多边形 6329">
                        <a:extLst>
                          <a:ext uri="{FF2B5EF4-FFF2-40B4-BE49-F238E27FC236}">
                            <a16:creationId xmlns:a16="http://schemas.microsoft.com/office/drawing/2014/main" id="{36574B1F-3A9A-7BA2-E5A1-2BA248AE1B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62" name="任意多边形 6330">
                        <a:extLst>
                          <a:ext uri="{FF2B5EF4-FFF2-40B4-BE49-F238E27FC236}">
                            <a16:creationId xmlns:a16="http://schemas.microsoft.com/office/drawing/2014/main" id="{B3B4FF37-7F45-478A-C50C-42539301D2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063" name="任意多边形 6331">
                        <a:extLst>
                          <a:ext uri="{FF2B5EF4-FFF2-40B4-BE49-F238E27FC236}">
                            <a16:creationId xmlns:a16="http://schemas.microsoft.com/office/drawing/2014/main" id="{6FFB33A9-67EB-D653-E550-4698BC539C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</p:grpSp>
      <p:sp>
        <p:nvSpPr>
          <p:cNvPr id="5849" name="圆角矩形 1">
            <a:extLst>
              <a:ext uri="{FF2B5EF4-FFF2-40B4-BE49-F238E27FC236}">
                <a16:creationId xmlns:a16="http://schemas.microsoft.com/office/drawing/2014/main" id="{4FF200F0-0C7D-C2AD-C74A-DD4D48C3CCB4}"/>
              </a:ext>
            </a:extLst>
          </p:cNvPr>
          <p:cNvSpPr/>
          <p:nvPr/>
        </p:nvSpPr>
        <p:spPr>
          <a:xfrm>
            <a:off x="3324140" y="3762689"/>
            <a:ext cx="8352000" cy="1044000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5850" name="文本框 5849">
            <a:extLst>
              <a:ext uri="{FF2B5EF4-FFF2-40B4-BE49-F238E27FC236}">
                <a16:creationId xmlns:a16="http://schemas.microsoft.com/office/drawing/2014/main" id="{52461EA2-9737-BA4A-03D8-905C595A8D66}"/>
              </a:ext>
            </a:extLst>
          </p:cNvPr>
          <p:cNvSpPr txBox="1"/>
          <p:nvPr/>
        </p:nvSpPr>
        <p:spPr>
          <a:xfrm>
            <a:off x="6917862" y="3888082"/>
            <a:ext cx="116455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kumimoji="1" lang="zh-CN" altLang="en-US" sz="1050" b="1" dirty="0">
                <a:solidFill>
                  <a:srgbClr val="C00000"/>
                </a:solidFill>
                <a:latin typeface="微软雅黑"/>
              </a:rPr>
              <a:t>这里是大标题样式</a:t>
            </a:r>
            <a:endParaRPr lang="zh-CN" altLang="en-US" sz="1050" b="1" kern="0" dirty="0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5851" name="矩形 5850">
            <a:extLst>
              <a:ext uri="{FF2B5EF4-FFF2-40B4-BE49-F238E27FC236}">
                <a16:creationId xmlns:a16="http://schemas.microsoft.com/office/drawing/2014/main" id="{313337B8-5AEC-C1F3-DEA0-E30CE2C887DC}"/>
              </a:ext>
            </a:extLst>
          </p:cNvPr>
          <p:cNvSpPr/>
          <p:nvPr/>
        </p:nvSpPr>
        <p:spPr>
          <a:xfrm>
            <a:off x="3481833" y="4198611"/>
            <a:ext cx="756000" cy="25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5852" name="矩形 5851">
            <a:extLst>
              <a:ext uri="{FF2B5EF4-FFF2-40B4-BE49-F238E27FC236}">
                <a16:creationId xmlns:a16="http://schemas.microsoft.com/office/drawing/2014/main" id="{92CC6AEB-63FE-C065-D548-DE46B9E4E39B}"/>
              </a:ext>
            </a:extLst>
          </p:cNvPr>
          <p:cNvSpPr/>
          <p:nvPr/>
        </p:nvSpPr>
        <p:spPr>
          <a:xfrm>
            <a:off x="4384981" y="4198611"/>
            <a:ext cx="756000" cy="25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5853" name="矩形 5852">
            <a:extLst>
              <a:ext uri="{FF2B5EF4-FFF2-40B4-BE49-F238E27FC236}">
                <a16:creationId xmlns:a16="http://schemas.microsoft.com/office/drawing/2014/main" id="{90A90136-6C8F-D98B-761A-6F1306EB2EF0}"/>
              </a:ext>
            </a:extLst>
          </p:cNvPr>
          <p:cNvSpPr/>
          <p:nvPr/>
        </p:nvSpPr>
        <p:spPr>
          <a:xfrm>
            <a:off x="5288129" y="4198611"/>
            <a:ext cx="756000" cy="25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5854" name="矩形 5853">
            <a:extLst>
              <a:ext uri="{FF2B5EF4-FFF2-40B4-BE49-F238E27FC236}">
                <a16:creationId xmlns:a16="http://schemas.microsoft.com/office/drawing/2014/main" id="{7E47673A-3833-9C31-324B-A6EF3586B568}"/>
              </a:ext>
            </a:extLst>
          </p:cNvPr>
          <p:cNvSpPr>
            <a:spLocks/>
          </p:cNvSpPr>
          <p:nvPr/>
        </p:nvSpPr>
        <p:spPr>
          <a:xfrm>
            <a:off x="6191277" y="4198611"/>
            <a:ext cx="756000" cy="25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5855" name="矩形 5854">
            <a:extLst>
              <a:ext uri="{FF2B5EF4-FFF2-40B4-BE49-F238E27FC236}">
                <a16:creationId xmlns:a16="http://schemas.microsoft.com/office/drawing/2014/main" id="{A2E3D1EB-5CE2-74B2-5C61-E3EA86336CDE}"/>
              </a:ext>
            </a:extLst>
          </p:cNvPr>
          <p:cNvSpPr/>
          <p:nvPr/>
        </p:nvSpPr>
        <p:spPr>
          <a:xfrm>
            <a:off x="7094425" y="4198611"/>
            <a:ext cx="756000" cy="25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5856" name="圆角矩形 9">
            <a:extLst>
              <a:ext uri="{FF2B5EF4-FFF2-40B4-BE49-F238E27FC236}">
                <a16:creationId xmlns:a16="http://schemas.microsoft.com/office/drawing/2014/main" id="{40285259-57FB-4C74-47E4-1B922FBBB84A}"/>
              </a:ext>
            </a:extLst>
          </p:cNvPr>
          <p:cNvSpPr/>
          <p:nvPr/>
        </p:nvSpPr>
        <p:spPr>
          <a:xfrm>
            <a:off x="3325814" y="903080"/>
            <a:ext cx="8353424" cy="2564841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5857" name="文本框 5856">
            <a:extLst>
              <a:ext uri="{FF2B5EF4-FFF2-40B4-BE49-F238E27FC236}">
                <a16:creationId xmlns:a16="http://schemas.microsoft.com/office/drawing/2014/main" id="{D7BC6B54-2C3B-705F-2BE7-6C5A747E3C71}"/>
              </a:ext>
            </a:extLst>
          </p:cNvPr>
          <p:cNvSpPr txBox="1"/>
          <p:nvPr/>
        </p:nvSpPr>
        <p:spPr>
          <a:xfrm>
            <a:off x="6791327" y="984046"/>
            <a:ext cx="142239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kumimoji="1" lang="zh-CN" altLang="en-US" sz="1050" b="1" dirty="0">
                <a:solidFill>
                  <a:srgbClr val="C00000"/>
                </a:solidFill>
                <a:latin typeface="微软雅黑"/>
              </a:rPr>
              <a:t>这里是大标题样式</a:t>
            </a:r>
            <a:endParaRPr lang="zh-CN" altLang="en-US" sz="1050" b="1" kern="0" dirty="0">
              <a:solidFill>
                <a:srgbClr val="C00000"/>
              </a:solidFill>
              <a:latin typeface="微软雅黑"/>
            </a:endParaRPr>
          </a:p>
        </p:txBody>
      </p:sp>
      <p:sp>
        <p:nvSpPr>
          <p:cNvPr id="5858" name="圆角矩形 11">
            <a:extLst>
              <a:ext uri="{FF2B5EF4-FFF2-40B4-BE49-F238E27FC236}">
                <a16:creationId xmlns:a16="http://schemas.microsoft.com/office/drawing/2014/main" id="{7940C4BD-1F43-7A75-7766-D0D048C7250E}"/>
              </a:ext>
            </a:extLst>
          </p:cNvPr>
          <p:cNvSpPr/>
          <p:nvPr/>
        </p:nvSpPr>
        <p:spPr>
          <a:xfrm>
            <a:off x="3472742" y="1206896"/>
            <a:ext cx="1908000" cy="214729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grpSp>
        <p:nvGrpSpPr>
          <p:cNvPr id="5859" name="组合 5858">
            <a:extLst>
              <a:ext uri="{FF2B5EF4-FFF2-40B4-BE49-F238E27FC236}">
                <a16:creationId xmlns:a16="http://schemas.microsoft.com/office/drawing/2014/main" id="{0F36D72E-B807-263F-598C-A28402AA06BF}"/>
              </a:ext>
            </a:extLst>
          </p:cNvPr>
          <p:cNvGrpSpPr/>
          <p:nvPr/>
        </p:nvGrpSpPr>
        <p:grpSpPr>
          <a:xfrm>
            <a:off x="3944471" y="1581547"/>
            <a:ext cx="964542" cy="279400"/>
            <a:chOff x="3949700" y="2038350"/>
            <a:chExt cx="908050" cy="279400"/>
          </a:xfrm>
        </p:grpSpPr>
        <p:grpSp>
          <p:nvGrpSpPr>
            <p:cNvPr id="5860" name="组合 5859">
              <a:extLst>
                <a:ext uri="{FF2B5EF4-FFF2-40B4-BE49-F238E27FC236}">
                  <a16:creationId xmlns:a16="http://schemas.microsoft.com/office/drawing/2014/main" id="{3B2FE06F-1893-2916-5B12-128CCFDFC23B}"/>
                </a:ext>
              </a:extLst>
            </p:cNvPr>
            <p:cNvGrpSpPr/>
            <p:nvPr/>
          </p:nvGrpSpPr>
          <p:grpSpPr>
            <a:xfrm>
              <a:off x="3949700" y="2038350"/>
              <a:ext cx="704850" cy="273050"/>
              <a:chOff x="3949700" y="2038350"/>
              <a:chExt cx="704850" cy="273050"/>
            </a:xfrm>
          </p:grpSpPr>
          <p:sp>
            <p:nvSpPr>
              <p:cNvPr id="5862" name="椭圆 5861">
                <a:extLst>
                  <a:ext uri="{FF2B5EF4-FFF2-40B4-BE49-F238E27FC236}">
                    <a16:creationId xmlns:a16="http://schemas.microsoft.com/office/drawing/2014/main" id="{7FB2B8C3-DD64-C55B-6A3C-776569EBE708}"/>
                  </a:ext>
                </a:extLst>
              </p:cNvPr>
              <p:cNvSpPr/>
              <p:nvPr/>
            </p:nvSpPr>
            <p:spPr>
              <a:xfrm>
                <a:off x="3949700" y="2038350"/>
                <a:ext cx="603250" cy="273050"/>
              </a:xfrm>
              <a:prstGeom prst="ellipse">
                <a:avLst/>
              </a:prstGeom>
              <a:noFill/>
              <a:ln w="6350" cap="flat" cmpd="sng" algn="ctr">
                <a:solidFill>
                  <a:srgbClr val="666666">
                    <a:lumMod val="40000"/>
                    <a:lumOff val="60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  <p:sp>
            <p:nvSpPr>
              <p:cNvPr id="5863" name="椭圆 5862">
                <a:extLst>
                  <a:ext uri="{FF2B5EF4-FFF2-40B4-BE49-F238E27FC236}">
                    <a16:creationId xmlns:a16="http://schemas.microsoft.com/office/drawing/2014/main" id="{57AD6299-332B-C928-BB00-CEE4646A46EF}"/>
                  </a:ext>
                </a:extLst>
              </p:cNvPr>
              <p:cNvSpPr/>
              <p:nvPr/>
            </p:nvSpPr>
            <p:spPr>
              <a:xfrm>
                <a:off x="4051300" y="2038350"/>
                <a:ext cx="603250" cy="27305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666666">
                    <a:lumMod val="40000"/>
                    <a:lumOff val="60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</p:grpSp>
        <p:sp>
          <p:nvSpPr>
            <p:cNvPr id="5861" name="椭圆 5860">
              <a:extLst>
                <a:ext uri="{FF2B5EF4-FFF2-40B4-BE49-F238E27FC236}">
                  <a16:creationId xmlns:a16="http://schemas.microsoft.com/office/drawing/2014/main" id="{EF81684B-2F74-2BBB-D01F-3607D0AE16FE}"/>
                </a:ext>
              </a:extLst>
            </p:cNvPr>
            <p:cNvSpPr/>
            <p:nvPr/>
          </p:nvSpPr>
          <p:spPr>
            <a:xfrm>
              <a:off x="4184650" y="2044700"/>
              <a:ext cx="673100" cy="273050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应用</a:t>
              </a:r>
            </a:p>
          </p:txBody>
        </p:sp>
      </p:grpSp>
      <p:sp>
        <p:nvSpPr>
          <p:cNvPr id="5864" name="文本框 5863">
            <a:extLst>
              <a:ext uri="{FF2B5EF4-FFF2-40B4-BE49-F238E27FC236}">
                <a16:creationId xmlns:a16="http://schemas.microsoft.com/office/drawing/2014/main" id="{22337D97-E0B3-21BD-BFB7-6397C97DD169}"/>
              </a:ext>
            </a:extLst>
          </p:cNvPr>
          <p:cNvSpPr txBox="1"/>
          <p:nvPr/>
        </p:nvSpPr>
        <p:spPr>
          <a:xfrm>
            <a:off x="3961333" y="1309511"/>
            <a:ext cx="93081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lang="zh-CN" altLang="en-US" sz="1050" kern="0" dirty="0">
                <a:solidFill>
                  <a:prstClr val="black"/>
                </a:solidFill>
                <a:latin typeface="微软雅黑"/>
              </a:rPr>
              <a:t>内容小标题</a:t>
            </a:r>
          </a:p>
        </p:txBody>
      </p:sp>
      <p:sp>
        <p:nvSpPr>
          <p:cNvPr id="5865" name="下箭头 6727">
            <a:extLst>
              <a:ext uri="{FF2B5EF4-FFF2-40B4-BE49-F238E27FC236}">
                <a16:creationId xmlns:a16="http://schemas.microsoft.com/office/drawing/2014/main" id="{34FB231B-4815-F86A-8F1A-C1FA652DEC90}"/>
              </a:ext>
            </a:extLst>
          </p:cNvPr>
          <p:cNvSpPr/>
          <p:nvPr/>
        </p:nvSpPr>
        <p:spPr>
          <a:xfrm>
            <a:off x="4342429" y="1990967"/>
            <a:ext cx="168626" cy="222250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grpSp>
        <p:nvGrpSpPr>
          <p:cNvPr id="5866" name="组合 5865">
            <a:extLst>
              <a:ext uri="{FF2B5EF4-FFF2-40B4-BE49-F238E27FC236}">
                <a16:creationId xmlns:a16="http://schemas.microsoft.com/office/drawing/2014/main" id="{C45A3718-0BEA-1EEE-6CD9-757025627DF1}"/>
              </a:ext>
            </a:extLst>
          </p:cNvPr>
          <p:cNvGrpSpPr/>
          <p:nvPr/>
        </p:nvGrpSpPr>
        <p:grpSpPr>
          <a:xfrm>
            <a:off x="3616742" y="2254646"/>
            <a:ext cx="1620000" cy="996891"/>
            <a:chOff x="3616742" y="2254646"/>
            <a:chExt cx="1620000" cy="996891"/>
          </a:xfrm>
        </p:grpSpPr>
        <p:sp>
          <p:nvSpPr>
            <p:cNvPr id="5867" name="矩形 5866">
              <a:extLst>
                <a:ext uri="{FF2B5EF4-FFF2-40B4-BE49-F238E27FC236}">
                  <a16:creationId xmlns:a16="http://schemas.microsoft.com/office/drawing/2014/main" id="{8301BBC7-E9E8-78E4-123F-AA830D9C7552}"/>
                </a:ext>
              </a:extLst>
            </p:cNvPr>
            <p:cNvSpPr/>
            <p:nvPr/>
          </p:nvSpPr>
          <p:spPr>
            <a:xfrm>
              <a:off x="3616742" y="2254646"/>
              <a:ext cx="1620000" cy="996891"/>
            </a:xfrm>
            <a:prstGeom prst="rect">
              <a:avLst/>
            </a:prstGeom>
            <a:solidFill>
              <a:srgbClr val="F9F9F9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5868" name="圆角矩形 13">
              <a:extLst>
                <a:ext uri="{FF2B5EF4-FFF2-40B4-BE49-F238E27FC236}">
                  <a16:creationId xmlns:a16="http://schemas.microsoft.com/office/drawing/2014/main" id="{E689BDF8-5885-C633-DC63-FFD85FADE19D}"/>
                </a:ext>
              </a:extLst>
            </p:cNvPr>
            <p:cNvSpPr/>
            <p:nvPr/>
          </p:nvSpPr>
          <p:spPr>
            <a:xfrm>
              <a:off x="3712013" y="2302273"/>
              <a:ext cx="222587" cy="69215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txBody>
            <a:bodyPr l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密码平台  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A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5869" name="文本框 5868">
              <a:extLst>
                <a:ext uri="{FF2B5EF4-FFF2-40B4-BE49-F238E27FC236}">
                  <a16:creationId xmlns:a16="http://schemas.microsoft.com/office/drawing/2014/main" id="{55B5637B-5820-D42A-4806-67ABEAAB5C02}"/>
                </a:ext>
              </a:extLst>
            </p:cNvPr>
            <p:cNvSpPr txBox="1"/>
            <p:nvPr/>
          </p:nvSpPr>
          <p:spPr>
            <a:xfrm>
              <a:off x="3984364" y="2378457"/>
              <a:ext cx="508800" cy="200055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pPr marL="0" marR="0" lvl="0" indent="0" algn="ctr" defTabSz="9290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1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5870" name="文本框 5869">
              <a:extLst>
                <a:ext uri="{FF2B5EF4-FFF2-40B4-BE49-F238E27FC236}">
                  <a16:creationId xmlns:a16="http://schemas.microsoft.com/office/drawing/2014/main" id="{81EC875F-8799-C506-6B96-65E75D96494B}"/>
                </a:ext>
              </a:extLst>
            </p:cNvPr>
            <p:cNvSpPr txBox="1"/>
            <p:nvPr/>
          </p:nvSpPr>
          <p:spPr>
            <a:xfrm>
              <a:off x="4600108" y="2378457"/>
              <a:ext cx="508800" cy="200055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pPr marL="0" marR="0" lvl="0" indent="0" algn="ctr" defTabSz="9290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2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5871" name="文本框 5870">
              <a:extLst>
                <a:ext uri="{FF2B5EF4-FFF2-40B4-BE49-F238E27FC236}">
                  <a16:creationId xmlns:a16="http://schemas.microsoft.com/office/drawing/2014/main" id="{C9115420-D98E-9C34-E55F-42A69D0C43D4}"/>
                </a:ext>
              </a:extLst>
            </p:cNvPr>
            <p:cNvSpPr txBox="1"/>
            <p:nvPr/>
          </p:nvSpPr>
          <p:spPr>
            <a:xfrm>
              <a:off x="3984364" y="2686196"/>
              <a:ext cx="508800" cy="200055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pPr marL="0" marR="0" lvl="0" indent="0" algn="ctr" defTabSz="9290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3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5872" name="文本框 5871">
              <a:extLst>
                <a:ext uri="{FF2B5EF4-FFF2-40B4-BE49-F238E27FC236}">
                  <a16:creationId xmlns:a16="http://schemas.microsoft.com/office/drawing/2014/main" id="{85857118-C29E-5DB0-E708-74EE24ADFEBA}"/>
                </a:ext>
              </a:extLst>
            </p:cNvPr>
            <p:cNvSpPr txBox="1"/>
            <p:nvPr/>
          </p:nvSpPr>
          <p:spPr>
            <a:xfrm>
              <a:off x="4606854" y="2686196"/>
              <a:ext cx="508800" cy="200055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pPr marL="0" marR="0" lvl="0" indent="0" algn="ctr" defTabSz="9290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.…..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5873" name="文本框 5872">
              <a:extLst>
                <a:ext uri="{FF2B5EF4-FFF2-40B4-BE49-F238E27FC236}">
                  <a16:creationId xmlns:a16="http://schemas.microsoft.com/office/drawing/2014/main" id="{6056D432-B2AA-15B5-FF48-1C4340400083}"/>
                </a:ext>
              </a:extLst>
            </p:cNvPr>
            <p:cNvSpPr txBox="1"/>
            <p:nvPr/>
          </p:nvSpPr>
          <p:spPr>
            <a:xfrm>
              <a:off x="3897703" y="3026411"/>
              <a:ext cx="105222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内容样式</a:t>
              </a:r>
            </a:p>
          </p:txBody>
        </p:sp>
      </p:grpSp>
      <p:sp>
        <p:nvSpPr>
          <p:cNvPr id="5874" name="文本框 5873">
            <a:extLst>
              <a:ext uri="{FF2B5EF4-FFF2-40B4-BE49-F238E27FC236}">
                <a16:creationId xmlns:a16="http://schemas.microsoft.com/office/drawing/2014/main" id="{53A04DE2-7199-D495-5C5F-D7154A9FE453}"/>
              </a:ext>
            </a:extLst>
          </p:cNvPr>
          <p:cNvSpPr txBox="1"/>
          <p:nvPr/>
        </p:nvSpPr>
        <p:spPr>
          <a:xfrm>
            <a:off x="3523435" y="4492061"/>
            <a:ext cx="67279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微软雅黑"/>
              </a:rPr>
              <a:t>内容样式</a:t>
            </a:r>
          </a:p>
        </p:txBody>
      </p:sp>
      <p:cxnSp>
        <p:nvCxnSpPr>
          <p:cNvPr id="5875" name="直接箭头连接符 5874">
            <a:extLst>
              <a:ext uri="{FF2B5EF4-FFF2-40B4-BE49-F238E27FC236}">
                <a16:creationId xmlns:a16="http://schemas.microsoft.com/office/drawing/2014/main" id="{822F5016-18BD-E09C-BD3B-B544353505A9}"/>
              </a:ext>
            </a:extLst>
          </p:cNvPr>
          <p:cNvCxnSpPr>
            <a:cxnSpLocks/>
            <a:stCxn id="5876" idx="0"/>
            <a:endCxn id="3467" idx="2"/>
          </p:cNvCxnSpPr>
          <p:nvPr/>
        </p:nvCxnSpPr>
        <p:spPr>
          <a:xfrm flipV="1">
            <a:off x="2272139" y="2883080"/>
            <a:ext cx="983" cy="408830"/>
          </a:xfrm>
          <a:prstGeom prst="straightConnector1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76" name="圆角矩形 6710">
            <a:extLst>
              <a:ext uri="{FF2B5EF4-FFF2-40B4-BE49-F238E27FC236}">
                <a16:creationId xmlns:a16="http://schemas.microsoft.com/office/drawing/2014/main" id="{A45C3856-F6BD-3F0B-C2FE-1F1C37A03B2D}"/>
              </a:ext>
            </a:extLst>
          </p:cNvPr>
          <p:cNvSpPr/>
          <p:nvPr/>
        </p:nvSpPr>
        <p:spPr>
          <a:xfrm>
            <a:off x="1696139" y="3291910"/>
            <a:ext cx="1152000" cy="2880000"/>
          </a:xfrm>
          <a:prstGeom prst="roundRect">
            <a:avLst>
              <a:gd name="adj" fmla="val 0"/>
            </a:avLst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5877" name="文本框 5876">
            <a:extLst>
              <a:ext uri="{FF2B5EF4-FFF2-40B4-BE49-F238E27FC236}">
                <a16:creationId xmlns:a16="http://schemas.microsoft.com/office/drawing/2014/main" id="{766D433A-3B2F-DB26-452D-776CCD0B4BAD}"/>
              </a:ext>
            </a:extLst>
          </p:cNvPr>
          <p:cNvSpPr txBox="1"/>
          <p:nvPr/>
        </p:nvSpPr>
        <p:spPr>
          <a:xfrm>
            <a:off x="1856850" y="5870257"/>
            <a:ext cx="830578" cy="25391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defTabSz="914400">
              <a:defRPr/>
            </a:pPr>
            <a:r>
              <a:rPr lang="zh-CN" altLang="en-US" sz="1050" b="1" kern="0" dirty="0">
                <a:solidFill>
                  <a:srgbClr val="C00000"/>
                </a:solidFill>
                <a:latin typeface="微软雅黑"/>
              </a:rPr>
              <a:t>大标题</a:t>
            </a:r>
          </a:p>
        </p:txBody>
      </p:sp>
      <p:sp>
        <p:nvSpPr>
          <p:cNvPr id="5878" name="矩形 5877">
            <a:extLst>
              <a:ext uri="{FF2B5EF4-FFF2-40B4-BE49-F238E27FC236}">
                <a16:creationId xmlns:a16="http://schemas.microsoft.com/office/drawing/2014/main" id="{332A8095-EC35-12AE-FE26-D05387780874}"/>
              </a:ext>
            </a:extLst>
          </p:cNvPr>
          <p:cNvSpPr/>
          <p:nvPr/>
        </p:nvSpPr>
        <p:spPr>
          <a:xfrm>
            <a:off x="1840139" y="4736732"/>
            <a:ext cx="864000" cy="4635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这里是内容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区域样式</a:t>
            </a:r>
          </a:p>
        </p:txBody>
      </p:sp>
      <p:cxnSp>
        <p:nvCxnSpPr>
          <p:cNvPr id="5879" name="直接箭头连接符 5878">
            <a:extLst>
              <a:ext uri="{FF2B5EF4-FFF2-40B4-BE49-F238E27FC236}">
                <a16:creationId xmlns:a16="http://schemas.microsoft.com/office/drawing/2014/main" id="{AD074864-0DD7-4A0D-E673-49A94BB62BF6}"/>
              </a:ext>
            </a:extLst>
          </p:cNvPr>
          <p:cNvCxnSpPr>
            <a:cxnSpLocks/>
          </p:cNvCxnSpPr>
          <p:nvPr/>
        </p:nvCxnSpPr>
        <p:spPr>
          <a:xfrm flipV="1">
            <a:off x="2664867" y="5607741"/>
            <a:ext cx="660947" cy="2378"/>
          </a:xfrm>
          <a:prstGeom prst="straightConnector1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80" name="下箭头 6772">
            <a:extLst>
              <a:ext uri="{FF2B5EF4-FFF2-40B4-BE49-F238E27FC236}">
                <a16:creationId xmlns:a16="http://schemas.microsoft.com/office/drawing/2014/main" id="{46F4D05E-4F14-2C06-B13E-BDD9B14EE0AF}"/>
              </a:ext>
            </a:extLst>
          </p:cNvPr>
          <p:cNvSpPr/>
          <p:nvPr/>
        </p:nvSpPr>
        <p:spPr>
          <a:xfrm rot="16200000">
            <a:off x="3024647" y="1736849"/>
            <a:ext cx="185228" cy="344356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78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cxnSp>
        <p:nvCxnSpPr>
          <p:cNvPr id="5881" name="肘形连接符 44">
            <a:extLst>
              <a:ext uri="{FF2B5EF4-FFF2-40B4-BE49-F238E27FC236}">
                <a16:creationId xmlns:a16="http://schemas.microsoft.com/office/drawing/2014/main" id="{275D7A59-62CF-5124-E565-A05975BC51FE}"/>
              </a:ext>
            </a:extLst>
          </p:cNvPr>
          <p:cNvCxnSpPr>
            <a:cxnSpLocks/>
          </p:cNvCxnSpPr>
          <p:nvPr/>
        </p:nvCxnSpPr>
        <p:spPr>
          <a:xfrm flipV="1">
            <a:off x="2506522" y="2741808"/>
            <a:ext cx="1080802" cy="87219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82" name="管理员">
            <a:extLst>
              <a:ext uri="{FF2B5EF4-FFF2-40B4-BE49-F238E27FC236}">
                <a16:creationId xmlns:a16="http://schemas.microsoft.com/office/drawing/2014/main" id="{3FD7ECC5-75F4-0334-2BDA-F6844BD26DF3}"/>
              </a:ext>
            </a:extLst>
          </p:cNvPr>
          <p:cNvSpPr/>
          <p:nvPr/>
        </p:nvSpPr>
        <p:spPr>
          <a:xfrm>
            <a:off x="735440" y="4603901"/>
            <a:ext cx="222776" cy="286016"/>
          </a:xfrm>
          <a:custGeom>
            <a:avLst/>
            <a:gdLst/>
            <a:ahLst/>
            <a:cxnLst/>
            <a:rect l="0" t="0" r="0" b="0"/>
            <a:pathLst>
              <a:path w="288800" h="334400">
                <a:moveTo>
                  <a:pt x="275534" y="270238"/>
                </a:moveTo>
                <a:cubicBezTo>
                  <a:pt x="276117" y="262094"/>
                  <a:pt x="281186" y="254884"/>
                  <a:pt x="288800" y="251366"/>
                </a:cubicBezTo>
                <a:cubicBezTo>
                  <a:pt x="287240" y="246837"/>
                  <a:pt x="284898" y="242308"/>
                  <a:pt x="283338" y="238534"/>
                </a:cubicBezTo>
                <a:cubicBezTo>
                  <a:pt x="275327" y="240114"/>
                  <a:pt x="267047" y="237540"/>
                  <a:pt x="261489" y="231740"/>
                </a:cubicBezTo>
                <a:cubicBezTo>
                  <a:pt x="256071" y="226042"/>
                  <a:pt x="254279" y="217949"/>
                  <a:pt x="256807" y="210604"/>
                </a:cubicBezTo>
                <a:cubicBezTo>
                  <a:pt x="252591" y="208392"/>
                  <a:pt x="248145" y="206620"/>
                  <a:pt x="243541" y="205320"/>
                </a:cubicBezTo>
                <a:cubicBezTo>
                  <a:pt x="239429" y="212862"/>
                  <a:pt x="231286" y="217530"/>
                  <a:pt x="222473" y="217398"/>
                </a:cubicBezTo>
                <a:cubicBezTo>
                  <a:pt x="213939" y="217251"/>
                  <a:pt x="206165" y="212622"/>
                  <a:pt x="202184" y="205320"/>
                </a:cubicBezTo>
                <a:cubicBezTo>
                  <a:pt x="197502" y="206829"/>
                  <a:pt x="192820" y="209094"/>
                  <a:pt x="188919" y="210604"/>
                </a:cubicBezTo>
                <a:cubicBezTo>
                  <a:pt x="191572" y="218074"/>
                  <a:pt x="189432" y="226356"/>
                  <a:pt x="183456" y="231740"/>
                </a:cubicBezTo>
                <a:cubicBezTo>
                  <a:pt x="178326" y="237677"/>
                  <a:pt x="170174" y="240306"/>
                  <a:pt x="162388" y="238534"/>
                </a:cubicBezTo>
                <a:cubicBezTo>
                  <a:pt x="160101" y="242611"/>
                  <a:pt x="158270" y="246913"/>
                  <a:pt x="156926" y="251366"/>
                </a:cubicBezTo>
                <a:cubicBezTo>
                  <a:pt x="164554" y="254742"/>
                  <a:pt x="169436" y="262122"/>
                  <a:pt x="169411" y="270238"/>
                </a:cubicBezTo>
                <a:cubicBezTo>
                  <a:pt x="169547" y="278763"/>
                  <a:pt x="164722" y="286640"/>
                  <a:pt x="156926" y="290619"/>
                </a:cubicBezTo>
                <a:cubicBezTo>
                  <a:pt x="158486" y="295148"/>
                  <a:pt x="160827" y="299677"/>
                  <a:pt x="162388" y="303451"/>
                </a:cubicBezTo>
                <a:cubicBezTo>
                  <a:pt x="169862" y="300773"/>
                  <a:pt x="178269" y="302881"/>
                  <a:pt x="183456" y="308735"/>
                </a:cubicBezTo>
                <a:cubicBezTo>
                  <a:pt x="189620" y="314010"/>
                  <a:pt x="191791" y="322411"/>
                  <a:pt x="188919" y="329871"/>
                </a:cubicBezTo>
                <a:cubicBezTo>
                  <a:pt x="193014" y="332158"/>
                  <a:pt x="197512" y="333693"/>
                  <a:pt x="202184" y="334400"/>
                </a:cubicBezTo>
                <a:cubicBezTo>
                  <a:pt x="206165" y="327098"/>
                  <a:pt x="213939" y="322470"/>
                  <a:pt x="222473" y="322322"/>
                </a:cubicBezTo>
                <a:cubicBezTo>
                  <a:pt x="231286" y="322191"/>
                  <a:pt x="239429" y="326859"/>
                  <a:pt x="243541" y="334400"/>
                </a:cubicBezTo>
                <a:cubicBezTo>
                  <a:pt x="247443" y="332891"/>
                  <a:pt x="252905" y="331381"/>
                  <a:pt x="256807" y="329871"/>
                </a:cubicBezTo>
                <a:cubicBezTo>
                  <a:pt x="253699" y="322567"/>
                  <a:pt x="255560" y="314167"/>
                  <a:pt x="261489" y="308735"/>
                </a:cubicBezTo>
                <a:cubicBezTo>
                  <a:pt x="266792" y="302561"/>
                  <a:pt x="275309" y="299912"/>
                  <a:pt x="283338" y="301941"/>
                </a:cubicBezTo>
                <a:cubicBezTo>
                  <a:pt x="285490" y="297802"/>
                  <a:pt x="287316" y="293514"/>
                  <a:pt x="288800" y="289109"/>
                </a:cubicBezTo>
                <a:cubicBezTo>
                  <a:pt x="280984" y="285822"/>
                  <a:pt x="275821" y="278477"/>
                  <a:pt x="275534" y="270238"/>
                </a:cubicBezTo>
                <a:close/>
                <a:moveTo>
                  <a:pt x="221692" y="304206"/>
                </a:moveTo>
                <a:cubicBezTo>
                  <a:pt x="202299" y="304206"/>
                  <a:pt x="186578" y="288998"/>
                  <a:pt x="186578" y="270238"/>
                </a:cubicBezTo>
                <a:cubicBezTo>
                  <a:pt x="186578" y="251477"/>
                  <a:pt x="202299" y="236269"/>
                  <a:pt x="221692" y="236269"/>
                </a:cubicBezTo>
                <a:cubicBezTo>
                  <a:pt x="241086" y="236269"/>
                  <a:pt x="256807" y="251477"/>
                  <a:pt x="256807" y="270238"/>
                </a:cubicBezTo>
                <a:cubicBezTo>
                  <a:pt x="256352" y="288842"/>
                  <a:pt x="240847" y="303807"/>
                  <a:pt x="221692" y="304206"/>
                </a:cubicBezTo>
                <a:close/>
                <a:moveTo>
                  <a:pt x="135076" y="169087"/>
                </a:moveTo>
                <a:cubicBezTo>
                  <a:pt x="86809" y="169087"/>
                  <a:pt x="47680" y="131236"/>
                  <a:pt x="47680" y="84544"/>
                </a:cubicBezTo>
                <a:cubicBezTo>
                  <a:pt x="47680" y="37851"/>
                  <a:pt x="86809" y="0"/>
                  <a:pt x="135076" y="0"/>
                </a:cubicBezTo>
                <a:cubicBezTo>
                  <a:pt x="183344" y="0"/>
                  <a:pt x="222473" y="37851"/>
                  <a:pt x="222473" y="84544"/>
                </a:cubicBezTo>
                <a:cubicBezTo>
                  <a:pt x="222473" y="106978"/>
                  <a:pt x="213319" y="128505"/>
                  <a:pt x="196921" y="144370"/>
                </a:cubicBezTo>
                <a:cubicBezTo>
                  <a:pt x="180521" y="160233"/>
                  <a:pt x="158268" y="169087"/>
                  <a:pt x="135076" y="169087"/>
                </a:cubicBezTo>
                <a:close/>
                <a:moveTo>
                  <a:pt x="135076" y="15097"/>
                </a:moveTo>
                <a:cubicBezTo>
                  <a:pt x="95428" y="15097"/>
                  <a:pt x="63287" y="46189"/>
                  <a:pt x="63287" y="84544"/>
                </a:cubicBezTo>
                <a:cubicBezTo>
                  <a:pt x="63287" y="122897"/>
                  <a:pt x="95428" y="153990"/>
                  <a:pt x="135076" y="153990"/>
                </a:cubicBezTo>
                <a:cubicBezTo>
                  <a:pt x="174725" y="153990"/>
                  <a:pt x="206866" y="122897"/>
                  <a:pt x="206866" y="84544"/>
                </a:cubicBezTo>
                <a:cubicBezTo>
                  <a:pt x="206402" y="46377"/>
                  <a:pt x="174531" y="15545"/>
                  <a:pt x="135076" y="15097"/>
                </a:cubicBezTo>
                <a:close/>
                <a:moveTo>
                  <a:pt x="147481" y="321492"/>
                </a:moveTo>
                <a:lnTo>
                  <a:pt x="28872" y="321492"/>
                </a:lnTo>
                <a:cubicBezTo>
                  <a:pt x="13031" y="321249"/>
                  <a:pt x="0" y="308886"/>
                  <a:pt x="0" y="293562"/>
                </a:cubicBezTo>
                <a:cubicBezTo>
                  <a:pt x="0" y="219985"/>
                  <a:pt x="59153" y="159103"/>
                  <a:pt x="135074" y="154647"/>
                </a:cubicBezTo>
                <a:cubicBezTo>
                  <a:pt x="166872" y="154647"/>
                  <a:pt x="198024" y="163381"/>
                  <a:pt x="224031" y="181089"/>
                </a:cubicBezTo>
                <a:cubicBezTo>
                  <a:pt x="227152" y="183354"/>
                  <a:pt x="229493" y="185618"/>
                  <a:pt x="232615" y="187883"/>
                </a:cubicBezTo>
                <a:cubicBezTo>
                  <a:pt x="235119" y="189510"/>
                  <a:pt x="236430" y="192388"/>
                  <a:pt x="236068" y="195274"/>
                </a:cubicBezTo>
                <a:cubicBezTo>
                  <a:pt x="235532" y="198161"/>
                  <a:pt x="233402" y="200537"/>
                  <a:pt x="230513" y="201378"/>
                </a:cubicBezTo>
                <a:cubicBezTo>
                  <a:pt x="227622" y="202219"/>
                  <a:pt x="224491" y="201373"/>
                  <a:pt x="222470" y="199205"/>
                </a:cubicBezTo>
                <a:cubicBezTo>
                  <a:pt x="220025" y="197011"/>
                  <a:pt x="217418" y="194992"/>
                  <a:pt x="214667" y="193167"/>
                </a:cubicBezTo>
                <a:cubicBezTo>
                  <a:pt x="192044" y="176597"/>
                  <a:pt x="164213" y="168067"/>
                  <a:pt x="135855" y="169011"/>
                </a:cubicBezTo>
                <a:cubicBezTo>
                  <a:pt x="68044" y="172598"/>
                  <a:pt x="15125" y="227115"/>
                  <a:pt x="15685" y="292807"/>
                </a:cubicBezTo>
                <a:cubicBezTo>
                  <a:pt x="15889" y="299811"/>
                  <a:pt x="21710" y="305442"/>
                  <a:pt x="28950" y="305640"/>
                </a:cubicBezTo>
                <a:lnTo>
                  <a:pt x="147559" y="305640"/>
                </a:lnTo>
                <a:cubicBezTo>
                  <a:pt x="149668" y="305505"/>
                  <a:pt x="151736" y="306256"/>
                  <a:pt x="153230" y="307703"/>
                </a:cubicBezTo>
                <a:cubicBezTo>
                  <a:pt x="154725" y="309149"/>
                  <a:pt x="155502" y="311149"/>
                  <a:pt x="155362" y="313188"/>
                </a:cubicBezTo>
                <a:cubicBezTo>
                  <a:pt x="155377" y="317521"/>
                  <a:pt x="151945" y="321137"/>
                  <a:pt x="147481" y="321492"/>
                </a:cubicBezTo>
                <a:close/>
              </a:path>
            </a:pathLst>
          </a:custGeom>
          <a:solidFill>
            <a:srgbClr val="4C4C4C"/>
          </a:solidFill>
          <a:ln w="7600" cap="flat">
            <a:noFill/>
            <a:bevel/>
          </a:ln>
        </p:spPr>
      </p:sp>
      <p:sp>
        <p:nvSpPr>
          <p:cNvPr id="5883" name="矩形 5882">
            <a:extLst>
              <a:ext uri="{FF2B5EF4-FFF2-40B4-BE49-F238E27FC236}">
                <a16:creationId xmlns:a16="http://schemas.microsoft.com/office/drawing/2014/main" id="{9B2AD374-D9D9-2B14-7E29-38F01CE53E41}"/>
              </a:ext>
            </a:extLst>
          </p:cNvPr>
          <p:cNvSpPr/>
          <p:nvPr/>
        </p:nvSpPr>
        <p:spPr>
          <a:xfrm>
            <a:off x="517525" y="903080"/>
            <a:ext cx="662538" cy="1980000"/>
          </a:xfrm>
          <a:prstGeom prst="rect">
            <a:avLst/>
          </a:prstGeom>
          <a:solidFill>
            <a:srgbClr val="F9F9F9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5884" name="用户">
            <a:extLst>
              <a:ext uri="{FF2B5EF4-FFF2-40B4-BE49-F238E27FC236}">
                <a16:creationId xmlns:a16="http://schemas.microsoft.com/office/drawing/2014/main" id="{8B659028-769A-A563-74CF-DEA6A3E1A901}"/>
              </a:ext>
            </a:extLst>
          </p:cNvPr>
          <p:cNvSpPr/>
          <p:nvPr/>
        </p:nvSpPr>
        <p:spPr>
          <a:xfrm>
            <a:off x="744065" y="1764159"/>
            <a:ext cx="209458" cy="257841"/>
          </a:xfrm>
          <a:custGeom>
            <a:avLst/>
            <a:gdLst/>
            <a:ahLst/>
            <a:cxnLst/>
            <a:rect l="0" t="0" r="0" b="0"/>
            <a:pathLst>
              <a:path w="258400" h="334400">
                <a:moveTo>
                  <a:pt x="128852" y="175308"/>
                </a:moveTo>
                <a:cubicBezTo>
                  <a:pt x="81308" y="175308"/>
                  <a:pt x="42766" y="136064"/>
                  <a:pt x="42766" y="87654"/>
                </a:cubicBezTo>
                <a:cubicBezTo>
                  <a:pt x="42766" y="39244"/>
                  <a:pt x="81308" y="0"/>
                  <a:pt x="128852" y="0"/>
                </a:cubicBezTo>
                <a:cubicBezTo>
                  <a:pt x="176397" y="0"/>
                  <a:pt x="214939" y="39244"/>
                  <a:pt x="214939" y="87654"/>
                </a:cubicBezTo>
                <a:cubicBezTo>
                  <a:pt x="214939" y="110908"/>
                  <a:pt x="205896" y="133214"/>
                  <a:pt x="189747" y="149657"/>
                </a:cubicBezTo>
                <a:cubicBezTo>
                  <a:pt x="173598" y="166100"/>
                  <a:pt x="151691" y="175308"/>
                  <a:pt x="128852" y="175308"/>
                </a:cubicBezTo>
                <a:close/>
                <a:moveTo>
                  <a:pt x="128852" y="16290"/>
                </a:moveTo>
                <a:cubicBezTo>
                  <a:pt x="89723" y="16290"/>
                  <a:pt x="58002" y="48588"/>
                  <a:pt x="58002" y="88430"/>
                </a:cubicBezTo>
                <a:cubicBezTo>
                  <a:pt x="58002" y="128271"/>
                  <a:pt x="89723" y="160570"/>
                  <a:pt x="128852" y="160570"/>
                </a:cubicBezTo>
                <a:cubicBezTo>
                  <a:pt x="167981" y="160570"/>
                  <a:pt x="199702" y="128271"/>
                  <a:pt x="199702" y="88430"/>
                </a:cubicBezTo>
                <a:cubicBezTo>
                  <a:pt x="199743" y="69284"/>
                  <a:pt x="192291" y="50911"/>
                  <a:pt x="178996" y="37373"/>
                </a:cubicBezTo>
                <a:cubicBezTo>
                  <a:pt x="165700" y="23836"/>
                  <a:pt x="147655" y="16248"/>
                  <a:pt x="128852" y="16290"/>
                </a:cubicBezTo>
                <a:close/>
                <a:moveTo>
                  <a:pt x="219546" y="334400"/>
                </a:moveTo>
                <a:lnTo>
                  <a:pt x="38992" y="334400"/>
                </a:lnTo>
                <a:cubicBezTo>
                  <a:pt x="17569" y="334400"/>
                  <a:pt x="0" y="316652"/>
                  <a:pt x="0" y="294840"/>
                </a:cubicBezTo>
                <a:cubicBezTo>
                  <a:pt x="-1590" y="242109"/>
                  <a:pt x="27842" y="193445"/>
                  <a:pt x="74864" y="171282"/>
                </a:cubicBezTo>
                <a:cubicBezTo>
                  <a:pt x="121887" y="149120"/>
                  <a:pt x="177371" y="157761"/>
                  <a:pt x="215737" y="193223"/>
                </a:cubicBezTo>
                <a:cubicBezTo>
                  <a:pt x="243013" y="218103"/>
                  <a:pt x="258400" y="253673"/>
                  <a:pt x="258400" y="290961"/>
                </a:cubicBezTo>
                <a:cubicBezTo>
                  <a:pt x="258400" y="316947"/>
                  <a:pt x="240877" y="334400"/>
                  <a:pt x="219546" y="334400"/>
                </a:cubicBezTo>
                <a:close/>
                <a:moveTo>
                  <a:pt x="129650" y="175382"/>
                </a:moveTo>
                <a:cubicBezTo>
                  <a:pt x="125319" y="175253"/>
                  <a:pt x="120985" y="175513"/>
                  <a:pt x="116699" y="176157"/>
                </a:cubicBezTo>
                <a:cubicBezTo>
                  <a:pt x="58039" y="183424"/>
                  <a:pt x="14279" y="234682"/>
                  <a:pt x="15375" y="294840"/>
                </a:cubicBezTo>
                <a:cubicBezTo>
                  <a:pt x="15458" y="308085"/>
                  <a:pt x="25983" y="318802"/>
                  <a:pt x="38992" y="318886"/>
                </a:cubicBezTo>
                <a:lnTo>
                  <a:pt x="219546" y="318886"/>
                </a:lnTo>
                <a:cubicBezTo>
                  <a:pt x="232554" y="318802"/>
                  <a:pt x="243080" y="308085"/>
                  <a:pt x="243163" y="294840"/>
                </a:cubicBezTo>
                <a:cubicBezTo>
                  <a:pt x="243998" y="260617"/>
                  <a:pt x="230079" y="227738"/>
                  <a:pt x="205071" y="204859"/>
                </a:cubicBezTo>
                <a:cubicBezTo>
                  <a:pt x="184443" y="185762"/>
                  <a:pt x="157528" y="175243"/>
                  <a:pt x="129650" y="175382"/>
                </a:cubicBezTo>
                <a:close/>
              </a:path>
            </a:pathLst>
          </a:custGeom>
          <a:solidFill>
            <a:srgbClr val="4C4C4C"/>
          </a:solidFill>
          <a:ln w="7600" cap="flat">
            <a:noFill/>
            <a:bevel/>
          </a:ln>
        </p:spPr>
      </p:sp>
      <p:cxnSp>
        <p:nvCxnSpPr>
          <p:cNvPr id="5885" name="肘形连接符 44">
            <a:extLst>
              <a:ext uri="{FF2B5EF4-FFF2-40B4-BE49-F238E27FC236}">
                <a16:creationId xmlns:a16="http://schemas.microsoft.com/office/drawing/2014/main" id="{F1E353C0-FFF9-B48A-1FF4-93C76729C372}"/>
              </a:ext>
            </a:extLst>
          </p:cNvPr>
          <p:cNvCxnSpPr>
            <a:cxnSpLocks/>
            <a:stCxn id="5878" idx="3"/>
            <a:endCxn id="5849" idx="1"/>
          </p:cNvCxnSpPr>
          <p:nvPr/>
        </p:nvCxnSpPr>
        <p:spPr>
          <a:xfrm flipV="1">
            <a:off x="2704139" y="4284689"/>
            <a:ext cx="620001" cy="68381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886" name="标题 1">
            <a:extLst>
              <a:ext uri="{FF2B5EF4-FFF2-40B4-BE49-F238E27FC236}">
                <a16:creationId xmlns:a16="http://schemas.microsoft.com/office/drawing/2014/main" id="{AD597FF5-3D09-709C-46BC-EBD0202E831A}"/>
              </a:ext>
            </a:extLst>
          </p:cNvPr>
          <p:cNvSpPr txBox="1">
            <a:spLocks/>
          </p:cNvSpPr>
          <p:nvPr/>
        </p:nvSpPr>
        <p:spPr>
          <a:xfrm>
            <a:off x="516201" y="261000"/>
            <a:ext cx="1116436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 defTabSz="1187798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>
                <a:latin typeface="+mn-ea"/>
                <a:ea typeface="+mn-ea"/>
              </a:rPr>
              <a:t>页面参考 </a:t>
            </a:r>
            <a:r>
              <a:rPr lang="en-US" altLang="zh-CN" sz="2000">
                <a:latin typeface="+mn-ea"/>
              </a:rPr>
              <a:t>–</a:t>
            </a:r>
            <a:r>
              <a:rPr lang="en-US" altLang="zh-CN" sz="2000">
                <a:latin typeface="+mn-ea"/>
                <a:ea typeface="+mn-ea"/>
              </a:rPr>
              <a:t> </a:t>
            </a:r>
            <a:r>
              <a:rPr lang="zh-CN" altLang="en-US" sz="2000">
                <a:latin typeface="+mn-ea"/>
                <a:ea typeface="+mn-ea"/>
              </a:rPr>
              <a:t>逻辑架构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5887" name="矩形 5886">
            <a:extLst>
              <a:ext uri="{FF2B5EF4-FFF2-40B4-BE49-F238E27FC236}">
                <a16:creationId xmlns:a16="http://schemas.microsoft.com/office/drawing/2014/main" id="{AF28D21F-1520-2BC8-8035-9A27740ECD4B}"/>
              </a:ext>
            </a:extLst>
          </p:cNvPr>
          <p:cNvSpPr/>
          <p:nvPr/>
        </p:nvSpPr>
        <p:spPr>
          <a:xfrm>
            <a:off x="1840415" y="3453508"/>
            <a:ext cx="863449" cy="4635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这里是内容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区域样式</a:t>
            </a:r>
          </a:p>
        </p:txBody>
      </p:sp>
      <p:cxnSp>
        <p:nvCxnSpPr>
          <p:cNvPr id="5888" name="直接连接符 5887">
            <a:extLst>
              <a:ext uri="{FF2B5EF4-FFF2-40B4-BE49-F238E27FC236}">
                <a16:creationId xmlns:a16="http://schemas.microsoft.com/office/drawing/2014/main" id="{C4F518F7-1383-8E85-0454-2CE1A29C431B}"/>
              </a:ext>
            </a:extLst>
          </p:cNvPr>
          <p:cNvCxnSpPr/>
          <p:nvPr/>
        </p:nvCxnSpPr>
        <p:spPr>
          <a:xfrm>
            <a:off x="2694023" y="4286067"/>
            <a:ext cx="575319" cy="0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sp>
        <p:nvSpPr>
          <p:cNvPr id="5889" name="矩形 5888">
            <a:extLst>
              <a:ext uri="{FF2B5EF4-FFF2-40B4-BE49-F238E27FC236}">
                <a16:creationId xmlns:a16="http://schemas.microsoft.com/office/drawing/2014/main" id="{43B8F08A-79F5-12EA-7DDC-74C9F4A701D3}"/>
              </a:ext>
            </a:extLst>
          </p:cNvPr>
          <p:cNvSpPr/>
          <p:nvPr/>
        </p:nvSpPr>
        <p:spPr>
          <a:xfrm>
            <a:off x="1840139" y="4095120"/>
            <a:ext cx="864000" cy="4635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这里是内容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区域样式</a:t>
            </a:r>
          </a:p>
        </p:txBody>
      </p:sp>
      <p:sp>
        <p:nvSpPr>
          <p:cNvPr id="5890" name="下箭头 6772">
            <a:extLst>
              <a:ext uri="{FF2B5EF4-FFF2-40B4-BE49-F238E27FC236}">
                <a16:creationId xmlns:a16="http://schemas.microsoft.com/office/drawing/2014/main" id="{9E48E1AE-2D66-94D1-0711-9F3CD5EF932A}"/>
              </a:ext>
            </a:extLst>
          </p:cNvPr>
          <p:cNvSpPr/>
          <p:nvPr/>
        </p:nvSpPr>
        <p:spPr>
          <a:xfrm rot="16200000">
            <a:off x="1339781" y="1736848"/>
            <a:ext cx="185228" cy="344356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78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5891" name="下箭头 6772">
            <a:extLst>
              <a:ext uri="{FF2B5EF4-FFF2-40B4-BE49-F238E27FC236}">
                <a16:creationId xmlns:a16="http://schemas.microsoft.com/office/drawing/2014/main" id="{DC439070-EE4B-A325-B33C-C91C2407536D}"/>
              </a:ext>
            </a:extLst>
          </p:cNvPr>
          <p:cNvSpPr/>
          <p:nvPr/>
        </p:nvSpPr>
        <p:spPr>
          <a:xfrm rot="16200000">
            <a:off x="1339781" y="4584669"/>
            <a:ext cx="185228" cy="344356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78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5892" name="矩形 5891">
            <a:extLst>
              <a:ext uri="{FF2B5EF4-FFF2-40B4-BE49-F238E27FC236}">
                <a16:creationId xmlns:a16="http://schemas.microsoft.com/office/drawing/2014/main" id="{40A0D619-12CA-4E70-14DA-88716A69FA60}"/>
              </a:ext>
            </a:extLst>
          </p:cNvPr>
          <p:cNvSpPr/>
          <p:nvPr/>
        </p:nvSpPr>
        <p:spPr>
          <a:xfrm>
            <a:off x="7997573" y="4198611"/>
            <a:ext cx="756000" cy="25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5893" name="矩形 5892">
            <a:extLst>
              <a:ext uri="{FF2B5EF4-FFF2-40B4-BE49-F238E27FC236}">
                <a16:creationId xmlns:a16="http://schemas.microsoft.com/office/drawing/2014/main" id="{9475870B-9A34-1F74-73CA-63EDA72EB2BA}"/>
              </a:ext>
            </a:extLst>
          </p:cNvPr>
          <p:cNvSpPr/>
          <p:nvPr/>
        </p:nvSpPr>
        <p:spPr>
          <a:xfrm>
            <a:off x="8900721" y="4198611"/>
            <a:ext cx="756000" cy="25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5894" name="矩形 5893">
            <a:extLst>
              <a:ext uri="{FF2B5EF4-FFF2-40B4-BE49-F238E27FC236}">
                <a16:creationId xmlns:a16="http://schemas.microsoft.com/office/drawing/2014/main" id="{D068179D-9F44-2F51-00DF-3ABDDFD6A81A}"/>
              </a:ext>
            </a:extLst>
          </p:cNvPr>
          <p:cNvSpPr/>
          <p:nvPr/>
        </p:nvSpPr>
        <p:spPr>
          <a:xfrm>
            <a:off x="9803869" y="4198611"/>
            <a:ext cx="756000" cy="25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内容</a:t>
            </a:r>
          </a:p>
        </p:txBody>
      </p:sp>
      <p:sp>
        <p:nvSpPr>
          <p:cNvPr id="5895" name="矩形 5894">
            <a:extLst>
              <a:ext uri="{FF2B5EF4-FFF2-40B4-BE49-F238E27FC236}">
                <a16:creationId xmlns:a16="http://schemas.microsoft.com/office/drawing/2014/main" id="{29DDC15A-3AC4-BADB-871C-A01824A815C8}"/>
              </a:ext>
            </a:extLst>
          </p:cNvPr>
          <p:cNvSpPr>
            <a:spLocks/>
          </p:cNvSpPr>
          <p:nvPr/>
        </p:nvSpPr>
        <p:spPr>
          <a:xfrm>
            <a:off x="10707013" y="4198611"/>
            <a:ext cx="756000" cy="25400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….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5896" name="下箭头 6779">
            <a:extLst>
              <a:ext uri="{FF2B5EF4-FFF2-40B4-BE49-F238E27FC236}">
                <a16:creationId xmlns:a16="http://schemas.microsoft.com/office/drawing/2014/main" id="{8E3AA355-8606-BCB7-474A-CDEA8D3146B4}"/>
              </a:ext>
            </a:extLst>
          </p:cNvPr>
          <p:cNvSpPr/>
          <p:nvPr/>
        </p:nvSpPr>
        <p:spPr>
          <a:xfrm>
            <a:off x="4355156" y="3474407"/>
            <a:ext cx="143173" cy="284669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5897" name="下箭头 6780">
            <a:extLst>
              <a:ext uri="{FF2B5EF4-FFF2-40B4-BE49-F238E27FC236}">
                <a16:creationId xmlns:a16="http://schemas.microsoft.com/office/drawing/2014/main" id="{8DA3CA4D-8C68-0646-920D-0F89AFD72C8A}"/>
              </a:ext>
            </a:extLst>
          </p:cNvPr>
          <p:cNvSpPr/>
          <p:nvPr/>
        </p:nvSpPr>
        <p:spPr>
          <a:xfrm>
            <a:off x="6400988" y="3467792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5898" name="下箭头 6781">
            <a:extLst>
              <a:ext uri="{FF2B5EF4-FFF2-40B4-BE49-F238E27FC236}">
                <a16:creationId xmlns:a16="http://schemas.microsoft.com/office/drawing/2014/main" id="{4AA0676C-3B12-F3CB-8207-EA91D1E2C9C1}"/>
              </a:ext>
            </a:extLst>
          </p:cNvPr>
          <p:cNvSpPr/>
          <p:nvPr/>
        </p:nvSpPr>
        <p:spPr>
          <a:xfrm>
            <a:off x="8460150" y="3472202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 dirty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5899" name="下箭头 6781">
            <a:extLst>
              <a:ext uri="{FF2B5EF4-FFF2-40B4-BE49-F238E27FC236}">
                <a16:creationId xmlns:a16="http://schemas.microsoft.com/office/drawing/2014/main" id="{D8FED47F-DF18-1C5E-CBEB-F949F1D402FA}"/>
              </a:ext>
            </a:extLst>
          </p:cNvPr>
          <p:cNvSpPr/>
          <p:nvPr/>
        </p:nvSpPr>
        <p:spPr>
          <a:xfrm>
            <a:off x="10512648" y="3472202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grpSp>
        <p:nvGrpSpPr>
          <p:cNvPr id="5900" name="组合 5899">
            <a:extLst>
              <a:ext uri="{FF2B5EF4-FFF2-40B4-BE49-F238E27FC236}">
                <a16:creationId xmlns:a16="http://schemas.microsoft.com/office/drawing/2014/main" id="{116AAE0D-4F18-0C0D-E309-9B5392DBC839}"/>
              </a:ext>
            </a:extLst>
          </p:cNvPr>
          <p:cNvGrpSpPr/>
          <p:nvPr/>
        </p:nvGrpSpPr>
        <p:grpSpPr>
          <a:xfrm>
            <a:off x="9952206" y="5418237"/>
            <a:ext cx="1264057" cy="636102"/>
            <a:chOff x="7998188" y="5415062"/>
            <a:chExt cx="1064158" cy="636102"/>
          </a:xfrm>
        </p:grpSpPr>
        <p:grpSp>
          <p:nvGrpSpPr>
            <p:cNvPr id="5901" name="视频分配器">
              <a:extLst>
                <a:ext uri="{FF2B5EF4-FFF2-40B4-BE49-F238E27FC236}">
                  <a16:creationId xmlns:a16="http://schemas.microsoft.com/office/drawing/2014/main" id="{0CC890D7-8AD5-09E1-6812-B50A5C64AFCD}"/>
                </a:ext>
              </a:extLst>
            </p:cNvPr>
            <p:cNvGrpSpPr/>
            <p:nvPr/>
          </p:nvGrpSpPr>
          <p:grpSpPr>
            <a:xfrm>
              <a:off x="7998188" y="5415062"/>
              <a:ext cx="1064157" cy="268252"/>
              <a:chOff x="4017555" y="5085739"/>
              <a:chExt cx="981420" cy="268252"/>
            </a:xfrm>
          </p:grpSpPr>
          <p:sp>
            <p:nvSpPr>
              <p:cNvPr id="6310" name="任意多边形 5895">
                <a:extLst>
                  <a:ext uri="{FF2B5EF4-FFF2-40B4-BE49-F238E27FC236}">
                    <a16:creationId xmlns:a16="http://schemas.microsoft.com/office/drawing/2014/main" id="{CBB5794F-CCAB-B946-115F-1E335FC03DEE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6311" name="任意多边形 5896">
                <a:extLst>
                  <a:ext uri="{FF2B5EF4-FFF2-40B4-BE49-F238E27FC236}">
                    <a16:creationId xmlns:a16="http://schemas.microsoft.com/office/drawing/2014/main" id="{6C5F3737-3D5F-8A1B-26F8-D739EE9DF243}"/>
                  </a:ext>
                </a:extLst>
              </p:cNvPr>
              <p:cNvSpPr/>
              <p:nvPr/>
            </p:nvSpPr>
            <p:spPr>
              <a:xfrm>
                <a:off x="4017555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6312" name="组合 6311">
                <a:extLst>
                  <a:ext uri="{FF2B5EF4-FFF2-40B4-BE49-F238E27FC236}">
                    <a16:creationId xmlns:a16="http://schemas.microsoft.com/office/drawing/2014/main" id="{2208E8C8-D7DB-9117-44ED-BDA5547367E5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6714" name="任意多边形 6299">
                  <a:extLst>
                    <a:ext uri="{FF2B5EF4-FFF2-40B4-BE49-F238E27FC236}">
                      <a16:creationId xmlns:a16="http://schemas.microsoft.com/office/drawing/2014/main" id="{985D76C3-ED97-8957-48F6-4943F1E7BD84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715" name="任意多边形 6300">
                  <a:extLst>
                    <a:ext uri="{FF2B5EF4-FFF2-40B4-BE49-F238E27FC236}">
                      <a16:creationId xmlns:a16="http://schemas.microsoft.com/office/drawing/2014/main" id="{730BC147-D65F-3E1F-61B3-B44715BA9A09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716" name="任意多边形 6301">
                  <a:extLst>
                    <a:ext uri="{FF2B5EF4-FFF2-40B4-BE49-F238E27FC236}">
                      <a16:creationId xmlns:a16="http://schemas.microsoft.com/office/drawing/2014/main" id="{950245D8-9AD6-AB6A-0A83-6EC8FCCD0694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6313" name="组合 6312">
                <a:extLst>
                  <a:ext uri="{FF2B5EF4-FFF2-40B4-BE49-F238E27FC236}">
                    <a16:creationId xmlns:a16="http://schemas.microsoft.com/office/drawing/2014/main" id="{02719581-6BA1-2502-A12A-60F32B9BEF6D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6711" name="任意多边形 6296">
                  <a:extLst>
                    <a:ext uri="{FF2B5EF4-FFF2-40B4-BE49-F238E27FC236}">
                      <a16:creationId xmlns:a16="http://schemas.microsoft.com/office/drawing/2014/main" id="{BFFC31CC-7501-60A8-CE3D-E19DF614D291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712" name="任意多边形 6297">
                  <a:extLst>
                    <a:ext uri="{FF2B5EF4-FFF2-40B4-BE49-F238E27FC236}">
                      <a16:creationId xmlns:a16="http://schemas.microsoft.com/office/drawing/2014/main" id="{45324DF9-E81D-8B28-0886-085970426788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713" name="任意多边形 6298">
                  <a:extLst>
                    <a:ext uri="{FF2B5EF4-FFF2-40B4-BE49-F238E27FC236}">
                      <a16:creationId xmlns:a16="http://schemas.microsoft.com/office/drawing/2014/main" id="{CFAFE7D0-D995-6D8D-BBC9-16D1B535D32F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6314" name="组合 6313">
                <a:extLst>
                  <a:ext uri="{FF2B5EF4-FFF2-40B4-BE49-F238E27FC236}">
                    <a16:creationId xmlns:a16="http://schemas.microsoft.com/office/drawing/2014/main" id="{2819161C-4C72-A934-4C32-17A8C22131B4}"/>
                  </a:ext>
                </a:extLst>
              </p:cNvPr>
              <p:cNvGrpSpPr/>
              <p:nvPr/>
            </p:nvGrpSpPr>
            <p:grpSpPr>
              <a:xfrm>
                <a:off x="4179114" y="5298744"/>
                <a:ext cx="21122" cy="25316"/>
                <a:chOff x="4179114" y="5298744"/>
                <a:chExt cx="21122" cy="25316"/>
              </a:xfrm>
            </p:grpSpPr>
            <p:sp>
              <p:nvSpPr>
                <p:cNvPr id="6708" name="任意多边形 6293">
                  <a:extLst>
                    <a:ext uri="{FF2B5EF4-FFF2-40B4-BE49-F238E27FC236}">
                      <a16:creationId xmlns:a16="http://schemas.microsoft.com/office/drawing/2014/main" id="{8C1B50E3-E1E5-51E3-A706-EF95A990E224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2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709" name="任意多边形 6294">
                  <a:extLst>
                    <a:ext uri="{FF2B5EF4-FFF2-40B4-BE49-F238E27FC236}">
                      <a16:creationId xmlns:a16="http://schemas.microsoft.com/office/drawing/2014/main" id="{8BFF6F32-1540-C7E0-4E3D-210C5DD1C530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710" name="任意多边形 6295">
                  <a:extLst>
                    <a:ext uri="{FF2B5EF4-FFF2-40B4-BE49-F238E27FC236}">
                      <a16:creationId xmlns:a16="http://schemas.microsoft.com/office/drawing/2014/main" id="{9DD6FFBA-2A63-DC25-D3F9-348CAF225E28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6315" name="任意多边形 5900">
                <a:extLst>
                  <a:ext uri="{FF2B5EF4-FFF2-40B4-BE49-F238E27FC236}">
                    <a16:creationId xmlns:a16="http://schemas.microsoft.com/office/drawing/2014/main" id="{90ABF818-4543-1C95-B5DE-E35141552F9E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6316" name="任意多边形 5901">
                <a:extLst>
                  <a:ext uri="{FF2B5EF4-FFF2-40B4-BE49-F238E27FC236}">
                    <a16:creationId xmlns:a16="http://schemas.microsoft.com/office/drawing/2014/main" id="{8137D3FE-6CF4-EE3D-A731-AB8850A46580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6317" name="任意多边形 5902">
                <a:extLst>
                  <a:ext uri="{FF2B5EF4-FFF2-40B4-BE49-F238E27FC236}">
                    <a16:creationId xmlns:a16="http://schemas.microsoft.com/office/drawing/2014/main" id="{36F2EB7D-3B5A-679A-8C98-345AE6BFB7C3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6318" name="任意多边形 5903">
                <a:extLst>
                  <a:ext uri="{FF2B5EF4-FFF2-40B4-BE49-F238E27FC236}">
                    <a16:creationId xmlns:a16="http://schemas.microsoft.com/office/drawing/2014/main" id="{06B2151C-417A-2D5F-9C8C-B02D8ED2C59F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6319" name="任意多边形 5904">
                <a:extLst>
                  <a:ext uri="{FF2B5EF4-FFF2-40B4-BE49-F238E27FC236}">
                    <a16:creationId xmlns:a16="http://schemas.microsoft.com/office/drawing/2014/main" id="{E7C4FD1A-984D-C780-1887-7D38B607500B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6320" name="组合 6319">
                <a:extLst>
                  <a:ext uri="{FF2B5EF4-FFF2-40B4-BE49-F238E27FC236}">
                    <a16:creationId xmlns:a16="http://schemas.microsoft.com/office/drawing/2014/main" id="{E0A0958F-8730-D2B5-EBBF-C3EB121388F7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6612" name="组合 6611">
                  <a:extLst>
                    <a:ext uri="{FF2B5EF4-FFF2-40B4-BE49-F238E27FC236}">
                      <a16:creationId xmlns:a16="http://schemas.microsoft.com/office/drawing/2014/main" id="{E0389717-409F-872D-C1C9-445A4E0B5A93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6693" name="任意多边形 6278">
                    <a:extLst>
                      <a:ext uri="{FF2B5EF4-FFF2-40B4-BE49-F238E27FC236}">
                        <a16:creationId xmlns:a16="http://schemas.microsoft.com/office/drawing/2014/main" id="{A1CD5983-9E33-F611-5555-7CE0F2FCA167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694" name="任意多边形 6279">
                    <a:extLst>
                      <a:ext uri="{FF2B5EF4-FFF2-40B4-BE49-F238E27FC236}">
                        <a16:creationId xmlns:a16="http://schemas.microsoft.com/office/drawing/2014/main" id="{61CA12FE-88DE-1324-293B-55AB43FBF792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695" name="组合 6694">
                    <a:extLst>
                      <a:ext uri="{FF2B5EF4-FFF2-40B4-BE49-F238E27FC236}">
                        <a16:creationId xmlns:a16="http://schemas.microsoft.com/office/drawing/2014/main" id="{8D52DDCB-B874-8E18-82B3-50A5F1FD9D99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6696" name="组合 6695">
                      <a:extLst>
                        <a:ext uri="{FF2B5EF4-FFF2-40B4-BE49-F238E27FC236}">
                          <a16:creationId xmlns:a16="http://schemas.microsoft.com/office/drawing/2014/main" id="{79C4E1FE-8024-CFD3-0717-41F9FECD97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6705" name="任意多边形 6290">
                        <a:extLst>
                          <a:ext uri="{FF2B5EF4-FFF2-40B4-BE49-F238E27FC236}">
                            <a16:creationId xmlns:a16="http://schemas.microsoft.com/office/drawing/2014/main" id="{146B054A-F2E2-5BC4-CD32-06C6266B06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06" name="任意多边形 6291">
                        <a:extLst>
                          <a:ext uri="{FF2B5EF4-FFF2-40B4-BE49-F238E27FC236}">
                            <a16:creationId xmlns:a16="http://schemas.microsoft.com/office/drawing/2014/main" id="{975241B1-AB15-CC2B-DD98-4FA1C365340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07" name="任意多边形 6292">
                        <a:extLst>
                          <a:ext uri="{FF2B5EF4-FFF2-40B4-BE49-F238E27FC236}">
                            <a16:creationId xmlns:a16="http://schemas.microsoft.com/office/drawing/2014/main" id="{BC57B449-9B62-F377-5707-D71DFB4A1C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97" name="组合 6696">
                      <a:extLst>
                        <a:ext uri="{FF2B5EF4-FFF2-40B4-BE49-F238E27FC236}">
                          <a16:creationId xmlns:a16="http://schemas.microsoft.com/office/drawing/2014/main" id="{25311AA1-5258-C0E9-7C04-19C5A4DEC3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6702" name="任意多边形 6287">
                        <a:extLst>
                          <a:ext uri="{FF2B5EF4-FFF2-40B4-BE49-F238E27FC236}">
                            <a16:creationId xmlns:a16="http://schemas.microsoft.com/office/drawing/2014/main" id="{A12BCE14-ACE4-7B68-E156-5A09625242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03" name="任意多边形 6288">
                        <a:extLst>
                          <a:ext uri="{FF2B5EF4-FFF2-40B4-BE49-F238E27FC236}">
                            <a16:creationId xmlns:a16="http://schemas.microsoft.com/office/drawing/2014/main" id="{B32ECA9F-646C-9B55-CF66-8068E143C0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04" name="任意多边形 6289">
                        <a:extLst>
                          <a:ext uri="{FF2B5EF4-FFF2-40B4-BE49-F238E27FC236}">
                            <a16:creationId xmlns:a16="http://schemas.microsoft.com/office/drawing/2014/main" id="{08C3805C-FF2F-D559-14AB-5855A10CFA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98" name="组合 6697">
                      <a:extLst>
                        <a:ext uri="{FF2B5EF4-FFF2-40B4-BE49-F238E27FC236}">
                          <a16:creationId xmlns:a16="http://schemas.microsoft.com/office/drawing/2014/main" id="{6F0B55EB-59AA-2087-25EB-20CE87AC23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6699" name="任意多边形 6284">
                        <a:extLst>
                          <a:ext uri="{FF2B5EF4-FFF2-40B4-BE49-F238E27FC236}">
                            <a16:creationId xmlns:a16="http://schemas.microsoft.com/office/drawing/2014/main" id="{3099B39F-E717-75C9-FF77-AC9919774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00" name="任意多边形 6285">
                        <a:extLst>
                          <a:ext uri="{FF2B5EF4-FFF2-40B4-BE49-F238E27FC236}">
                            <a16:creationId xmlns:a16="http://schemas.microsoft.com/office/drawing/2014/main" id="{A8747882-16BD-FB7E-FF27-EB3A69B87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701" name="任意多边形 6286">
                        <a:extLst>
                          <a:ext uri="{FF2B5EF4-FFF2-40B4-BE49-F238E27FC236}">
                            <a16:creationId xmlns:a16="http://schemas.microsoft.com/office/drawing/2014/main" id="{DB1F6576-9AF2-13A9-83AC-6B5DC4AF1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613" name="组合 6612">
                  <a:extLst>
                    <a:ext uri="{FF2B5EF4-FFF2-40B4-BE49-F238E27FC236}">
                      <a16:creationId xmlns:a16="http://schemas.microsoft.com/office/drawing/2014/main" id="{3002BC62-A9EC-41B2-B9AB-679F28552581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6678" name="任意多边形 6263">
                    <a:extLst>
                      <a:ext uri="{FF2B5EF4-FFF2-40B4-BE49-F238E27FC236}">
                        <a16:creationId xmlns:a16="http://schemas.microsoft.com/office/drawing/2014/main" id="{C79AAC17-1B32-E749-0617-97976672A4A2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679" name="任意多边形 6264">
                    <a:extLst>
                      <a:ext uri="{FF2B5EF4-FFF2-40B4-BE49-F238E27FC236}">
                        <a16:creationId xmlns:a16="http://schemas.microsoft.com/office/drawing/2014/main" id="{F6F805FB-4137-F398-540C-641E0FD5A38B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680" name="组合 6679">
                    <a:extLst>
                      <a:ext uri="{FF2B5EF4-FFF2-40B4-BE49-F238E27FC236}">
                        <a16:creationId xmlns:a16="http://schemas.microsoft.com/office/drawing/2014/main" id="{C0A788F4-E8BC-17B7-30B5-3B1716B59B1D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6681" name="组合 6680">
                      <a:extLst>
                        <a:ext uri="{FF2B5EF4-FFF2-40B4-BE49-F238E27FC236}">
                          <a16:creationId xmlns:a16="http://schemas.microsoft.com/office/drawing/2014/main" id="{259B03CC-284C-A22F-ACE9-392ABDBB82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6690" name="任意多边形 6275">
                        <a:extLst>
                          <a:ext uri="{FF2B5EF4-FFF2-40B4-BE49-F238E27FC236}">
                            <a16:creationId xmlns:a16="http://schemas.microsoft.com/office/drawing/2014/main" id="{35ACD96A-BD03-42C9-88BD-73F16D487F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91" name="任意多边形 6276">
                        <a:extLst>
                          <a:ext uri="{FF2B5EF4-FFF2-40B4-BE49-F238E27FC236}">
                            <a16:creationId xmlns:a16="http://schemas.microsoft.com/office/drawing/2014/main" id="{D88DE646-A0DC-3EC1-6F66-4DA17FE336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92" name="任意多边形 6277">
                        <a:extLst>
                          <a:ext uri="{FF2B5EF4-FFF2-40B4-BE49-F238E27FC236}">
                            <a16:creationId xmlns:a16="http://schemas.microsoft.com/office/drawing/2014/main" id="{14BACC74-2BFA-CDD6-CB3F-E252B16950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82" name="组合 6681">
                      <a:extLst>
                        <a:ext uri="{FF2B5EF4-FFF2-40B4-BE49-F238E27FC236}">
                          <a16:creationId xmlns:a16="http://schemas.microsoft.com/office/drawing/2014/main" id="{CB900655-EB16-00BA-6000-ACEC8D9A8A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6687" name="任意多边形 6272">
                        <a:extLst>
                          <a:ext uri="{FF2B5EF4-FFF2-40B4-BE49-F238E27FC236}">
                            <a16:creationId xmlns:a16="http://schemas.microsoft.com/office/drawing/2014/main" id="{A77BC1FD-78CD-556D-6475-151F585046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88" name="任意多边形 6273">
                        <a:extLst>
                          <a:ext uri="{FF2B5EF4-FFF2-40B4-BE49-F238E27FC236}">
                            <a16:creationId xmlns:a16="http://schemas.microsoft.com/office/drawing/2014/main" id="{5F2EE7A4-FAC2-BE31-0596-C8DCEF78ED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89" name="任意多边形 6274">
                        <a:extLst>
                          <a:ext uri="{FF2B5EF4-FFF2-40B4-BE49-F238E27FC236}">
                            <a16:creationId xmlns:a16="http://schemas.microsoft.com/office/drawing/2014/main" id="{49A4D704-0254-FA80-91EC-69357F3BBB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83" name="组合 6682">
                      <a:extLst>
                        <a:ext uri="{FF2B5EF4-FFF2-40B4-BE49-F238E27FC236}">
                          <a16:creationId xmlns:a16="http://schemas.microsoft.com/office/drawing/2014/main" id="{8FA8D54E-CCBC-5010-B6EB-EFF7ECF66C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6684" name="任意多边形 6269">
                        <a:extLst>
                          <a:ext uri="{FF2B5EF4-FFF2-40B4-BE49-F238E27FC236}">
                            <a16:creationId xmlns:a16="http://schemas.microsoft.com/office/drawing/2014/main" id="{AE40EAA8-FAFE-7E4F-F49D-EE9CA745A8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85" name="任意多边形 6270">
                        <a:extLst>
                          <a:ext uri="{FF2B5EF4-FFF2-40B4-BE49-F238E27FC236}">
                            <a16:creationId xmlns:a16="http://schemas.microsoft.com/office/drawing/2014/main" id="{66DC64D9-2163-8144-0086-1FAA353316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86" name="任意多边形 6271">
                        <a:extLst>
                          <a:ext uri="{FF2B5EF4-FFF2-40B4-BE49-F238E27FC236}">
                            <a16:creationId xmlns:a16="http://schemas.microsoft.com/office/drawing/2014/main" id="{1E79097D-3BF4-ED40-ABC2-374BA37EAF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614" name="组合 6613">
                  <a:extLst>
                    <a:ext uri="{FF2B5EF4-FFF2-40B4-BE49-F238E27FC236}">
                      <a16:creationId xmlns:a16="http://schemas.microsoft.com/office/drawing/2014/main" id="{3607C171-273E-13BF-CEE6-7960AA30DA26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6663" name="任意多边形 6248">
                    <a:extLst>
                      <a:ext uri="{FF2B5EF4-FFF2-40B4-BE49-F238E27FC236}">
                        <a16:creationId xmlns:a16="http://schemas.microsoft.com/office/drawing/2014/main" id="{F4D2B7F2-C369-505B-3E1D-887CCEB26DE8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664" name="任意多边形 6249">
                    <a:extLst>
                      <a:ext uri="{FF2B5EF4-FFF2-40B4-BE49-F238E27FC236}">
                        <a16:creationId xmlns:a16="http://schemas.microsoft.com/office/drawing/2014/main" id="{86CA5D9D-639B-D5F5-7E76-980D8E796F0F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665" name="组合 6664">
                    <a:extLst>
                      <a:ext uri="{FF2B5EF4-FFF2-40B4-BE49-F238E27FC236}">
                        <a16:creationId xmlns:a16="http://schemas.microsoft.com/office/drawing/2014/main" id="{1D6FC455-1FDB-D644-81B0-7E57CBA0C0CF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6666" name="组合 6665">
                      <a:extLst>
                        <a:ext uri="{FF2B5EF4-FFF2-40B4-BE49-F238E27FC236}">
                          <a16:creationId xmlns:a16="http://schemas.microsoft.com/office/drawing/2014/main" id="{4E3B13AA-BF48-36FC-CE03-A17B2EBFF2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6675" name="任意多边形 6260">
                        <a:extLst>
                          <a:ext uri="{FF2B5EF4-FFF2-40B4-BE49-F238E27FC236}">
                            <a16:creationId xmlns:a16="http://schemas.microsoft.com/office/drawing/2014/main" id="{E7DF23DB-90F1-CD51-8DF9-F1152C699B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76" name="任意多边形 6261">
                        <a:extLst>
                          <a:ext uri="{FF2B5EF4-FFF2-40B4-BE49-F238E27FC236}">
                            <a16:creationId xmlns:a16="http://schemas.microsoft.com/office/drawing/2014/main" id="{EED36A76-8588-F21F-4DCF-D32567CD87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77" name="任意多边形 6262">
                        <a:extLst>
                          <a:ext uri="{FF2B5EF4-FFF2-40B4-BE49-F238E27FC236}">
                            <a16:creationId xmlns:a16="http://schemas.microsoft.com/office/drawing/2014/main" id="{B2FB84AE-3FA6-2AFA-516A-0C27CDF40D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67" name="组合 6666">
                      <a:extLst>
                        <a:ext uri="{FF2B5EF4-FFF2-40B4-BE49-F238E27FC236}">
                          <a16:creationId xmlns:a16="http://schemas.microsoft.com/office/drawing/2014/main" id="{6966C09B-ACCA-B3D5-1095-65E2383F44E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6672" name="任意多边形 6257">
                        <a:extLst>
                          <a:ext uri="{FF2B5EF4-FFF2-40B4-BE49-F238E27FC236}">
                            <a16:creationId xmlns:a16="http://schemas.microsoft.com/office/drawing/2014/main" id="{E89D9961-33E5-F81D-4878-D77B343352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73" name="任意多边形 6258">
                        <a:extLst>
                          <a:ext uri="{FF2B5EF4-FFF2-40B4-BE49-F238E27FC236}">
                            <a16:creationId xmlns:a16="http://schemas.microsoft.com/office/drawing/2014/main" id="{E74B5DEF-553B-A5BA-CA21-75291BEE08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74" name="任意多边形 6259">
                        <a:extLst>
                          <a:ext uri="{FF2B5EF4-FFF2-40B4-BE49-F238E27FC236}">
                            <a16:creationId xmlns:a16="http://schemas.microsoft.com/office/drawing/2014/main" id="{0E1A1230-4484-E672-87AB-A832B4E606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68" name="组合 6667">
                      <a:extLst>
                        <a:ext uri="{FF2B5EF4-FFF2-40B4-BE49-F238E27FC236}">
                          <a16:creationId xmlns:a16="http://schemas.microsoft.com/office/drawing/2014/main" id="{761F4DFE-D825-215D-35CD-D26F6A9C0B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6669" name="任意多边形 6254">
                        <a:extLst>
                          <a:ext uri="{FF2B5EF4-FFF2-40B4-BE49-F238E27FC236}">
                            <a16:creationId xmlns:a16="http://schemas.microsoft.com/office/drawing/2014/main" id="{7F1FFEAE-439C-E83C-E045-61FC47DC39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70" name="任意多边形 6255">
                        <a:extLst>
                          <a:ext uri="{FF2B5EF4-FFF2-40B4-BE49-F238E27FC236}">
                            <a16:creationId xmlns:a16="http://schemas.microsoft.com/office/drawing/2014/main" id="{1FF44A29-73F8-6FA6-F102-4578C208B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71" name="任意多边形 6256">
                        <a:extLst>
                          <a:ext uri="{FF2B5EF4-FFF2-40B4-BE49-F238E27FC236}">
                            <a16:creationId xmlns:a16="http://schemas.microsoft.com/office/drawing/2014/main" id="{7C4F0A54-5C79-9676-6801-5A51C16D4B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615" name="组合 6614">
                  <a:extLst>
                    <a:ext uri="{FF2B5EF4-FFF2-40B4-BE49-F238E27FC236}">
                      <a16:creationId xmlns:a16="http://schemas.microsoft.com/office/drawing/2014/main" id="{1502022E-23D7-FA01-2A29-A0DB784E52FF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6648" name="任意多边形 6233">
                    <a:extLst>
                      <a:ext uri="{FF2B5EF4-FFF2-40B4-BE49-F238E27FC236}">
                        <a16:creationId xmlns:a16="http://schemas.microsoft.com/office/drawing/2014/main" id="{07339190-B0F8-E413-D0B6-3F1DF7EEEDD0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649" name="任意多边形 6234">
                    <a:extLst>
                      <a:ext uri="{FF2B5EF4-FFF2-40B4-BE49-F238E27FC236}">
                        <a16:creationId xmlns:a16="http://schemas.microsoft.com/office/drawing/2014/main" id="{AF7309D3-28CE-0BD2-15EE-9802F1FAC92E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650" name="组合 6649">
                    <a:extLst>
                      <a:ext uri="{FF2B5EF4-FFF2-40B4-BE49-F238E27FC236}">
                        <a16:creationId xmlns:a16="http://schemas.microsoft.com/office/drawing/2014/main" id="{53ECF8AB-F920-8F7F-F686-55E401790264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6651" name="组合 6650">
                      <a:extLst>
                        <a:ext uri="{FF2B5EF4-FFF2-40B4-BE49-F238E27FC236}">
                          <a16:creationId xmlns:a16="http://schemas.microsoft.com/office/drawing/2014/main" id="{DF76BE5A-2525-70AF-B590-1DC060D3EC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6660" name="任意多边形 6245">
                        <a:extLst>
                          <a:ext uri="{FF2B5EF4-FFF2-40B4-BE49-F238E27FC236}">
                            <a16:creationId xmlns:a16="http://schemas.microsoft.com/office/drawing/2014/main" id="{EFEFA8EC-266E-7B7A-6B6B-1142A9C991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61" name="任意多边形 6246">
                        <a:extLst>
                          <a:ext uri="{FF2B5EF4-FFF2-40B4-BE49-F238E27FC236}">
                            <a16:creationId xmlns:a16="http://schemas.microsoft.com/office/drawing/2014/main" id="{D41B2743-3C54-3CC3-40EE-C2F62B02BB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62" name="任意多边形 6247">
                        <a:extLst>
                          <a:ext uri="{FF2B5EF4-FFF2-40B4-BE49-F238E27FC236}">
                            <a16:creationId xmlns:a16="http://schemas.microsoft.com/office/drawing/2014/main" id="{620D9B37-EE17-7167-7419-16F9924C81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52" name="组合 6651">
                      <a:extLst>
                        <a:ext uri="{FF2B5EF4-FFF2-40B4-BE49-F238E27FC236}">
                          <a16:creationId xmlns:a16="http://schemas.microsoft.com/office/drawing/2014/main" id="{E6ED38C2-5AE4-AF51-1633-AC7C8EFEF2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6657" name="任意多边形 6242">
                        <a:extLst>
                          <a:ext uri="{FF2B5EF4-FFF2-40B4-BE49-F238E27FC236}">
                            <a16:creationId xmlns:a16="http://schemas.microsoft.com/office/drawing/2014/main" id="{94742955-7D4A-C78F-AC84-A83F42E8DC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58" name="任意多边形 6243">
                        <a:extLst>
                          <a:ext uri="{FF2B5EF4-FFF2-40B4-BE49-F238E27FC236}">
                            <a16:creationId xmlns:a16="http://schemas.microsoft.com/office/drawing/2014/main" id="{BDD1B5B6-D780-6475-A3D0-78E611A415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59" name="任意多边形 6244">
                        <a:extLst>
                          <a:ext uri="{FF2B5EF4-FFF2-40B4-BE49-F238E27FC236}">
                            <a16:creationId xmlns:a16="http://schemas.microsoft.com/office/drawing/2014/main" id="{708793AF-363D-52AE-2188-72EA0354C9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53" name="组合 6652">
                      <a:extLst>
                        <a:ext uri="{FF2B5EF4-FFF2-40B4-BE49-F238E27FC236}">
                          <a16:creationId xmlns:a16="http://schemas.microsoft.com/office/drawing/2014/main" id="{C782DF18-A2AB-0D1F-33F3-F92A79D854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6654" name="任意多边形 6239">
                        <a:extLst>
                          <a:ext uri="{FF2B5EF4-FFF2-40B4-BE49-F238E27FC236}">
                            <a16:creationId xmlns:a16="http://schemas.microsoft.com/office/drawing/2014/main" id="{C8EFA473-8439-E686-9765-875661596C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55" name="任意多边形 6240">
                        <a:extLst>
                          <a:ext uri="{FF2B5EF4-FFF2-40B4-BE49-F238E27FC236}">
                            <a16:creationId xmlns:a16="http://schemas.microsoft.com/office/drawing/2014/main" id="{90C1C731-E8D4-CF04-7BA9-D3DB9A04E8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56" name="任意多边形 6241">
                        <a:extLst>
                          <a:ext uri="{FF2B5EF4-FFF2-40B4-BE49-F238E27FC236}">
                            <a16:creationId xmlns:a16="http://schemas.microsoft.com/office/drawing/2014/main" id="{60C427BC-1271-040A-1D3A-8A9A0B2ACB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616" name="组合 6615">
                  <a:extLst>
                    <a:ext uri="{FF2B5EF4-FFF2-40B4-BE49-F238E27FC236}">
                      <a16:creationId xmlns:a16="http://schemas.microsoft.com/office/drawing/2014/main" id="{A3BE641C-DCA6-31D3-DAF5-116C752443DC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6633" name="任意多边形 6218">
                    <a:extLst>
                      <a:ext uri="{FF2B5EF4-FFF2-40B4-BE49-F238E27FC236}">
                        <a16:creationId xmlns:a16="http://schemas.microsoft.com/office/drawing/2014/main" id="{B96CFA3F-96FD-5B22-A938-075124CFD30E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634" name="任意多边形 6219">
                    <a:extLst>
                      <a:ext uri="{FF2B5EF4-FFF2-40B4-BE49-F238E27FC236}">
                        <a16:creationId xmlns:a16="http://schemas.microsoft.com/office/drawing/2014/main" id="{CC26F7A1-D308-F02E-8E75-F1F1CA19F5DE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635" name="组合 6634">
                    <a:extLst>
                      <a:ext uri="{FF2B5EF4-FFF2-40B4-BE49-F238E27FC236}">
                        <a16:creationId xmlns:a16="http://schemas.microsoft.com/office/drawing/2014/main" id="{8C4BC066-AED4-20C8-9FEA-630CAC0A411C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6636" name="组合 6635">
                      <a:extLst>
                        <a:ext uri="{FF2B5EF4-FFF2-40B4-BE49-F238E27FC236}">
                          <a16:creationId xmlns:a16="http://schemas.microsoft.com/office/drawing/2014/main" id="{A8116F23-5CBA-A829-9EF7-CB7997AD192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6645" name="任意多边形 6230">
                        <a:extLst>
                          <a:ext uri="{FF2B5EF4-FFF2-40B4-BE49-F238E27FC236}">
                            <a16:creationId xmlns:a16="http://schemas.microsoft.com/office/drawing/2014/main" id="{C7A6ED05-D197-570C-9F86-4390AEAE79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46" name="任意多边形 6231">
                        <a:extLst>
                          <a:ext uri="{FF2B5EF4-FFF2-40B4-BE49-F238E27FC236}">
                            <a16:creationId xmlns:a16="http://schemas.microsoft.com/office/drawing/2014/main" id="{49C12CF5-1CDA-782D-481C-692612044E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47" name="任意多边形 6232">
                        <a:extLst>
                          <a:ext uri="{FF2B5EF4-FFF2-40B4-BE49-F238E27FC236}">
                            <a16:creationId xmlns:a16="http://schemas.microsoft.com/office/drawing/2014/main" id="{ECEE7F2C-2FA8-65C3-0447-98ECCB69CB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37" name="组合 6636">
                      <a:extLst>
                        <a:ext uri="{FF2B5EF4-FFF2-40B4-BE49-F238E27FC236}">
                          <a16:creationId xmlns:a16="http://schemas.microsoft.com/office/drawing/2014/main" id="{39AEA0CD-B2DA-4970-1D67-2097F52697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6642" name="任意多边形 6227">
                        <a:extLst>
                          <a:ext uri="{FF2B5EF4-FFF2-40B4-BE49-F238E27FC236}">
                            <a16:creationId xmlns:a16="http://schemas.microsoft.com/office/drawing/2014/main" id="{53169D14-8448-1068-20D4-7D49D7D92F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43" name="任意多边形 6228">
                        <a:extLst>
                          <a:ext uri="{FF2B5EF4-FFF2-40B4-BE49-F238E27FC236}">
                            <a16:creationId xmlns:a16="http://schemas.microsoft.com/office/drawing/2014/main" id="{2A0D829E-C0E7-C996-0001-540263C4C8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44" name="任意多边形 6229">
                        <a:extLst>
                          <a:ext uri="{FF2B5EF4-FFF2-40B4-BE49-F238E27FC236}">
                            <a16:creationId xmlns:a16="http://schemas.microsoft.com/office/drawing/2014/main" id="{4A76056E-ACEF-BA37-01FE-029C78563D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38" name="组合 6637">
                      <a:extLst>
                        <a:ext uri="{FF2B5EF4-FFF2-40B4-BE49-F238E27FC236}">
                          <a16:creationId xmlns:a16="http://schemas.microsoft.com/office/drawing/2014/main" id="{4836BC78-D741-B79A-3B88-C90163473B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6639" name="任意多边形 6224">
                        <a:extLst>
                          <a:ext uri="{FF2B5EF4-FFF2-40B4-BE49-F238E27FC236}">
                            <a16:creationId xmlns:a16="http://schemas.microsoft.com/office/drawing/2014/main" id="{FF288CCA-1AFF-1EED-FAF7-57683A0438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40" name="任意多边形 6225">
                        <a:extLst>
                          <a:ext uri="{FF2B5EF4-FFF2-40B4-BE49-F238E27FC236}">
                            <a16:creationId xmlns:a16="http://schemas.microsoft.com/office/drawing/2014/main" id="{5B9C20AC-F5D5-FEB2-D197-3BECD78F82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41" name="任意多边形 6226">
                        <a:extLst>
                          <a:ext uri="{FF2B5EF4-FFF2-40B4-BE49-F238E27FC236}">
                            <a16:creationId xmlns:a16="http://schemas.microsoft.com/office/drawing/2014/main" id="{34B943A3-AC34-9132-7097-3AC7D38300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617" name="组合 6616">
                  <a:extLst>
                    <a:ext uri="{FF2B5EF4-FFF2-40B4-BE49-F238E27FC236}">
                      <a16:creationId xmlns:a16="http://schemas.microsoft.com/office/drawing/2014/main" id="{30F92E2B-1310-D8C6-28A3-EBCEE0A30859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6618" name="任意多边形 6203">
                    <a:extLst>
                      <a:ext uri="{FF2B5EF4-FFF2-40B4-BE49-F238E27FC236}">
                        <a16:creationId xmlns:a16="http://schemas.microsoft.com/office/drawing/2014/main" id="{C806CE4C-F882-E22F-D1B9-7514D0C505C7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619" name="任意多边形 6204">
                    <a:extLst>
                      <a:ext uri="{FF2B5EF4-FFF2-40B4-BE49-F238E27FC236}">
                        <a16:creationId xmlns:a16="http://schemas.microsoft.com/office/drawing/2014/main" id="{CABC6DA9-5FE2-0978-19F8-B3EECA2544E1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620" name="组合 6619">
                    <a:extLst>
                      <a:ext uri="{FF2B5EF4-FFF2-40B4-BE49-F238E27FC236}">
                        <a16:creationId xmlns:a16="http://schemas.microsoft.com/office/drawing/2014/main" id="{5C50DDD8-EB79-E4BE-22B2-07A1CFF53808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6621" name="组合 6620">
                      <a:extLst>
                        <a:ext uri="{FF2B5EF4-FFF2-40B4-BE49-F238E27FC236}">
                          <a16:creationId xmlns:a16="http://schemas.microsoft.com/office/drawing/2014/main" id="{08006EBB-AE5E-AF6B-3DD1-E1BE83A05F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6630" name="任意多边形 6215">
                        <a:extLst>
                          <a:ext uri="{FF2B5EF4-FFF2-40B4-BE49-F238E27FC236}">
                            <a16:creationId xmlns:a16="http://schemas.microsoft.com/office/drawing/2014/main" id="{078313DF-F4A9-334B-280B-2EFC6A6163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31" name="任意多边形 6216">
                        <a:extLst>
                          <a:ext uri="{FF2B5EF4-FFF2-40B4-BE49-F238E27FC236}">
                            <a16:creationId xmlns:a16="http://schemas.microsoft.com/office/drawing/2014/main" id="{441CA3BB-2845-3B91-FC98-DCBD88477A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32" name="任意多边形 6217">
                        <a:extLst>
                          <a:ext uri="{FF2B5EF4-FFF2-40B4-BE49-F238E27FC236}">
                            <a16:creationId xmlns:a16="http://schemas.microsoft.com/office/drawing/2014/main" id="{C0AF031F-1684-3622-2B98-CE95BE6605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22" name="组合 6621">
                      <a:extLst>
                        <a:ext uri="{FF2B5EF4-FFF2-40B4-BE49-F238E27FC236}">
                          <a16:creationId xmlns:a16="http://schemas.microsoft.com/office/drawing/2014/main" id="{ED687399-15E4-DB03-1496-9FD14BED5D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6627" name="任意多边形 6212">
                        <a:extLst>
                          <a:ext uri="{FF2B5EF4-FFF2-40B4-BE49-F238E27FC236}">
                            <a16:creationId xmlns:a16="http://schemas.microsoft.com/office/drawing/2014/main" id="{37C22215-2A3B-4D53-9887-68F6600727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28" name="任意多边形 6213">
                        <a:extLst>
                          <a:ext uri="{FF2B5EF4-FFF2-40B4-BE49-F238E27FC236}">
                            <a16:creationId xmlns:a16="http://schemas.microsoft.com/office/drawing/2014/main" id="{C5EB4A16-13A8-8143-0380-6A411B8083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29" name="任意多边形 6214">
                        <a:extLst>
                          <a:ext uri="{FF2B5EF4-FFF2-40B4-BE49-F238E27FC236}">
                            <a16:creationId xmlns:a16="http://schemas.microsoft.com/office/drawing/2014/main" id="{81AB1A66-BD7E-D7C3-84A5-686CCB582A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23" name="组合 6622">
                      <a:extLst>
                        <a:ext uri="{FF2B5EF4-FFF2-40B4-BE49-F238E27FC236}">
                          <a16:creationId xmlns:a16="http://schemas.microsoft.com/office/drawing/2014/main" id="{ADB78351-862E-F555-A8EE-ACC619F267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6624" name="任意多边形 6209">
                        <a:extLst>
                          <a:ext uri="{FF2B5EF4-FFF2-40B4-BE49-F238E27FC236}">
                            <a16:creationId xmlns:a16="http://schemas.microsoft.com/office/drawing/2014/main" id="{CB6EEB67-90C7-F15E-E37E-24DF07C671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25" name="任意多边形 6210">
                        <a:extLst>
                          <a:ext uri="{FF2B5EF4-FFF2-40B4-BE49-F238E27FC236}">
                            <a16:creationId xmlns:a16="http://schemas.microsoft.com/office/drawing/2014/main" id="{6394D155-7F31-ECA5-1F40-424328E116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26" name="任意多边形 6211">
                        <a:extLst>
                          <a:ext uri="{FF2B5EF4-FFF2-40B4-BE49-F238E27FC236}">
                            <a16:creationId xmlns:a16="http://schemas.microsoft.com/office/drawing/2014/main" id="{80B02F1E-21FD-E1F4-B32D-8D299D260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6321" name="组合 6320">
                <a:extLst>
                  <a:ext uri="{FF2B5EF4-FFF2-40B4-BE49-F238E27FC236}">
                    <a16:creationId xmlns:a16="http://schemas.microsoft.com/office/drawing/2014/main" id="{24721757-62CD-AF95-A37D-351DB8AFA736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6516" name="组合 6515">
                  <a:extLst>
                    <a:ext uri="{FF2B5EF4-FFF2-40B4-BE49-F238E27FC236}">
                      <a16:creationId xmlns:a16="http://schemas.microsoft.com/office/drawing/2014/main" id="{A3DE2CAE-2098-A048-A560-753081EE417B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6597" name="任意多边形 6182">
                    <a:extLst>
                      <a:ext uri="{FF2B5EF4-FFF2-40B4-BE49-F238E27FC236}">
                        <a16:creationId xmlns:a16="http://schemas.microsoft.com/office/drawing/2014/main" id="{2F0DCCD3-F1CB-1FE7-6E54-053561C6E270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598" name="任意多边形 6183">
                    <a:extLst>
                      <a:ext uri="{FF2B5EF4-FFF2-40B4-BE49-F238E27FC236}">
                        <a16:creationId xmlns:a16="http://schemas.microsoft.com/office/drawing/2014/main" id="{741DD6D9-CD84-743D-D460-FDBDCF8B11ED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599" name="组合 6598">
                    <a:extLst>
                      <a:ext uri="{FF2B5EF4-FFF2-40B4-BE49-F238E27FC236}">
                        <a16:creationId xmlns:a16="http://schemas.microsoft.com/office/drawing/2014/main" id="{979CAB93-D580-AA35-FD3D-CB7FB1BFE4F7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6600" name="组合 6599">
                      <a:extLst>
                        <a:ext uri="{FF2B5EF4-FFF2-40B4-BE49-F238E27FC236}">
                          <a16:creationId xmlns:a16="http://schemas.microsoft.com/office/drawing/2014/main" id="{49429A08-80FB-2D26-0083-1ED854EFDB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6609" name="任意多边形 6194">
                        <a:extLst>
                          <a:ext uri="{FF2B5EF4-FFF2-40B4-BE49-F238E27FC236}">
                            <a16:creationId xmlns:a16="http://schemas.microsoft.com/office/drawing/2014/main" id="{75336FBE-4279-D5F3-E5EA-2A73AD2949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10" name="任意多边形 6195">
                        <a:extLst>
                          <a:ext uri="{FF2B5EF4-FFF2-40B4-BE49-F238E27FC236}">
                            <a16:creationId xmlns:a16="http://schemas.microsoft.com/office/drawing/2014/main" id="{C8C40EBB-3184-F2B1-B4AA-2E7119A3F4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11" name="任意多边形 6196">
                        <a:extLst>
                          <a:ext uri="{FF2B5EF4-FFF2-40B4-BE49-F238E27FC236}">
                            <a16:creationId xmlns:a16="http://schemas.microsoft.com/office/drawing/2014/main" id="{8C94BEDC-F491-3BAF-4D72-76EFE29C27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01" name="组合 6600">
                      <a:extLst>
                        <a:ext uri="{FF2B5EF4-FFF2-40B4-BE49-F238E27FC236}">
                          <a16:creationId xmlns:a16="http://schemas.microsoft.com/office/drawing/2014/main" id="{5A429674-ACF0-2310-74BE-8806C4B9318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6606" name="任意多边形 6191">
                        <a:extLst>
                          <a:ext uri="{FF2B5EF4-FFF2-40B4-BE49-F238E27FC236}">
                            <a16:creationId xmlns:a16="http://schemas.microsoft.com/office/drawing/2014/main" id="{E582D74B-D656-7D8C-7D1A-CD967BC622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07" name="任意多边形 6192">
                        <a:extLst>
                          <a:ext uri="{FF2B5EF4-FFF2-40B4-BE49-F238E27FC236}">
                            <a16:creationId xmlns:a16="http://schemas.microsoft.com/office/drawing/2014/main" id="{4E979FFF-6F6C-A117-4DED-07DD9A55BA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08" name="任意多边形 6193">
                        <a:extLst>
                          <a:ext uri="{FF2B5EF4-FFF2-40B4-BE49-F238E27FC236}">
                            <a16:creationId xmlns:a16="http://schemas.microsoft.com/office/drawing/2014/main" id="{0CAA631A-A0EC-86B1-18BA-78BECA65F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602" name="组合 6601">
                      <a:extLst>
                        <a:ext uri="{FF2B5EF4-FFF2-40B4-BE49-F238E27FC236}">
                          <a16:creationId xmlns:a16="http://schemas.microsoft.com/office/drawing/2014/main" id="{007E0D64-212F-6333-AFFC-84B6CE18424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6603" name="任意多边形 6188">
                        <a:extLst>
                          <a:ext uri="{FF2B5EF4-FFF2-40B4-BE49-F238E27FC236}">
                            <a16:creationId xmlns:a16="http://schemas.microsoft.com/office/drawing/2014/main" id="{9A372B70-05EA-2954-C9BE-9BD8DB676C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04" name="任意多边形 6189">
                        <a:extLst>
                          <a:ext uri="{FF2B5EF4-FFF2-40B4-BE49-F238E27FC236}">
                            <a16:creationId xmlns:a16="http://schemas.microsoft.com/office/drawing/2014/main" id="{AEB4F293-A6BA-606B-4213-1601319AD0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605" name="任意多边形 6190">
                        <a:extLst>
                          <a:ext uri="{FF2B5EF4-FFF2-40B4-BE49-F238E27FC236}">
                            <a16:creationId xmlns:a16="http://schemas.microsoft.com/office/drawing/2014/main" id="{B66BF5B9-D77B-0610-8F0C-B9CA3AD9A7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517" name="组合 6516">
                  <a:extLst>
                    <a:ext uri="{FF2B5EF4-FFF2-40B4-BE49-F238E27FC236}">
                      <a16:creationId xmlns:a16="http://schemas.microsoft.com/office/drawing/2014/main" id="{E9FAB397-AAA6-C4D0-8C34-50B2A8594552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6582" name="任意多边形 6167">
                    <a:extLst>
                      <a:ext uri="{FF2B5EF4-FFF2-40B4-BE49-F238E27FC236}">
                        <a16:creationId xmlns:a16="http://schemas.microsoft.com/office/drawing/2014/main" id="{1698F3B3-37FB-2256-E4C1-E5948593EFB2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583" name="任意多边形 6168">
                    <a:extLst>
                      <a:ext uri="{FF2B5EF4-FFF2-40B4-BE49-F238E27FC236}">
                        <a16:creationId xmlns:a16="http://schemas.microsoft.com/office/drawing/2014/main" id="{0388D3B4-B99D-AC33-C140-8568E4818549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584" name="组合 6583">
                    <a:extLst>
                      <a:ext uri="{FF2B5EF4-FFF2-40B4-BE49-F238E27FC236}">
                        <a16:creationId xmlns:a16="http://schemas.microsoft.com/office/drawing/2014/main" id="{316CD18B-F99A-6531-F2E7-85FE9E7B84BA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6585" name="组合 6584">
                      <a:extLst>
                        <a:ext uri="{FF2B5EF4-FFF2-40B4-BE49-F238E27FC236}">
                          <a16:creationId xmlns:a16="http://schemas.microsoft.com/office/drawing/2014/main" id="{09FBF3FC-7012-3EFC-BD22-F17B636CE3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6594" name="任意多边形 6179">
                        <a:extLst>
                          <a:ext uri="{FF2B5EF4-FFF2-40B4-BE49-F238E27FC236}">
                            <a16:creationId xmlns:a16="http://schemas.microsoft.com/office/drawing/2014/main" id="{8F03AAE9-BB1C-B350-D6FC-E791C5AF38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95" name="任意多边形 6180">
                        <a:extLst>
                          <a:ext uri="{FF2B5EF4-FFF2-40B4-BE49-F238E27FC236}">
                            <a16:creationId xmlns:a16="http://schemas.microsoft.com/office/drawing/2014/main" id="{F4B7757B-F65D-0993-DB10-52E2CAB3F5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96" name="任意多边形 6181">
                        <a:extLst>
                          <a:ext uri="{FF2B5EF4-FFF2-40B4-BE49-F238E27FC236}">
                            <a16:creationId xmlns:a16="http://schemas.microsoft.com/office/drawing/2014/main" id="{DCC96B6D-04E3-517E-127A-2A5D241DBE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86" name="组合 6585">
                      <a:extLst>
                        <a:ext uri="{FF2B5EF4-FFF2-40B4-BE49-F238E27FC236}">
                          <a16:creationId xmlns:a16="http://schemas.microsoft.com/office/drawing/2014/main" id="{AA870A4C-C5D8-38D7-27A1-73093E82A5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6591" name="任意多边形 6176">
                        <a:extLst>
                          <a:ext uri="{FF2B5EF4-FFF2-40B4-BE49-F238E27FC236}">
                            <a16:creationId xmlns:a16="http://schemas.microsoft.com/office/drawing/2014/main" id="{32306486-FA63-F004-0C2E-F5C3DC84BB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92" name="任意多边形 6177">
                        <a:extLst>
                          <a:ext uri="{FF2B5EF4-FFF2-40B4-BE49-F238E27FC236}">
                            <a16:creationId xmlns:a16="http://schemas.microsoft.com/office/drawing/2014/main" id="{A582FD06-723F-78E1-782F-450A10E800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93" name="任意多边形 6178">
                        <a:extLst>
                          <a:ext uri="{FF2B5EF4-FFF2-40B4-BE49-F238E27FC236}">
                            <a16:creationId xmlns:a16="http://schemas.microsoft.com/office/drawing/2014/main" id="{2C6CAA6F-8212-0E32-0282-CFBF3F9A09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87" name="组合 6586">
                      <a:extLst>
                        <a:ext uri="{FF2B5EF4-FFF2-40B4-BE49-F238E27FC236}">
                          <a16:creationId xmlns:a16="http://schemas.microsoft.com/office/drawing/2014/main" id="{0376328A-BB81-43B9-72B1-515D26AA07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6588" name="任意多边形 6173">
                        <a:extLst>
                          <a:ext uri="{FF2B5EF4-FFF2-40B4-BE49-F238E27FC236}">
                            <a16:creationId xmlns:a16="http://schemas.microsoft.com/office/drawing/2014/main" id="{5E9DE7A5-621C-ED31-4291-878AC18E14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89" name="任意多边形 6174">
                        <a:extLst>
                          <a:ext uri="{FF2B5EF4-FFF2-40B4-BE49-F238E27FC236}">
                            <a16:creationId xmlns:a16="http://schemas.microsoft.com/office/drawing/2014/main" id="{EA546F0D-77C1-B59A-D232-7F67EFD6EE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90" name="任意多边形 6175">
                        <a:extLst>
                          <a:ext uri="{FF2B5EF4-FFF2-40B4-BE49-F238E27FC236}">
                            <a16:creationId xmlns:a16="http://schemas.microsoft.com/office/drawing/2014/main" id="{DC99FA33-2317-78EA-20B4-CBD6BF9576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518" name="组合 6517">
                  <a:extLst>
                    <a:ext uri="{FF2B5EF4-FFF2-40B4-BE49-F238E27FC236}">
                      <a16:creationId xmlns:a16="http://schemas.microsoft.com/office/drawing/2014/main" id="{4C27A33F-892F-F8E7-E367-713C11C69CFE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6567" name="任意多边形 6152">
                    <a:extLst>
                      <a:ext uri="{FF2B5EF4-FFF2-40B4-BE49-F238E27FC236}">
                        <a16:creationId xmlns:a16="http://schemas.microsoft.com/office/drawing/2014/main" id="{D2A37DF5-C987-93D7-67AD-996216BF8368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568" name="任意多边形 6153">
                    <a:extLst>
                      <a:ext uri="{FF2B5EF4-FFF2-40B4-BE49-F238E27FC236}">
                        <a16:creationId xmlns:a16="http://schemas.microsoft.com/office/drawing/2014/main" id="{229C87BA-41D0-4345-6C56-730D1FD8AAA0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569" name="组合 6568">
                    <a:extLst>
                      <a:ext uri="{FF2B5EF4-FFF2-40B4-BE49-F238E27FC236}">
                        <a16:creationId xmlns:a16="http://schemas.microsoft.com/office/drawing/2014/main" id="{246D96DA-F5BE-A1EA-CC2C-0B0EF86770C2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6570" name="组合 6569">
                      <a:extLst>
                        <a:ext uri="{FF2B5EF4-FFF2-40B4-BE49-F238E27FC236}">
                          <a16:creationId xmlns:a16="http://schemas.microsoft.com/office/drawing/2014/main" id="{A643CED0-2D07-791E-0EDB-0B0E00288D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6579" name="任意多边形 6164">
                        <a:extLst>
                          <a:ext uri="{FF2B5EF4-FFF2-40B4-BE49-F238E27FC236}">
                            <a16:creationId xmlns:a16="http://schemas.microsoft.com/office/drawing/2014/main" id="{96E7C14F-9EDF-44D2-49EB-ECB91FD96E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80" name="任意多边形 6165">
                        <a:extLst>
                          <a:ext uri="{FF2B5EF4-FFF2-40B4-BE49-F238E27FC236}">
                            <a16:creationId xmlns:a16="http://schemas.microsoft.com/office/drawing/2014/main" id="{25581611-D7C2-72F3-1E04-727A197A4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81" name="任意多边形 6166">
                        <a:extLst>
                          <a:ext uri="{FF2B5EF4-FFF2-40B4-BE49-F238E27FC236}">
                            <a16:creationId xmlns:a16="http://schemas.microsoft.com/office/drawing/2014/main" id="{D8C1B6A9-D763-9E01-47D9-9D7E2A243C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71" name="组合 6570">
                      <a:extLst>
                        <a:ext uri="{FF2B5EF4-FFF2-40B4-BE49-F238E27FC236}">
                          <a16:creationId xmlns:a16="http://schemas.microsoft.com/office/drawing/2014/main" id="{583B32F6-C6D0-71FD-6313-548E03B1EE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6576" name="任意多边形 6161">
                        <a:extLst>
                          <a:ext uri="{FF2B5EF4-FFF2-40B4-BE49-F238E27FC236}">
                            <a16:creationId xmlns:a16="http://schemas.microsoft.com/office/drawing/2014/main" id="{FCD13199-00E7-82A0-31BA-ACE032ABC6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77" name="任意多边形 6162">
                        <a:extLst>
                          <a:ext uri="{FF2B5EF4-FFF2-40B4-BE49-F238E27FC236}">
                            <a16:creationId xmlns:a16="http://schemas.microsoft.com/office/drawing/2014/main" id="{5A305261-AFDC-CBCB-224A-EEDA8705B6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78" name="任意多边形 6163">
                        <a:extLst>
                          <a:ext uri="{FF2B5EF4-FFF2-40B4-BE49-F238E27FC236}">
                            <a16:creationId xmlns:a16="http://schemas.microsoft.com/office/drawing/2014/main" id="{82105B18-768F-541F-2980-8932B52AA5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72" name="组合 6571">
                      <a:extLst>
                        <a:ext uri="{FF2B5EF4-FFF2-40B4-BE49-F238E27FC236}">
                          <a16:creationId xmlns:a16="http://schemas.microsoft.com/office/drawing/2014/main" id="{3019A366-42F7-6DA4-BDB3-DD022B5CD0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6573" name="任意多边形 6158">
                        <a:extLst>
                          <a:ext uri="{FF2B5EF4-FFF2-40B4-BE49-F238E27FC236}">
                            <a16:creationId xmlns:a16="http://schemas.microsoft.com/office/drawing/2014/main" id="{161822C5-7150-A1AE-3D3E-690F962CCA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74" name="任意多边形 6159">
                        <a:extLst>
                          <a:ext uri="{FF2B5EF4-FFF2-40B4-BE49-F238E27FC236}">
                            <a16:creationId xmlns:a16="http://schemas.microsoft.com/office/drawing/2014/main" id="{E1D4E965-3C8C-6093-0E92-6A6478B5D9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75" name="任意多边形 6160">
                        <a:extLst>
                          <a:ext uri="{FF2B5EF4-FFF2-40B4-BE49-F238E27FC236}">
                            <a16:creationId xmlns:a16="http://schemas.microsoft.com/office/drawing/2014/main" id="{F1B1D563-09E3-252D-9607-4202D4225E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519" name="组合 6518">
                  <a:extLst>
                    <a:ext uri="{FF2B5EF4-FFF2-40B4-BE49-F238E27FC236}">
                      <a16:creationId xmlns:a16="http://schemas.microsoft.com/office/drawing/2014/main" id="{BDD09BCD-2B36-6FA1-3EE0-A823F3A038EC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6552" name="任意多边形 6137">
                    <a:extLst>
                      <a:ext uri="{FF2B5EF4-FFF2-40B4-BE49-F238E27FC236}">
                        <a16:creationId xmlns:a16="http://schemas.microsoft.com/office/drawing/2014/main" id="{A74720AB-724F-A6BB-59CA-0C386B7993F3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553" name="任意多边形 6138">
                    <a:extLst>
                      <a:ext uri="{FF2B5EF4-FFF2-40B4-BE49-F238E27FC236}">
                        <a16:creationId xmlns:a16="http://schemas.microsoft.com/office/drawing/2014/main" id="{11C4D88D-62EC-A2ED-6E9F-AB084FB910E7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554" name="组合 6553">
                    <a:extLst>
                      <a:ext uri="{FF2B5EF4-FFF2-40B4-BE49-F238E27FC236}">
                        <a16:creationId xmlns:a16="http://schemas.microsoft.com/office/drawing/2014/main" id="{07F57168-FAD4-47F8-425B-E6851DD5CF67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6555" name="组合 6554">
                      <a:extLst>
                        <a:ext uri="{FF2B5EF4-FFF2-40B4-BE49-F238E27FC236}">
                          <a16:creationId xmlns:a16="http://schemas.microsoft.com/office/drawing/2014/main" id="{5E87CF58-0B66-F45A-681A-AB338BAC44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6564" name="任意多边形 6149">
                        <a:extLst>
                          <a:ext uri="{FF2B5EF4-FFF2-40B4-BE49-F238E27FC236}">
                            <a16:creationId xmlns:a16="http://schemas.microsoft.com/office/drawing/2014/main" id="{A18A4492-129A-D637-7CA6-85233F9BD8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65" name="任意多边形 6150">
                        <a:extLst>
                          <a:ext uri="{FF2B5EF4-FFF2-40B4-BE49-F238E27FC236}">
                            <a16:creationId xmlns:a16="http://schemas.microsoft.com/office/drawing/2014/main" id="{8DA695EE-60B2-B1A5-05C8-E451B7D23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66" name="任意多边形 6151">
                        <a:extLst>
                          <a:ext uri="{FF2B5EF4-FFF2-40B4-BE49-F238E27FC236}">
                            <a16:creationId xmlns:a16="http://schemas.microsoft.com/office/drawing/2014/main" id="{001E00C1-E3E3-01D3-B8FD-D97FDB682C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56" name="组合 6555">
                      <a:extLst>
                        <a:ext uri="{FF2B5EF4-FFF2-40B4-BE49-F238E27FC236}">
                          <a16:creationId xmlns:a16="http://schemas.microsoft.com/office/drawing/2014/main" id="{9CE24840-23D8-7C22-CA4B-366BECE7CA2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6561" name="任意多边形 6146">
                        <a:extLst>
                          <a:ext uri="{FF2B5EF4-FFF2-40B4-BE49-F238E27FC236}">
                            <a16:creationId xmlns:a16="http://schemas.microsoft.com/office/drawing/2014/main" id="{6CA38122-4E24-C837-00E6-1BA30BCA38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62" name="任意多边形 6147">
                        <a:extLst>
                          <a:ext uri="{FF2B5EF4-FFF2-40B4-BE49-F238E27FC236}">
                            <a16:creationId xmlns:a16="http://schemas.microsoft.com/office/drawing/2014/main" id="{7A2D986C-2E34-6F36-44C2-F642031BCF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63" name="任意多边形 6148">
                        <a:extLst>
                          <a:ext uri="{FF2B5EF4-FFF2-40B4-BE49-F238E27FC236}">
                            <a16:creationId xmlns:a16="http://schemas.microsoft.com/office/drawing/2014/main" id="{50DD69A8-B212-3142-C8C2-1BD549EAE8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57" name="组合 6556">
                      <a:extLst>
                        <a:ext uri="{FF2B5EF4-FFF2-40B4-BE49-F238E27FC236}">
                          <a16:creationId xmlns:a16="http://schemas.microsoft.com/office/drawing/2014/main" id="{8B908A4F-67B9-7799-7F33-57288495AB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6558" name="任意多边形 6143">
                        <a:extLst>
                          <a:ext uri="{FF2B5EF4-FFF2-40B4-BE49-F238E27FC236}">
                            <a16:creationId xmlns:a16="http://schemas.microsoft.com/office/drawing/2014/main" id="{E08A2144-BE00-3161-0434-7162C16A5F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59" name="任意多边形 6144">
                        <a:extLst>
                          <a:ext uri="{FF2B5EF4-FFF2-40B4-BE49-F238E27FC236}">
                            <a16:creationId xmlns:a16="http://schemas.microsoft.com/office/drawing/2014/main" id="{C5F91E84-C473-4AB4-4D93-59259BEC0B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60" name="任意多边形 6145">
                        <a:extLst>
                          <a:ext uri="{FF2B5EF4-FFF2-40B4-BE49-F238E27FC236}">
                            <a16:creationId xmlns:a16="http://schemas.microsoft.com/office/drawing/2014/main" id="{AFE90507-B542-1156-202F-4E8E938D49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520" name="组合 6519">
                  <a:extLst>
                    <a:ext uri="{FF2B5EF4-FFF2-40B4-BE49-F238E27FC236}">
                      <a16:creationId xmlns:a16="http://schemas.microsoft.com/office/drawing/2014/main" id="{878D3E18-22EF-DD5A-10BC-860E926ED2A1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6537" name="任意多边形 6122">
                    <a:extLst>
                      <a:ext uri="{FF2B5EF4-FFF2-40B4-BE49-F238E27FC236}">
                        <a16:creationId xmlns:a16="http://schemas.microsoft.com/office/drawing/2014/main" id="{F190E8BA-5DD5-7CD2-272A-6E3A50230F81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538" name="任意多边形 6123">
                    <a:extLst>
                      <a:ext uri="{FF2B5EF4-FFF2-40B4-BE49-F238E27FC236}">
                        <a16:creationId xmlns:a16="http://schemas.microsoft.com/office/drawing/2014/main" id="{0321D952-3A3F-C5D6-1850-A03AFDE495F2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539" name="组合 6538">
                    <a:extLst>
                      <a:ext uri="{FF2B5EF4-FFF2-40B4-BE49-F238E27FC236}">
                        <a16:creationId xmlns:a16="http://schemas.microsoft.com/office/drawing/2014/main" id="{3F2C33C7-BAF1-3D3E-F948-4EBFA3A5B1ED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6540" name="组合 6539">
                      <a:extLst>
                        <a:ext uri="{FF2B5EF4-FFF2-40B4-BE49-F238E27FC236}">
                          <a16:creationId xmlns:a16="http://schemas.microsoft.com/office/drawing/2014/main" id="{5FC8D587-4575-08AB-674F-190B81D792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6549" name="任意多边形 6134">
                        <a:extLst>
                          <a:ext uri="{FF2B5EF4-FFF2-40B4-BE49-F238E27FC236}">
                            <a16:creationId xmlns:a16="http://schemas.microsoft.com/office/drawing/2014/main" id="{9409FBA2-F20F-165F-DC1C-A6EF6E6846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50" name="任意多边形 6135">
                        <a:extLst>
                          <a:ext uri="{FF2B5EF4-FFF2-40B4-BE49-F238E27FC236}">
                            <a16:creationId xmlns:a16="http://schemas.microsoft.com/office/drawing/2014/main" id="{07F8F897-93F8-7484-362F-EFC1C11F61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51" name="任意多边形 6136">
                        <a:extLst>
                          <a:ext uri="{FF2B5EF4-FFF2-40B4-BE49-F238E27FC236}">
                            <a16:creationId xmlns:a16="http://schemas.microsoft.com/office/drawing/2014/main" id="{CABDFF5B-228C-5C70-1AE6-83C20B0BD6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41" name="组合 6540">
                      <a:extLst>
                        <a:ext uri="{FF2B5EF4-FFF2-40B4-BE49-F238E27FC236}">
                          <a16:creationId xmlns:a16="http://schemas.microsoft.com/office/drawing/2014/main" id="{B5566CD0-4241-FC0B-194B-34F4450AEA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6546" name="任意多边形 6131">
                        <a:extLst>
                          <a:ext uri="{FF2B5EF4-FFF2-40B4-BE49-F238E27FC236}">
                            <a16:creationId xmlns:a16="http://schemas.microsoft.com/office/drawing/2014/main" id="{403928DA-DC23-3BA2-E04B-8290772B1B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47" name="任意多边形 6132">
                        <a:extLst>
                          <a:ext uri="{FF2B5EF4-FFF2-40B4-BE49-F238E27FC236}">
                            <a16:creationId xmlns:a16="http://schemas.microsoft.com/office/drawing/2014/main" id="{4E48069A-D5E7-2A94-E7FC-7103C86053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48" name="任意多边形 6133">
                        <a:extLst>
                          <a:ext uri="{FF2B5EF4-FFF2-40B4-BE49-F238E27FC236}">
                            <a16:creationId xmlns:a16="http://schemas.microsoft.com/office/drawing/2014/main" id="{DEB0EC3D-C24F-88C6-F8EC-F99BE211D1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42" name="组合 6541">
                      <a:extLst>
                        <a:ext uri="{FF2B5EF4-FFF2-40B4-BE49-F238E27FC236}">
                          <a16:creationId xmlns:a16="http://schemas.microsoft.com/office/drawing/2014/main" id="{8903DAE5-EA4F-ABB0-B431-4571081A3B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6543" name="任意多边形 6128">
                        <a:extLst>
                          <a:ext uri="{FF2B5EF4-FFF2-40B4-BE49-F238E27FC236}">
                            <a16:creationId xmlns:a16="http://schemas.microsoft.com/office/drawing/2014/main" id="{06C96D55-AC6E-DA23-D993-3216E3E3D5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44" name="任意多边形 6129">
                        <a:extLst>
                          <a:ext uri="{FF2B5EF4-FFF2-40B4-BE49-F238E27FC236}">
                            <a16:creationId xmlns:a16="http://schemas.microsoft.com/office/drawing/2014/main" id="{DA425CC5-8BD2-E571-945D-373C2E7763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45" name="任意多边形 6130">
                        <a:extLst>
                          <a:ext uri="{FF2B5EF4-FFF2-40B4-BE49-F238E27FC236}">
                            <a16:creationId xmlns:a16="http://schemas.microsoft.com/office/drawing/2014/main" id="{CAF2118A-2AFD-8E5A-9EEA-A1AAB756E4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521" name="组合 6520">
                  <a:extLst>
                    <a:ext uri="{FF2B5EF4-FFF2-40B4-BE49-F238E27FC236}">
                      <a16:creationId xmlns:a16="http://schemas.microsoft.com/office/drawing/2014/main" id="{AE02DEDC-CD25-BED6-3F76-A56FC313CFF2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6522" name="任意多边形 6107">
                    <a:extLst>
                      <a:ext uri="{FF2B5EF4-FFF2-40B4-BE49-F238E27FC236}">
                        <a16:creationId xmlns:a16="http://schemas.microsoft.com/office/drawing/2014/main" id="{AB95B2C5-F3AF-F3FF-A7D1-C01CC3AEB659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523" name="任意多边形 6108">
                    <a:extLst>
                      <a:ext uri="{FF2B5EF4-FFF2-40B4-BE49-F238E27FC236}">
                        <a16:creationId xmlns:a16="http://schemas.microsoft.com/office/drawing/2014/main" id="{D2150983-555B-6060-86AF-FCAFC88E28F2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524" name="组合 6523">
                    <a:extLst>
                      <a:ext uri="{FF2B5EF4-FFF2-40B4-BE49-F238E27FC236}">
                        <a16:creationId xmlns:a16="http://schemas.microsoft.com/office/drawing/2014/main" id="{01853FD5-1835-C0DC-7D04-5DE9B6848798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6525" name="组合 6524">
                      <a:extLst>
                        <a:ext uri="{FF2B5EF4-FFF2-40B4-BE49-F238E27FC236}">
                          <a16:creationId xmlns:a16="http://schemas.microsoft.com/office/drawing/2014/main" id="{DFDA2336-C48E-08DC-DE99-C2A4A0C897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6534" name="任意多边形 6119">
                        <a:extLst>
                          <a:ext uri="{FF2B5EF4-FFF2-40B4-BE49-F238E27FC236}">
                            <a16:creationId xmlns:a16="http://schemas.microsoft.com/office/drawing/2014/main" id="{5C7B2BCC-9770-C042-F8C6-A82DA33F09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35" name="任意多边形 6120">
                        <a:extLst>
                          <a:ext uri="{FF2B5EF4-FFF2-40B4-BE49-F238E27FC236}">
                            <a16:creationId xmlns:a16="http://schemas.microsoft.com/office/drawing/2014/main" id="{389CD1FE-B465-C247-F028-985EBC170B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36" name="任意多边形 6121">
                        <a:extLst>
                          <a:ext uri="{FF2B5EF4-FFF2-40B4-BE49-F238E27FC236}">
                            <a16:creationId xmlns:a16="http://schemas.microsoft.com/office/drawing/2014/main" id="{F0A66BA9-9693-43CB-7C02-F86E247005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26" name="组合 6525">
                      <a:extLst>
                        <a:ext uri="{FF2B5EF4-FFF2-40B4-BE49-F238E27FC236}">
                          <a16:creationId xmlns:a16="http://schemas.microsoft.com/office/drawing/2014/main" id="{7A242E9A-1D30-D835-9D95-F2B29ED8F8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6531" name="任意多边形 6116">
                        <a:extLst>
                          <a:ext uri="{FF2B5EF4-FFF2-40B4-BE49-F238E27FC236}">
                            <a16:creationId xmlns:a16="http://schemas.microsoft.com/office/drawing/2014/main" id="{9A00504B-4D14-750B-3BE6-908C30AB15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32" name="任意多边形 6117">
                        <a:extLst>
                          <a:ext uri="{FF2B5EF4-FFF2-40B4-BE49-F238E27FC236}">
                            <a16:creationId xmlns:a16="http://schemas.microsoft.com/office/drawing/2014/main" id="{B57C19A8-4CD5-EC16-00DC-BB21313D55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33" name="任意多边形 6118">
                        <a:extLst>
                          <a:ext uri="{FF2B5EF4-FFF2-40B4-BE49-F238E27FC236}">
                            <a16:creationId xmlns:a16="http://schemas.microsoft.com/office/drawing/2014/main" id="{6A07FB13-9156-4281-9E90-C7890093E1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27" name="组合 6526">
                      <a:extLst>
                        <a:ext uri="{FF2B5EF4-FFF2-40B4-BE49-F238E27FC236}">
                          <a16:creationId xmlns:a16="http://schemas.microsoft.com/office/drawing/2014/main" id="{2FC93B1A-436B-C153-A0DB-750FB0440E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6528" name="任意多边形 6113">
                        <a:extLst>
                          <a:ext uri="{FF2B5EF4-FFF2-40B4-BE49-F238E27FC236}">
                            <a16:creationId xmlns:a16="http://schemas.microsoft.com/office/drawing/2014/main" id="{861F0562-56AC-2F78-4405-830FFAEE1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29" name="任意多边形 6114">
                        <a:extLst>
                          <a:ext uri="{FF2B5EF4-FFF2-40B4-BE49-F238E27FC236}">
                            <a16:creationId xmlns:a16="http://schemas.microsoft.com/office/drawing/2014/main" id="{25B0D322-7804-811E-108F-2DBD9206BF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30" name="任意多边形 6115">
                        <a:extLst>
                          <a:ext uri="{FF2B5EF4-FFF2-40B4-BE49-F238E27FC236}">
                            <a16:creationId xmlns:a16="http://schemas.microsoft.com/office/drawing/2014/main" id="{E4CBD28D-6790-F1F5-14BF-B880163A14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6322" name="组合 6321">
                <a:extLst>
                  <a:ext uri="{FF2B5EF4-FFF2-40B4-BE49-F238E27FC236}">
                    <a16:creationId xmlns:a16="http://schemas.microsoft.com/office/drawing/2014/main" id="{088AD032-C4E2-52EF-EDCA-D53A2333E630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6420" name="组合 6419">
                  <a:extLst>
                    <a:ext uri="{FF2B5EF4-FFF2-40B4-BE49-F238E27FC236}">
                      <a16:creationId xmlns:a16="http://schemas.microsoft.com/office/drawing/2014/main" id="{EE1C98F7-66A9-BDFE-7919-EC1E489757AA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6501" name="任意多边形 6086">
                    <a:extLst>
                      <a:ext uri="{FF2B5EF4-FFF2-40B4-BE49-F238E27FC236}">
                        <a16:creationId xmlns:a16="http://schemas.microsoft.com/office/drawing/2014/main" id="{1D819488-F7B2-5951-CF5F-29F40FF00CF6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502" name="任意多边形 6087">
                    <a:extLst>
                      <a:ext uri="{FF2B5EF4-FFF2-40B4-BE49-F238E27FC236}">
                        <a16:creationId xmlns:a16="http://schemas.microsoft.com/office/drawing/2014/main" id="{30A929A8-5537-7F02-414B-1D972C00A933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503" name="组合 6502">
                    <a:extLst>
                      <a:ext uri="{FF2B5EF4-FFF2-40B4-BE49-F238E27FC236}">
                        <a16:creationId xmlns:a16="http://schemas.microsoft.com/office/drawing/2014/main" id="{E4D2E99B-13DF-EA50-E0EB-EE113CEAC078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6504" name="组合 6503">
                      <a:extLst>
                        <a:ext uri="{FF2B5EF4-FFF2-40B4-BE49-F238E27FC236}">
                          <a16:creationId xmlns:a16="http://schemas.microsoft.com/office/drawing/2014/main" id="{CF3E427E-F753-9E99-2611-3F31F5D08C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6513" name="任意多边形 6098">
                        <a:extLst>
                          <a:ext uri="{FF2B5EF4-FFF2-40B4-BE49-F238E27FC236}">
                            <a16:creationId xmlns:a16="http://schemas.microsoft.com/office/drawing/2014/main" id="{3E1EF44A-F2BF-0EB7-F5FA-AB66A7DD3C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14" name="任意多边形 6099">
                        <a:extLst>
                          <a:ext uri="{FF2B5EF4-FFF2-40B4-BE49-F238E27FC236}">
                            <a16:creationId xmlns:a16="http://schemas.microsoft.com/office/drawing/2014/main" id="{230967AB-66B1-45ED-2D6C-95E44E80F3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15" name="任意多边形 6100">
                        <a:extLst>
                          <a:ext uri="{FF2B5EF4-FFF2-40B4-BE49-F238E27FC236}">
                            <a16:creationId xmlns:a16="http://schemas.microsoft.com/office/drawing/2014/main" id="{38A9EAB0-E7C4-35BB-0012-CD480D34F0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05" name="组合 6504">
                      <a:extLst>
                        <a:ext uri="{FF2B5EF4-FFF2-40B4-BE49-F238E27FC236}">
                          <a16:creationId xmlns:a16="http://schemas.microsoft.com/office/drawing/2014/main" id="{61E69500-1E9C-B9DA-4F20-2933CD8E6DB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6510" name="任意多边形 6095">
                        <a:extLst>
                          <a:ext uri="{FF2B5EF4-FFF2-40B4-BE49-F238E27FC236}">
                            <a16:creationId xmlns:a16="http://schemas.microsoft.com/office/drawing/2014/main" id="{526CB94F-999D-AD1F-30E8-D4C7F708F6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11" name="任意多边形 6096">
                        <a:extLst>
                          <a:ext uri="{FF2B5EF4-FFF2-40B4-BE49-F238E27FC236}">
                            <a16:creationId xmlns:a16="http://schemas.microsoft.com/office/drawing/2014/main" id="{6D3C7FC1-4C3F-70EF-C540-F0FE6D7B5B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12" name="任意多边形 6097">
                        <a:extLst>
                          <a:ext uri="{FF2B5EF4-FFF2-40B4-BE49-F238E27FC236}">
                            <a16:creationId xmlns:a16="http://schemas.microsoft.com/office/drawing/2014/main" id="{F0B693E6-4907-F727-52FE-EEF33D90FD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506" name="组合 6505">
                      <a:extLst>
                        <a:ext uri="{FF2B5EF4-FFF2-40B4-BE49-F238E27FC236}">
                          <a16:creationId xmlns:a16="http://schemas.microsoft.com/office/drawing/2014/main" id="{C0FD6A54-E325-C203-99C4-9E0C0FB832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6507" name="任意多边形 6092">
                        <a:extLst>
                          <a:ext uri="{FF2B5EF4-FFF2-40B4-BE49-F238E27FC236}">
                            <a16:creationId xmlns:a16="http://schemas.microsoft.com/office/drawing/2014/main" id="{15359E40-3BA2-7919-B64C-D3517B51A6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08" name="任意多边形 6093">
                        <a:extLst>
                          <a:ext uri="{FF2B5EF4-FFF2-40B4-BE49-F238E27FC236}">
                            <a16:creationId xmlns:a16="http://schemas.microsoft.com/office/drawing/2014/main" id="{2B056741-1D03-59F4-0CC3-59CBD4A4A3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09" name="任意多边形 6094">
                        <a:extLst>
                          <a:ext uri="{FF2B5EF4-FFF2-40B4-BE49-F238E27FC236}">
                            <a16:creationId xmlns:a16="http://schemas.microsoft.com/office/drawing/2014/main" id="{C4A622CB-872A-EB3B-F0DB-FC855F4FFE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421" name="组合 6420">
                  <a:extLst>
                    <a:ext uri="{FF2B5EF4-FFF2-40B4-BE49-F238E27FC236}">
                      <a16:creationId xmlns:a16="http://schemas.microsoft.com/office/drawing/2014/main" id="{4C68E83F-F368-A2E8-1BD4-C682176E78D9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6486" name="任意多边形 6071">
                    <a:extLst>
                      <a:ext uri="{FF2B5EF4-FFF2-40B4-BE49-F238E27FC236}">
                        <a16:creationId xmlns:a16="http://schemas.microsoft.com/office/drawing/2014/main" id="{66E3B182-22E4-94A2-0596-AE0711FC54D9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487" name="任意多边形 6072">
                    <a:extLst>
                      <a:ext uri="{FF2B5EF4-FFF2-40B4-BE49-F238E27FC236}">
                        <a16:creationId xmlns:a16="http://schemas.microsoft.com/office/drawing/2014/main" id="{30D14795-0598-6EBF-6A4D-AD636C5B50A4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488" name="组合 6487">
                    <a:extLst>
                      <a:ext uri="{FF2B5EF4-FFF2-40B4-BE49-F238E27FC236}">
                        <a16:creationId xmlns:a16="http://schemas.microsoft.com/office/drawing/2014/main" id="{7BBEB8A2-C8B6-2453-F14A-1F49504AC40A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6489" name="组合 6488">
                      <a:extLst>
                        <a:ext uri="{FF2B5EF4-FFF2-40B4-BE49-F238E27FC236}">
                          <a16:creationId xmlns:a16="http://schemas.microsoft.com/office/drawing/2014/main" id="{CD483143-FC76-D39F-AA71-B03BFBD00D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6498" name="任意多边形 6083">
                        <a:extLst>
                          <a:ext uri="{FF2B5EF4-FFF2-40B4-BE49-F238E27FC236}">
                            <a16:creationId xmlns:a16="http://schemas.microsoft.com/office/drawing/2014/main" id="{45678EEF-B360-2117-2528-64BBB32E7F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99" name="任意多边形 6084">
                        <a:extLst>
                          <a:ext uri="{FF2B5EF4-FFF2-40B4-BE49-F238E27FC236}">
                            <a16:creationId xmlns:a16="http://schemas.microsoft.com/office/drawing/2014/main" id="{2BC0C15C-0581-0D26-53AD-B18EE65F6B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500" name="任意多边形 6085">
                        <a:extLst>
                          <a:ext uri="{FF2B5EF4-FFF2-40B4-BE49-F238E27FC236}">
                            <a16:creationId xmlns:a16="http://schemas.microsoft.com/office/drawing/2014/main" id="{4E5E5A97-1524-7055-311C-A94A3CE220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90" name="组合 6489">
                      <a:extLst>
                        <a:ext uri="{FF2B5EF4-FFF2-40B4-BE49-F238E27FC236}">
                          <a16:creationId xmlns:a16="http://schemas.microsoft.com/office/drawing/2014/main" id="{E228D45F-D1C6-323C-8F10-7BD0041CDF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6495" name="任意多边形 6080">
                        <a:extLst>
                          <a:ext uri="{FF2B5EF4-FFF2-40B4-BE49-F238E27FC236}">
                            <a16:creationId xmlns:a16="http://schemas.microsoft.com/office/drawing/2014/main" id="{D63722C6-7052-041F-769D-ABA23F0DB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96" name="任意多边形 6081">
                        <a:extLst>
                          <a:ext uri="{FF2B5EF4-FFF2-40B4-BE49-F238E27FC236}">
                            <a16:creationId xmlns:a16="http://schemas.microsoft.com/office/drawing/2014/main" id="{87ED25AF-3032-DBF7-1045-E701C9C7D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97" name="任意多边形 6082">
                        <a:extLst>
                          <a:ext uri="{FF2B5EF4-FFF2-40B4-BE49-F238E27FC236}">
                            <a16:creationId xmlns:a16="http://schemas.microsoft.com/office/drawing/2014/main" id="{A087AFD8-572E-2F3A-EAE4-D3A4ED912D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91" name="组合 6490">
                      <a:extLst>
                        <a:ext uri="{FF2B5EF4-FFF2-40B4-BE49-F238E27FC236}">
                          <a16:creationId xmlns:a16="http://schemas.microsoft.com/office/drawing/2014/main" id="{B3B79F67-DC06-3B49-12EF-26FB769B4F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6492" name="任意多边形 6077">
                        <a:extLst>
                          <a:ext uri="{FF2B5EF4-FFF2-40B4-BE49-F238E27FC236}">
                            <a16:creationId xmlns:a16="http://schemas.microsoft.com/office/drawing/2014/main" id="{19DC9E4D-8B37-86B2-2607-2A1558EB7B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93" name="任意多边形 6078">
                        <a:extLst>
                          <a:ext uri="{FF2B5EF4-FFF2-40B4-BE49-F238E27FC236}">
                            <a16:creationId xmlns:a16="http://schemas.microsoft.com/office/drawing/2014/main" id="{73DB2BF9-F776-3C40-933E-3B279C15B2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94" name="任意多边形 6079">
                        <a:extLst>
                          <a:ext uri="{FF2B5EF4-FFF2-40B4-BE49-F238E27FC236}">
                            <a16:creationId xmlns:a16="http://schemas.microsoft.com/office/drawing/2014/main" id="{32C0CE99-F726-0D44-A3D5-9EC85E141C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422" name="组合 6421">
                  <a:extLst>
                    <a:ext uri="{FF2B5EF4-FFF2-40B4-BE49-F238E27FC236}">
                      <a16:creationId xmlns:a16="http://schemas.microsoft.com/office/drawing/2014/main" id="{0BF3B258-214F-F2A7-D385-F541D68D3365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6471" name="任意多边形 6056">
                    <a:extLst>
                      <a:ext uri="{FF2B5EF4-FFF2-40B4-BE49-F238E27FC236}">
                        <a16:creationId xmlns:a16="http://schemas.microsoft.com/office/drawing/2014/main" id="{8D710157-888E-801C-67A5-A65415F9B48F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472" name="任意多边形 6057">
                    <a:extLst>
                      <a:ext uri="{FF2B5EF4-FFF2-40B4-BE49-F238E27FC236}">
                        <a16:creationId xmlns:a16="http://schemas.microsoft.com/office/drawing/2014/main" id="{5D952256-1F9B-747F-9BFA-7E678367FA89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473" name="组合 6472">
                    <a:extLst>
                      <a:ext uri="{FF2B5EF4-FFF2-40B4-BE49-F238E27FC236}">
                        <a16:creationId xmlns:a16="http://schemas.microsoft.com/office/drawing/2014/main" id="{A42F82F6-AC98-0676-AF62-5665AD0DA83B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6474" name="组合 6473">
                      <a:extLst>
                        <a:ext uri="{FF2B5EF4-FFF2-40B4-BE49-F238E27FC236}">
                          <a16:creationId xmlns:a16="http://schemas.microsoft.com/office/drawing/2014/main" id="{4949E8A0-27E0-8CE8-107A-1CC818B2CE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6483" name="任意多边形 6068">
                        <a:extLst>
                          <a:ext uri="{FF2B5EF4-FFF2-40B4-BE49-F238E27FC236}">
                            <a16:creationId xmlns:a16="http://schemas.microsoft.com/office/drawing/2014/main" id="{C34E4A02-9BE9-BFEA-B926-AE277FC12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84" name="任意多边形 6069">
                        <a:extLst>
                          <a:ext uri="{FF2B5EF4-FFF2-40B4-BE49-F238E27FC236}">
                            <a16:creationId xmlns:a16="http://schemas.microsoft.com/office/drawing/2014/main" id="{887BB38D-CA69-284F-FEA1-923761D467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85" name="任意多边形 6070">
                        <a:extLst>
                          <a:ext uri="{FF2B5EF4-FFF2-40B4-BE49-F238E27FC236}">
                            <a16:creationId xmlns:a16="http://schemas.microsoft.com/office/drawing/2014/main" id="{D6532DBF-7772-87A6-09E0-743E3B1CCF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75" name="组合 6474">
                      <a:extLst>
                        <a:ext uri="{FF2B5EF4-FFF2-40B4-BE49-F238E27FC236}">
                          <a16:creationId xmlns:a16="http://schemas.microsoft.com/office/drawing/2014/main" id="{06FB0F88-3507-F240-51E0-87BB8832A0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6480" name="任意多边形 6065">
                        <a:extLst>
                          <a:ext uri="{FF2B5EF4-FFF2-40B4-BE49-F238E27FC236}">
                            <a16:creationId xmlns:a16="http://schemas.microsoft.com/office/drawing/2014/main" id="{5B0CA0F0-1F3E-6FC1-E05A-44D42D9397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81" name="任意多边形 6066">
                        <a:extLst>
                          <a:ext uri="{FF2B5EF4-FFF2-40B4-BE49-F238E27FC236}">
                            <a16:creationId xmlns:a16="http://schemas.microsoft.com/office/drawing/2014/main" id="{0ED7A569-CCA9-D19C-1CAE-164E508299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82" name="任意多边形 6067">
                        <a:extLst>
                          <a:ext uri="{FF2B5EF4-FFF2-40B4-BE49-F238E27FC236}">
                            <a16:creationId xmlns:a16="http://schemas.microsoft.com/office/drawing/2014/main" id="{84DFB858-9874-4737-2AE8-0001853B8F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76" name="组合 6475">
                      <a:extLst>
                        <a:ext uri="{FF2B5EF4-FFF2-40B4-BE49-F238E27FC236}">
                          <a16:creationId xmlns:a16="http://schemas.microsoft.com/office/drawing/2014/main" id="{8763C90E-D3C5-164A-BC35-2D68D1A3BA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6477" name="任意多边形 6062">
                        <a:extLst>
                          <a:ext uri="{FF2B5EF4-FFF2-40B4-BE49-F238E27FC236}">
                            <a16:creationId xmlns:a16="http://schemas.microsoft.com/office/drawing/2014/main" id="{06A36D6B-7EEC-B5C2-FF8B-2CEF56EF40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78" name="任意多边形 6063">
                        <a:extLst>
                          <a:ext uri="{FF2B5EF4-FFF2-40B4-BE49-F238E27FC236}">
                            <a16:creationId xmlns:a16="http://schemas.microsoft.com/office/drawing/2014/main" id="{03862817-2E33-8679-01EC-0C172D9311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79" name="任意多边形 6064">
                        <a:extLst>
                          <a:ext uri="{FF2B5EF4-FFF2-40B4-BE49-F238E27FC236}">
                            <a16:creationId xmlns:a16="http://schemas.microsoft.com/office/drawing/2014/main" id="{8646FE40-4120-6028-F263-8A2BA612EB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423" name="组合 6422">
                  <a:extLst>
                    <a:ext uri="{FF2B5EF4-FFF2-40B4-BE49-F238E27FC236}">
                      <a16:creationId xmlns:a16="http://schemas.microsoft.com/office/drawing/2014/main" id="{4323AD6C-43E7-AC32-DDE1-887E700225B3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6456" name="任意多边形 6041">
                    <a:extLst>
                      <a:ext uri="{FF2B5EF4-FFF2-40B4-BE49-F238E27FC236}">
                        <a16:creationId xmlns:a16="http://schemas.microsoft.com/office/drawing/2014/main" id="{3FC89C50-2D14-09F5-EFFB-F94ACD54B8D6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457" name="任意多边形 6042">
                    <a:extLst>
                      <a:ext uri="{FF2B5EF4-FFF2-40B4-BE49-F238E27FC236}">
                        <a16:creationId xmlns:a16="http://schemas.microsoft.com/office/drawing/2014/main" id="{0E796BF2-81FE-1760-65F9-B9C27DF7E583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458" name="组合 6457">
                    <a:extLst>
                      <a:ext uri="{FF2B5EF4-FFF2-40B4-BE49-F238E27FC236}">
                        <a16:creationId xmlns:a16="http://schemas.microsoft.com/office/drawing/2014/main" id="{1D2A32D5-B3E4-BFE3-220F-AF255C5D8054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6459" name="组合 6458">
                      <a:extLst>
                        <a:ext uri="{FF2B5EF4-FFF2-40B4-BE49-F238E27FC236}">
                          <a16:creationId xmlns:a16="http://schemas.microsoft.com/office/drawing/2014/main" id="{E8E4B12F-BEC0-9710-6484-4548E69F07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6468" name="任意多边形 6053">
                        <a:extLst>
                          <a:ext uri="{FF2B5EF4-FFF2-40B4-BE49-F238E27FC236}">
                            <a16:creationId xmlns:a16="http://schemas.microsoft.com/office/drawing/2014/main" id="{4A153997-8E50-AF96-6DDA-B6565B4A8F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69" name="任意多边形 6054">
                        <a:extLst>
                          <a:ext uri="{FF2B5EF4-FFF2-40B4-BE49-F238E27FC236}">
                            <a16:creationId xmlns:a16="http://schemas.microsoft.com/office/drawing/2014/main" id="{16DF0650-F43D-95EF-08F2-A99999A4B7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70" name="任意多边形 6055">
                        <a:extLst>
                          <a:ext uri="{FF2B5EF4-FFF2-40B4-BE49-F238E27FC236}">
                            <a16:creationId xmlns:a16="http://schemas.microsoft.com/office/drawing/2014/main" id="{F2C0DA7A-BD9D-8650-1E3D-2905787234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60" name="组合 6459">
                      <a:extLst>
                        <a:ext uri="{FF2B5EF4-FFF2-40B4-BE49-F238E27FC236}">
                          <a16:creationId xmlns:a16="http://schemas.microsoft.com/office/drawing/2014/main" id="{921DFDED-0360-9BA8-C33E-0812723CF0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6465" name="任意多边形 6050">
                        <a:extLst>
                          <a:ext uri="{FF2B5EF4-FFF2-40B4-BE49-F238E27FC236}">
                            <a16:creationId xmlns:a16="http://schemas.microsoft.com/office/drawing/2014/main" id="{CD65C20B-A7DB-D840-94CA-988D83C997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66" name="任意多边形 6051">
                        <a:extLst>
                          <a:ext uri="{FF2B5EF4-FFF2-40B4-BE49-F238E27FC236}">
                            <a16:creationId xmlns:a16="http://schemas.microsoft.com/office/drawing/2014/main" id="{815E70A5-E489-E5B3-49DE-89A6446114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67" name="任意多边形 6052">
                        <a:extLst>
                          <a:ext uri="{FF2B5EF4-FFF2-40B4-BE49-F238E27FC236}">
                            <a16:creationId xmlns:a16="http://schemas.microsoft.com/office/drawing/2014/main" id="{4D181AC1-8B22-DDAC-C455-3A6C5F68F0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61" name="组合 6460">
                      <a:extLst>
                        <a:ext uri="{FF2B5EF4-FFF2-40B4-BE49-F238E27FC236}">
                          <a16:creationId xmlns:a16="http://schemas.microsoft.com/office/drawing/2014/main" id="{DEA7F40B-0D90-DBB1-0E6A-130159B1FA3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6462" name="任意多边形 6047">
                        <a:extLst>
                          <a:ext uri="{FF2B5EF4-FFF2-40B4-BE49-F238E27FC236}">
                            <a16:creationId xmlns:a16="http://schemas.microsoft.com/office/drawing/2014/main" id="{4A602E18-6C78-6557-ABCC-574FC61B0B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63" name="任意多边形 6048">
                        <a:extLst>
                          <a:ext uri="{FF2B5EF4-FFF2-40B4-BE49-F238E27FC236}">
                            <a16:creationId xmlns:a16="http://schemas.microsoft.com/office/drawing/2014/main" id="{7A8FACB3-AD4C-227E-742D-42A1EB770A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64" name="任意多边形 6049">
                        <a:extLst>
                          <a:ext uri="{FF2B5EF4-FFF2-40B4-BE49-F238E27FC236}">
                            <a16:creationId xmlns:a16="http://schemas.microsoft.com/office/drawing/2014/main" id="{EBCD5CDA-AC32-10CD-95FA-76882D2B61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424" name="组合 6423">
                  <a:extLst>
                    <a:ext uri="{FF2B5EF4-FFF2-40B4-BE49-F238E27FC236}">
                      <a16:creationId xmlns:a16="http://schemas.microsoft.com/office/drawing/2014/main" id="{EFAD67F2-0C1C-81E1-A739-E8477756C26A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6441" name="任意多边形 6026">
                    <a:extLst>
                      <a:ext uri="{FF2B5EF4-FFF2-40B4-BE49-F238E27FC236}">
                        <a16:creationId xmlns:a16="http://schemas.microsoft.com/office/drawing/2014/main" id="{FE248D75-B848-9734-B604-B65E8B437A5C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442" name="任意多边形 6027">
                    <a:extLst>
                      <a:ext uri="{FF2B5EF4-FFF2-40B4-BE49-F238E27FC236}">
                        <a16:creationId xmlns:a16="http://schemas.microsoft.com/office/drawing/2014/main" id="{1228DD8B-828E-4D41-2C70-367551AF52D5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443" name="组合 6442">
                    <a:extLst>
                      <a:ext uri="{FF2B5EF4-FFF2-40B4-BE49-F238E27FC236}">
                        <a16:creationId xmlns:a16="http://schemas.microsoft.com/office/drawing/2014/main" id="{2F888923-9091-6415-A8BF-0326D87FCE90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6444" name="组合 6443">
                      <a:extLst>
                        <a:ext uri="{FF2B5EF4-FFF2-40B4-BE49-F238E27FC236}">
                          <a16:creationId xmlns:a16="http://schemas.microsoft.com/office/drawing/2014/main" id="{E8ED3D11-A7A3-18C7-D345-EF1F853E76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6453" name="任意多边形 6038">
                        <a:extLst>
                          <a:ext uri="{FF2B5EF4-FFF2-40B4-BE49-F238E27FC236}">
                            <a16:creationId xmlns:a16="http://schemas.microsoft.com/office/drawing/2014/main" id="{1F3B1BB5-EAA1-5D2D-CA65-6ABC4EE4FC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54" name="任意多边形 6039">
                        <a:extLst>
                          <a:ext uri="{FF2B5EF4-FFF2-40B4-BE49-F238E27FC236}">
                            <a16:creationId xmlns:a16="http://schemas.microsoft.com/office/drawing/2014/main" id="{7B64D11B-DADF-41C7-C243-9CAC73B86B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55" name="任意多边形 6040">
                        <a:extLst>
                          <a:ext uri="{FF2B5EF4-FFF2-40B4-BE49-F238E27FC236}">
                            <a16:creationId xmlns:a16="http://schemas.microsoft.com/office/drawing/2014/main" id="{134ECFE3-54AE-56B1-7E55-FE4DA84119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45" name="组合 6444">
                      <a:extLst>
                        <a:ext uri="{FF2B5EF4-FFF2-40B4-BE49-F238E27FC236}">
                          <a16:creationId xmlns:a16="http://schemas.microsoft.com/office/drawing/2014/main" id="{14724079-782A-8357-9FF6-E521C5EA55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6450" name="任意多边形 6035">
                        <a:extLst>
                          <a:ext uri="{FF2B5EF4-FFF2-40B4-BE49-F238E27FC236}">
                            <a16:creationId xmlns:a16="http://schemas.microsoft.com/office/drawing/2014/main" id="{07AF6A80-9339-1091-FC0F-2791527AFC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51" name="任意多边形 6036">
                        <a:extLst>
                          <a:ext uri="{FF2B5EF4-FFF2-40B4-BE49-F238E27FC236}">
                            <a16:creationId xmlns:a16="http://schemas.microsoft.com/office/drawing/2014/main" id="{AD0712AF-2F22-A034-7BC2-FB52AC2529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52" name="任意多边形 6037">
                        <a:extLst>
                          <a:ext uri="{FF2B5EF4-FFF2-40B4-BE49-F238E27FC236}">
                            <a16:creationId xmlns:a16="http://schemas.microsoft.com/office/drawing/2014/main" id="{3D614249-B8FB-F866-540D-E8AD1DB0A0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46" name="组合 6445">
                      <a:extLst>
                        <a:ext uri="{FF2B5EF4-FFF2-40B4-BE49-F238E27FC236}">
                          <a16:creationId xmlns:a16="http://schemas.microsoft.com/office/drawing/2014/main" id="{D4D510A0-E631-0C4B-EE46-3D0467F11F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6447" name="任意多边形 6032">
                        <a:extLst>
                          <a:ext uri="{FF2B5EF4-FFF2-40B4-BE49-F238E27FC236}">
                            <a16:creationId xmlns:a16="http://schemas.microsoft.com/office/drawing/2014/main" id="{20DA3AD0-7097-9358-33AC-AA2177DB7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48" name="任意多边形 6033">
                        <a:extLst>
                          <a:ext uri="{FF2B5EF4-FFF2-40B4-BE49-F238E27FC236}">
                            <a16:creationId xmlns:a16="http://schemas.microsoft.com/office/drawing/2014/main" id="{CA94A1C5-AD36-9AA3-AF08-54D0BD1257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49" name="任意多边形 6034">
                        <a:extLst>
                          <a:ext uri="{FF2B5EF4-FFF2-40B4-BE49-F238E27FC236}">
                            <a16:creationId xmlns:a16="http://schemas.microsoft.com/office/drawing/2014/main" id="{F7DF95CA-85AB-2ECE-2EC2-30C7E98FA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425" name="组合 6424">
                  <a:extLst>
                    <a:ext uri="{FF2B5EF4-FFF2-40B4-BE49-F238E27FC236}">
                      <a16:creationId xmlns:a16="http://schemas.microsoft.com/office/drawing/2014/main" id="{55E73160-B7F5-AC0E-75E0-41623BA0ADCD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6426" name="任意多边形 6011">
                    <a:extLst>
                      <a:ext uri="{FF2B5EF4-FFF2-40B4-BE49-F238E27FC236}">
                        <a16:creationId xmlns:a16="http://schemas.microsoft.com/office/drawing/2014/main" id="{CB3A8C81-C427-F3F4-6644-27E673D756C8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427" name="任意多边形 6012">
                    <a:extLst>
                      <a:ext uri="{FF2B5EF4-FFF2-40B4-BE49-F238E27FC236}">
                        <a16:creationId xmlns:a16="http://schemas.microsoft.com/office/drawing/2014/main" id="{E6423634-8E25-56D9-FB04-109567E85AC7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428" name="组合 6427">
                    <a:extLst>
                      <a:ext uri="{FF2B5EF4-FFF2-40B4-BE49-F238E27FC236}">
                        <a16:creationId xmlns:a16="http://schemas.microsoft.com/office/drawing/2014/main" id="{B9C00993-6DBD-B22F-DAA0-16BD77868340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6429" name="组合 6428">
                      <a:extLst>
                        <a:ext uri="{FF2B5EF4-FFF2-40B4-BE49-F238E27FC236}">
                          <a16:creationId xmlns:a16="http://schemas.microsoft.com/office/drawing/2014/main" id="{5ED28FA2-212F-74C8-641F-6545BBD14F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6438" name="任意多边形 6023">
                        <a:extLst>
                          <a:ext uri="{FF2B5EF4-FFF2-40B4-BE49-F238E27FC236}">
                            <a16:creationId xmlns:a16="http://schemas.microsoft.com/office/drawing/2014/main" id="{2527E498-2E7B-05F0-1268-F703FD6818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39" name="任意多边形 6024">
                        <a:extLst>
                          <a:ext uri="{FF2B5EF4-FFF2-40B4-BE49-F238E27FC236}">
                            <a16:creationId xmlns:a16="http://schemas.microsoft.com/office/drawing/2014/main" id="{5AE7C9D3-9D46-B081-D814-F575C2738D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40" name="任意多边形 6025">
                        <a:extLst>
                          <a:ext uri="{FF2B5EF4-FFF2-40B4-BE49-F238E27FC236}">
                            <a16:creationId xmlns:a16="http://schemas.microsoft.com/office/drawing/2014/main" id="{E43FE596-0065-90E7-D894-9500E5ADA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30" name="组合 6429">
                      <a:extLst>
                        <a:ext uri="{FF2B5EF4-FFF2-40B4-BE49-F238E27FC236}">
                          <a16:creationId xmlns:a16="http://schemas.microsoft.com/office/drawing/2014/main" id="{693EE80C-B25B-DADA-C95B-610710B954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6435" name="任意多边形 6020">
                        <a:extLst>
                          <a:ext uri="{FF2B5EF4-FFF2-40B4-BE49-F238E27FC236}">
                            <a16:creationId xmlns:a16="http://schemas.microsoft.com/office/drawing/2014/main" id="{3AFA5806-9882-EE5A-2C08-80C15A2C69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36" name="任意多边形 6021">
                        <a:extLst>
                          <a:ext uri="{FF2B5EF4-FFF2-40B4-BE49-F238E27FC236}">
                            <a16:creationId xmlns:a16="http://schemas.microsoft.com/office/drawing/2014/main" id="{3E726E8C-F7B7-0895-55D7-C501F19AA4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37" name="任意多边形 6022">
                        <a:extLst>
                          <a:ext uri="{FF2B5EF4-FFF2-40B4-BE49-F238E27FC236}">
                            <a16:creationId xmlns:a16="http://schemas.microsoft.com/office/drawing/2014/main" id="{75D66D48-9D5F-9BD7-8B65-B985CA16DE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31" name="组合 6430">
                      <a:extLst>
                        <a:ext uri="{FF2B5EF4-FFF2-40B4-BE49-F238E27FC236}">
                          <a16:creationId xmlns:a16="http://schemas.microsoft.com/office/drawing/2014/main" id="{BB98ACEE-B4E6-9959-29B5-D28B37B229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6432" name="任意多边形 6017">
                        <a:extLst>
                          <a:ext uri="{FF2B5EF4-FFF2-40B4-BE49-F238E27FC236}">
                            <a16:creationId xmlns:a16="http://schemas.microsoft.com/office/drawing/2014/main" id="{ED405BCC-2B2F-412C-E7A6-8FCF78A0F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33" name="任意多边形 6018">
                        <a:extLst>
                          <a:ext uri="{FF2B5EF4-FFF2-40B4-BE49-F238E27FC236}">
                            <a16:creationId xmlns:a16="http://schemas.microsoft.com/office/drawing/2014/main" id="{3FF0841B-0809-47F2-ABEB-B8BF88DC05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34" name="任意多边形 6019">
                        <a:extLst>
                          <a:ext uri="{FF2B5EF4-FFF2-40B4-BE49-F238E27FC236}">
                            <a16:creationId xmlns:a16="http://schemas.microsoft.com/office/drawing/2014/main" id="{EB9F3726-515E-77E6-DAA9-73DD41AE56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6323" name="组合 6322">
                <a:extLst>
                  <a:ext uri="{FF2B5EF4-FFF2-40B4-BE49-F238E27FC236}">
                    <a16:creationId xmlns:a16="http://schemas.microsoft.com/office/drawing/2014/main" id="{2D6160DE-A944-CE6D-070B-7EE8B5D65E87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6324" name="组合 6323">
                  <a:extLst>
                    <a:ext uri="{FF2B5EF4-FFF2-40B4-BE49-F238E27FC236}">
                      <a16:creationId xmlns:a16="http://schemas.microsoft.com/office/drawing/2014/main" id="{1A9CDC59-8180-A84F-A1E5-DD9200E96B2D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6405" name="任意多边形 5990">
                    <a:extLst>
                      <a:ext uri="{FF2B5EF4-FFF2-40B4-BE49-F238E27FC236}">
                        <a16:creationId xmlns:a16="http://schemas.microsoft.com/office/drawing/2014/main" id="{1C6A693C-8AF8-4A87-679C-C460C0FE0E31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406" name="任意多边形 5991">
                    <a:extLst>
                      <a:ext uri="{FF2B5EF4-FFF2-40B4-BE49-F238E27FC236}">
                        <a16:creationId xmlns:a16="http://schemas.microsoft.com/office/drawing/2014/main" id="{C46694AC-60A7-8AB6-F987-3DE5FEBA79B5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407" name="组合 6406">
                    <a:extLst>
                      <a:ext uri="{FF2B5EF4-FFF2-40B4-BE49-F238E27FC236}">
                        <a16:creationId xmlns:a16="http://schemas.microsoft.com/office/drawing/2014/main" id="{25BF494E-FFB2-08CB-9FC0-0AC1742EB916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6408" name="组合 6407">
                      <a:extLst>
                        <a:ext uri="{FF2B5EF4-FFF2-40B4-BE49-F238E27FC236}">
                          <a16:creationId xmlns:a16="http://schemas.microsoft.com/office/drawing/2014/main" id="{BA619A93-9F4B-8168-F780-40BF3D2460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6417" name="任意多边形 6002">
                        <a:extLst>
                          <a:ext uri="{FF2B5EF4-FFF2-40B4-BE49-F238E27FC236}">
                            <a16:creationId xmlns:a16="http://schemas.microsoft.com/office/drawing/2014/main" id="{7617B5D9-FB69-86A8-9CF7-D0DEBA5ADA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18" name="任意多边形 6003">
                        <a:extLst>
                          <a:ext uri="{FF2B5EF4-FFF2-40B4-BE49-F238E27FC236}">
                            <a16:creationId xmlns:a16="http://schemas.microsoft.com/office/drawing/2014/main" id="{B9E4646F-CED0-1F22-49F7-7F913E228A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19" name="任意多边形 6004">
                        <a:extLst>
                          <a:ext uri="{FF2B5EF4-FFF2-40B4-BE49-F238E27FC236}">
                            <a16:creationId xmlns:a16="http://schemas.microsoft.com/office/drawing/2014/main" id="{DE193B06-42D1-67E8-912F-891A8AAAC0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09" name="组合 6408">
                      <a:extLst>
                        <a:ext uri="{FF2B5EF4-FFF2-40B4-BE49-F238E27FC236}">
                          <a16:creationId xmlns:a16="http://schemas.microsoft.com/office/drawing/2014/main" id="{E44AF7BD-2142-0F61-A040-A900112B69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6414" name="任意多边形 5999">
                        <a:extLst>
                          <a:ext uri="{FF2B5EF4-FFF2-40B4-BE49-F238E27FC236}">
                            <a16:creationId xmlns:a16="http://schemas.microsoft.com/office/drawing/2014/main" id="{021688C4-9496-2811-412C-105CD187A8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15" name="任意多边形 6000">
                        <a:extLst>
                          <a:ext uri="{FF2B5EF4-FFF2-40B4-BE49-F238E27FC236}">
                            <a16:creationId xmlns:a16="http://schemas.microsoft.com/office/drawing/2014/main" id="{9AE1B375-B38C-8CD3-93CC-6388D33C9D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16" name="任意多边形 6001">
                        <a:extLst>
                          <a:ext uri="{FF2B5EF4-FFF2-40B4-BE49-F238E27FC236}">
                            <a16:creationId xmlns:a16="http://schemas.microsoft.com/office/drawing/2014/main" id="{32D6D6E8-4E76-B965-E1B3-160454D016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410" name="组合 6409">
                      <a:extLst>
                        <a:ext uri="{FF2B5EF4-FFF2-40B4-BE49-F238E27FC236}">
                          <a16:creationId xmlns:a16="http://schemas.microsoft.com/office/drawing/2014/main" id="{5E595421-CBAD-4991-8AE6-4F651B9501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6411" name="任意多边形 5996">
                        <a:extLst>
                          <a:ext uri="{FF2B5EF4-FFF2-40B4-BE49-F238E27FC236}">
                            <a16:creationId xmlns:a16="http://schemas.microsoft.com/office/drawing/2014/main" id="{6B182597-E412-C886-AFE2-1C83DB4BD4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12" name="任意多边形 5997">
                        <a:extLst>
                          <a:ext uri="{FF2B5EF4-FFF2-40B4-BE49-F238E27FC236}">
                            <a16:creationId xmlns:a16="http://schemas.microsoft.com/office/drawing/2014/main" id="{52EFBE6F-BA6E-FBFF-878E-74C9BCE388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13" name="任意多边形 5998">
                        <a:extLst>
                          <a:ext uri="{FF2B5EF4-FFF2-40B4-BE49-F238E27FC236}">
                            <a16:creationId xmlns:a16="http://schemas.microsoft.com/office/drawing/2014/main" id="{3DC80373-14F5-24B9-925E-A28EEC45E7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25" name="组合 6324">
                  <a:extLst>
                    <a:ext uri="{FF2B5EF4-FFF2-40B4-BE49-F238E27FC236}">
                      <a16:creationId xmlns:a16="http://schemas.microsoft.com/office/drawing/2014/main" id="{A7312891-10E5-8E68-8156-040942633F4E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6390" name="任意多边形 5975">
                    <a:extLst>
                      <a:ext uri="{FF2B5EF4-FFF2-40B4-BE49-F238E27FC236}">
                        <a16:creationId xmlns:a16="http://schemas.microsoft.com/office/drawing/2014/main" id="{6972EB6E-52A1-4C34-5D6E-3B5FA02B1034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391" name="任意多边形 5976">
                    <a:extLst>
                      <a:ext uri="{FF2B5EF4-FFF2-40B4-BE49-F238E27FC236}">
                        <a16:creationId xmlns:a16="http://schemas.microsoft.com/office/drawing/2014/main" id="{9482BF57-1BC2-CF2D-6BE5-AAB7A3E6C1E8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392" name="组合 6391">
                    <a:extLst>
                      <a:ext uri="{FF2B5EF4-FFF2-40B4-BE49-F238E27FC236}">
                        <a16:creationId xmlns:a16="http://schemas.microsoft.com/office/drawing/2014/main" id="{6AAFE2F3-3A58-1CC2-7578-BC4179B92C69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6393" name="组合 6392">
                      <a:extLst>
                        <a:ext uri="{FF2B5EF4-FFF2-40B4-BE49-F238E27FC236}">
                          <a16:creationId xmlns:a16="http://schemas.microsoft.com/office/drawing/2014/main" id="{00D1E67D-9770-A9B5-FB22-2F29D17D23B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6402" name="任意多边形 5987">
                        <a:extLst>
                          <a:ext uri="{FF2B5EF4-FFF2-40B4-BE49-F238E27FC236}">
                            <a16:creationId xmlns:a16="http://schemas.microsoft.com/office/drawing/2014/main" id="{B93F5038-A432-2F77-DD68-BED171428F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03" name="任意多边形 5988">
                        <a:extLst>
                          <a:ext uri="{FF2B5EF4-FFF2-40B4-BE49-F238E27FC236}">
                            <a16:creationId xmlns:a16="http://schemas.microsoft.com/office/drawing/2014/main" id="{49C4477C-DF11-3B77-B63D-3462D4B658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04" name="任意多边形 5989">
                        <a:extLst>
                          <a:ext uri="{FF2B5EF4-FFF2-40B4-BE49-F238E27FC236}">
                            <a16:creationId xmlns:a16="http://schemas.microsoft.com/office/drawing/2014/main" id="{EB98367C-D861-34B7-9608-D0E5A934AC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94" name="组合 6393">
                      <a:extLst>
                        <a:ext uri="{FF2B5EF4-FFF2-40B4-BE49-F238E27FC236}">
                          <a16:creationId xmlns:a16="http://schemas.microsoft.com/office/drawing/2014/main" id="{74A8DF35-8023-D9C5-43EC-25FA7E9558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6399" name="任意多边形 5984">
                        <a:extLst>
                          <a:ext uri="{FF2B5EF4-FFF2-40B4-BE49-F238E27FC236}">
                            <a16:creationId xmlns:a16="http://schemas.microsoft.com/office/drawing/2014/main" id="{9BDBFB82-0167-01F3-3E51-C4BFF5F128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00" name="任意多边形 5985">
                        <a:extLst>
                          <a:ext uri="{FF2B5EF4-FFF2-40B4-BE49-F238E27FC236}">
                            <a16:creationId xmlns:a16="http://schemas.microsoft.com/office/drawing/2014/main" id="{B1134D5D-C75A-D136-28E4-9AF9B5343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401" name="任意多边形 5986">
                        <a:extLst>
                          <a:ext uri="{FF2B5EF4-FFF2-40B4-BE49-F238E27FC236}">
                            <a16:creationId xmlns:a16="http://schemas.microsoft.com/office/drawing/2014/main" id="{CA5F5E0F-4983-094F-DB53-AC7F7F7126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95" name="组合 6394">
                      <a:extLst>
                        <a:ext uri="{FF2B5EF4-FFF2-40B4-BE49-F238E27FC236}">
                          <a16:creationId xmlns:a16="http://schemas.microsoft.com/office/drawing/2014/main" id="{5F898DAA-1083-B0A0-1CE4-FCE205980C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6396" name="任意多边形 5981">
                        <a:extLst>
                          <a:ext uri="{FF2B5EF4-FFF2-40B4-BE49-F238E27FC236}">
                            <a16:creationId xmlns:a16="http://schemas.microsoft.com/office/drawing/2014/main" id="{012EA602-9BA9-7AB6-94E0-AADEA4262C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97" name="任意多边形 5982">
                        <a:extLst>
                          <a:ext uri="{FF2B5EF4-FFF2-40B4-BE49-F238E27FC236}">
                            <a16:creationId xmlns:a16="http://schemas.microsoft.com/office/drawing/2014/main" id="{CF8D16B6-9B7B-894D-D43B-B7B8621018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98" name="任意多边形 5983">
                        <a:extLst>
                          <a:ext uri="{FF2B5EF4-FFF2-40B4-BE49-F238E27FC236}">
                            <a16:creationId xmlns:a16="http://schemas.microsoft.com/office/drawing/2014/main" id="{4E303C0F-9A29-F033-BAF8-BA3DB3EC27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26" name="组合 6325">
                  <a:extLst>
                    <a:ext uri="{FF2B5EF4-FFF2-40B4-BE49-F238E27FC236}">
                      <a16:creationId xmlns:a16="http://schemas.microsoft.com/office/drawing/2014/main" id="{8CC5FB2D-7DA4-D098-4B66-09D7D7069E46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6375" name="任意多边形 5960">
                    <a:extLst>
                      <a:ext uri="{FF2B5EF4-FFF2-40B4-BE49-F238E27FC236}">
                        <a16:creationId xmlns:a16="http://schemas.microsoft.com/office/drawing/2014/main" id="{07ABFCAE-907D-34EC-9218-954AF74E95AE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376" name="任意多边形 5961">
                    <a:extLst>
                      <a:ext uri="{FF2B5EF4-FFF2-40B4-BE49-F238E27FC236}">
                        <a16:creationId xmlns:a16="http://schemas.microsoft.com/office/drawing/2014/main" id="{7D10A559-65AB-0C36-C5FF-20EE649D1CBA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377" name="组合 6376">
                    <a:extLst>
                      <a:ext uri="{FF2B5EF4-FFF2-40B4-BE49-F238E27FC236}">
                        <a16:creationId xmlns:a16="http://schemas.microsoft.com/office/drawing/2014/main" id="{C8FCF95C-3654-1158-EFF0-55B30CD935D2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6378" name="组合 6377">
                      <a:extLst>
                        <a:ext uri="{FF2B5EF4-FFF2-40B4-BE49-F238E27FC236}">
                          <a16:creationId xmlns:a16="http://schemas.microsoft.com/office/drawing/2014/main" id="{E3C27DF0-E7F8-A1B8-5452-9C7F738F20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6387" name="任意多边形 5972">
                        <a:extLst>
                          <a:ext uri="{FF2B5EF4-FFF2-40B4-BE49-F238E27FC236}">
                            <a16:creationId xmlns:a16="http://schemas.microsoft.com/office/drawing/2014/main" id="{4420B34F-E1A0-EF9C-9BAF-82A9A05C9E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88" name="任意多边形 5973">
                        <a:extLst>
                          <a:ext uri="{FF2B5EF4-FFF2-40B4-BE49-F238E27FC236}">
                            <a16:creationId xmlns:a16="http://schemas.microsoft.com/office/drawing/2014/main" id="{2D73152C-7C5F-4726-A3F3-D4493F47B6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89" name="任意多边形 5974">
                        <a:extLst>
                          <a:ext uri="{FF2B5EF4-FFF2-40B4-BE49-F238E27FC236}">
                            <a16:creationId xmlns:a16="http://schemas.microsoft.com/office/drawing/2014/main" id="{48F06EA4-142D-531A-A46A-1BE8B05E35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79" name="组合 6378">
                      <a:extLst>
                        <a:ext uri="{FF2B5EF4-FFF2-40B4-BE49-F238E27FC236}">
                          <a16:creationId xmlns:a16="http://schemas.microsoft.com/office/drawing/2014/main" id="{80614271-B92D-855E-8C36-CD1DCF6361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6384" name="任意多边形 5969">
                        <a:extLst>
                          <a:ext uri="{FF2B5EF4-FFF2-40B4-BE49-F238E27FC236}">
                            <a16:creationId xmlns:a16="http://schemas.microsoft.com/office/drawing/2014/main" id="{2A6F3171-0B22-FB95-D310-AFBED3E995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85" name="任意多边形 5970">
                        <a:extLst>
                          <a:ext uri="{FF2B5EF4-FFF2-40B4-BE49-F238E27FC236}">
                            <a16:creationId xmlns:a16="http://schemas.microsoft.com/office/drawing/2014/main" id="{175AFE9B-E118-D114-4C9A-499F4C5FC1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86" name="任意多边形 5971">
                        <a:extLst>
                          <a:ext uri="{FF2B5EF4-FFF2-40B4-BE49-F238E27FC236}">
                            <a16:creationId xmlns:a16="http://schemas.microsoft.com/office/drawing/2014/main" id="{0A84435E-49EA-8A8E-64E0-ED6FC75AAB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80" name="组合 6379">
                      <a:extLst>
                        <a:ext uri="{FF2B5EF4-FFF2-40B4-BE49-F238E27FC236}">
                          <a16:creationId xmlns:a16="http://schemas.microsoft.com/office/drawing/2014/main" id="{5B43DBFD-341A-AF02-D2AC-73A9AB39F9D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6381" name="任意多边形 5966">
                        <a:extLst>
                          <a:ext uri="{FF2B5EF4-FFF2-40B4-BE49-F238E27FC236}">
                            <a16:creationId xmlns:a16="http://schemas.microsoft.com/office/drawing/2014/main" id="{470C3FD4-2F9D-5977-7FF9-1D82A9E662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82" name="任意多边形 5967">
                        <a:extLst>
                          <a:ext uri="{FF2B5EF4-FFF2-40B4-BE49-F238E27FC236}">
                            <a16:creationId xmlns:a16="http://schemas.microsoft.com/office/drawing/2014/main" id="{65C18DC8-8AB5-7092-F7B2-8128A5DB4F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83" name="任意多边形 5968">
                        <a:extLst>
                          <a:ext uri="{FF2B5EF4-FFF2-40B4-BE49-F238E27FC236}">
                            <a16:creationId xmlns:a16="http://schemas.microsoft.com/office/drawing/2014/main" id="{32EB8115-FBBC-9614-950A-0F34DF2383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27" name="组合 6326">
                  <a:extLst>
                    <a:ext uri="{FF2B5EF4-FFF2-40B4-BE49-F238E27FC236}">
                      <a16:creationId xmlns:a16="http://schemas.microsoft.com/office/drawing/2014/main" id="{F97523E9-DCAE-806B-CC2A-C0EAA18B982E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6360" name="任意多边形 5945">
                    <a:extLst>
                      <a:ext uri="{FF2B5EF4-FFF2-40B4-BE49-F238E27FC236}">
                        <a16:creationId xmlns:a16="http://schemas.microsoft.com/office/drawing/2014/main" id="{E2D99E25-5393-055C-9037-6A5320828A7D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361" name="任意多边形 5946">
                    <a:extLst>
                      <a:ext uri="{FF2B5EF4-FFF2-40B4-BE49-F238E27FC236}">
                        <a16:creationId xmlns:a16="http://schemas.microsoft.com/office/drawing/2014/main" id="{56C9CDB5-E40F-E4D4-9352-3B68B81329C7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362" name="组合 6361">
                    <a:extLst>
                      <a:ext uri="{FF2B5EF4-FFF2-40B4-BE49-F238E27FC236}">
                        <a16:creationId xmlns:a16="http://schemas.microsoft.com/office/drawing/2014/main" id="{D19C78F9-462E-7A5F-B00B-07C8AC0AFBAF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6363" name="组合 6362">
                      <a:extLst>
                        <a:ext uri="{FF2B5EF4-FFF2-40B4-BE49-F238E27FC236}">
                          <a16:creationId xmlns:a16="http://schemas.microsoft.com/office/drawing/2014/main" id="{FF1F0FFD-9D0F-AB11-956E-9B086FC48F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6372" name="任意多边形 5957">
                        <a:extLst>
                          <a:ext uri="{FF2B5EF4-FFF2-40B4-BE49-F238E27FC236}">
                            <a16:creationId xmlns:a16="http://schemas.microsoft.com/office/drawing/2014/main" id="{F4886631-D5FE-0279-E535-469ACB77C2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73" name="任意多边形 5958">
                        <a:extLst>
                          <a:ext uri="{FF2B5EF4-FFF2-40B4-BE49-F238E27FC236}">
                            <a16:creationId xmlns:a16="http://schemas.microsoft.com/office/drawing/2014/main" id="{E56EE540-5F63-C28C-5148-38E4240BE1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74" name="任意多边形 5959">
                        <a:extLst>
                          <a:ext uri="{FF2B5EF4-FFF2-40B4-BE49-F238E27FC236}">
                            <a16:creationId xmlns:a16="http://schemas.microsoft.com/office/drawing/2014/main" id="{38BACA88-FF72-7A13-5F25-F4DADE9559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64" name="组合 6363">
                      <a:extLst>
                        <a:ext uri="{FF2B5EF4-FFF2-40B4-BE49-F238E27FC236}">
                          <a16:creationId xmlns:a16="http://schemas.microsoft.com/office/drawing/2014/main" id="{AAE3F6B8-02A9-F117-5E3B-F03653D4CF2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6369" name="任意多边形 5954">
                        <a:extLst>
                          <a:ext uri="{FF2B5EF4-FFF2-40B4-BE49-F238E27FC236}">
                            <a16:creationId xmlns:a16="http://schemas.microsoft.com/office/drawing/2014/main" id="{1897485C-A403-0884-02C0-2CB80A8DAF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70" name="任意多边形 5955">
                        <a:extLst>
                          <a:ext uri="{FF2B5EF4-FFF2-40B4-BE49-F238E27FC236}">
                            <a16:creationId xmlns:a16="http://schemas.microsoft.com/office/drawing/2014/main" id="{9DC5B0F3-1D04-2115-FD67-2D3976E0E5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71" name="任意多边形 5956">
                        <a:extLst>
                          <a:ext uri="{FF2B5EF4-FFF2-40B4-BE49-F238E27FC236}">
                            <a16:creationId xmlns:a16="http://schemas.microsoft.com/office/drawing/2014/main" id="{FC0954E6-9090-1A7A-791B-B8AA5DE43A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65" name="组合 6364">
                      <a:extLst>
                        <a:ext uri="{FF2B5EF4-FFF2-40B4-BE49-F238E27FC236}">
                          <a16:creationId xmlns:a16="http://schemas.microsoft.com/office/drawing/2014/main" id="{60852E2A-DF44-D895-C761-164DC55F57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6366" name="任意多边形 5951">
                        <a:extLst>
                          <a:ext uri="{FF2B5EF4-FFF2-40B4-BE49-F238E27FC236}">
                            <a16:creationId xmlns:a16="http://schemas.microsoft.com/office/drawing/2014/main" id="{C591407E-8E22-611E-0F96-9EC02E9AC3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67" name="任意多边形 5952">
                        <a:extLst>
                          <a:ext uri="{FF2B5EF4-FFF2-40B4-BE49-F238E27FC236}">
                            <a16:creationId xmlns:a16="http://schemas.microsoft.com/office/drawing/2014/main" id="{B41995A0-31DF-8C66-20FF-52FBC56E1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68" name="任意多边形 5953">
                        <a:extLst>
                          <a:ext uri="{FF2B5EF4-FFF2-40B4-BE49-F238E27FC236}">
                            <a16:creationId xmlns:a16="http://schemas.microsoft.com/office/drawing/2014/main" id="{57F5F9F7-58B9-8679-6D53-231D0127F2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28" name="组合 6327">
                  <a:extLst>
                    <a:ext uri="{FF2B5EF4-FFF2-40B4-BE49-F238E27FC236}">
                      <a16:creationId xmlns:a16="http://schemas.microsoft.com/office/drawing/2014/main" id="{D6E8A147-F290-C151-73A8-5F957874E427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6345" name="任意多边形 5930">
                    <a:extLst>
                      <a:ext uri="{FF2B5EF4-FFF2-40B4-BE49-F238E27FC236}">
                        <a16:creationId xmlns:a16="http://schemas.microsoft.com/office/drawing/2014/main" id="{F525CEE1-D2B6-101E-19DD-A2E24011AFA7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346" name="任意多边形 5931">
                    <a:extLst>
                      <a:ext uri="{FF2B5EF4-FFF2-40B4-BE49-F238E27FC236}">
                        <a16:creationId xmlns:a16="http://schemas.microsoft.com/office/drawing/2014/main" id="{DE38BCE8-6889-E8CF-976B-788357BB68EB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347" name="组合 6346">
                    <a:extLst>
                      <a:ext uri="{FF2B5EF4-FFF2-40B4-BE49-F238E27FC236}">
                        <a16:creationId xmlns:a16="http://schemas.microsoft.com/office/drawing/2014/main" id="{598C2710-9354-C08D-4C8F-3299C82A9439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6348" name="组合 6347">
                      <a:extLst>
                        <a:ext uri="{FF2B5EF4-FFF2-40B4-BE49-F238E27FC236}">
                          <a16:creationId xmlns:a16="http://schemas.microsoft.com/office/drawing/2014/main" id="{FEE64785-B0FD-DF98-C22B-049B796433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6357" name="任意多边形 5942">
                        <a:extLst>
                          <a:ext uri="{FF2B5EF4-FFF2-40B4-BE49-F238E27FC236}">
                            <a16:creationId xmlns:a16="http://schemas.microsoft.com/office/drawing/2014/main" id="{8212CF3E-4418-6A4F-87AD-C050981207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58" name="任意多边形 5943">
                        <a:extLst>
                          <a:ext uri="{FF2B5EF4-FFF2-40B4-BE49-F238E27FC236}">
                            <a16:creationId xmlns:a16="http://schemas.microsoft.com/office/drawing/2014/main" id="{4FFF8D44-FB20-E5EF-5452-CA250611F4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59" name="任意多边形 5944">
                        <a:extLst>
                          <a:ext uri="{FF2B5EF4-FFF2-40B4-BE49-F238E27FC236}">
                            <a16:creationId xmlns:a16="http://schemas.microsoft.com/office/drawing/2014/main" id="{BD0A1CC7-3D61-0517-71F8-32D8D084C2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49" name="组合 6348">
                      <a:extLst>
                        <a:ext uri="{FF2B5EF4-FFF2-40B4-BE49-F238E27FC236}">
                          <a16:creationId xmlns:a16="http://schemas.microsoft.com/office/drawing/2014/main" id="{DC7283F8-EDB3-B09C-C68E-BA9899A0A4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6354" name="任意多边形 5939">
                        <a:extLst>
                          <a:ext uri="{FF2B5EF4-FFF2-40B4-BE49-F238E27FC236}">
                            <a16:creationId xmlns:a16="http://schemas.microsoft.com/office/drawing/2014/main" id="{29E1166F-0475-CEDD-4011-48079390A6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55" name="任意多边形 5940">
                        <a:extLst>
                          <a:ext uri="{FF2B5EF4-FFF2-40B4-BE49-F238E27FC236}">
                            <a16:creationId xmlns:a16="http://schemas.microsoft.com/office/drawing/2014/main" id="{E3AC679D-8A80-4638-9557-491D327B70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56" name="任意多边形 5941">
                        <a:extLst>
                          <a:ext uri="{FF2B5EF4-FFF2-40B4-BE49-F238E27FC236}">
                            <a16:creationId xmlns:a16="http://schemas.microsoft.com/office/drawing/2014/main" id="{E339FB02-1563-000D-A966-10EBD1DD74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50" name="组合 6349">
                      <a:extLst>
                        <a:ext uri="{FF2B5EF4-FFF2-40B4-BE49-F238E27FC236}">
                          <a16:creationId xmlns:a16="http://schemas.microsoft.com/office/drawing/2014/main" id="{085744B1-EA7F-AF86-3E48-84AB243A0E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6351" name="任意多边形 5936">
                        <a:extLst>
                          <a:ext uri="{FF2B5EF4-FFF2-40B4-BE49-F238E27FC236}">
                            <a16:creationId xmlns:a16="http://schemas.microsoft.com/office/drawing/2014/main" id="{728F77AE-8328-5F66-983C-56AC743272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52" name="任意多边形 5937">
                        <a:extLst>
                          <a:ext uri="{FF2B5EF4-FFF2-40B4-BE49-F238E27FC236}">
                            <a16:creationId xmlns:a16="http://schemas.microsoft.com/office/drawing/2014/main" id="{9BD5E17F-05DE-3A15-5318-01EC3302F7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53" name="任意多边形 5938">
                        <a:extLst>
                          <a:ext uri="{FF2B5EF4-FFF2-40B4-BE49-F238E27FC236}">
                            <a16:creationId xmlns:a16="http://schemas.microsoft.com/office/drawing/2014/main" id="{03F4110C-33F1-DAAD-5117-70AA7F5513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329" name="组合 6328">
                  <a:extLst>
                    <a:ext uri="{FF2B5EF4-FFF2-40B4-BE49-F238E27FC236}">
                      <a16:creationId xmlns:a16="http://schemas.microsoft.com/office/drawing/2014/main" id="{B2728752-2548-5B35-8D11-0B803E577FF6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6330" name="任意多边形 5915">
                    <a:extLst>
                      <a:ext uri="{FF2B5EF4-FFF2-40B4-BE49-F238E27FC236}">
                        <a16:creationId xmlns:a16="http://schemas.microsoft.com/office/drawing/2014/main" id="{CD10A0E6-A988-2E4E-AEDA-D92F0264158D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331" name="任意多边形 5916">
                    <a:extLst>
                      <a:ext uri="{FF2B5EF4-FFF2-40B4-BE49-F238E27FC236}">
                        <a16:creationId xmlns:a16="http://schemas.microsoft.com/office/drawing/2014/main" id="{D275A0AC-5664-BDDC-2480-49086FE09E8E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332" name="组合 6331">
                    <a:extLst>
                      <a:ext uri="{FF2B5EF4-FFF2-40B4-BE49-F238E27FC236}">
                        <a16:creationId xmlns:a16="http://schemas.microsoft.com/office/drawing/2014/main" id="{49CDBE89-DB86-DBEC-3A24-CBCA7A5D1021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6333" name="组合 6332">
                      <a:extLst>
                        <a:ext uri="{FF2B5EF4-FFF2-40B4-BE49-F238E27FC236}">
                          <a16:creationId xmlns:a16="http://schemas.microsoft.com/office/drawing/2014/main" id="{B3AC1C89-8993-8E4E-8ACB-955EAB674C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6342" name="任意多边形 5927">
                        <a:extLst>
                          <a:ext uri="{FF2B5EF4-FFF2-40B4-BE49-F238E27FC236}">
                            <a16:creationId xmlns:a16="http://schemas.microsoft.com/office/drawing/2014/main" id="{6C7F0751-8F97-7DCB-D4E3-702C2E8140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43" name="任意多边形 5928">
                        <a:extLst>
                          <a:ext uri="{FF2B5EF4-FFF2-40B4-BE49-F238E27FC236}">
                            <a16:creationId xmlns:a16="http://schemas.microsoft.com/office/drawing/2014/main" id="{A6AC9EFD-03A8-1F0A-6EB1-58D555C34F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44" name="任意多边形 5929">
                        <a:extLst>
                          <a:ext uri="{FF2B5EF4-FFF2-40B4-BE49-F238E27FC236}">
                            <a16:creationId xmlns:a16="http://schemas.microsoft.com/office/drawing/2014/main" id="{2D7DDAB4-BBB8-ACFE-91E5-4AD9C74741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34" name="组合 6333">
                      <a:extLst>
                        <a:ext uri="{FF2B5EF4-FFF2-40B4-BE49-F238E27FC236}">
                          <a16:creationId xmlns:a16="http://schemas.microsoft.com/office/drawing/2014/main" id="{F1CF86A9-F52F-FBFF-F9AF-B001214B4F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6339" name="任意多边形 5924">
                        <a:extLst>
                          <a:ext uri="{FF2B5EF4-FFF2-40B4-BE49-F238E27FC236}">
                            <a16:creationId xmlns:a16="http://schemas.microsoft.com/office/drawing/2014/main" id="{95C343A2-C4A5-1438-67F7-C198E064CB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40" name="任意多边形 5925">
                        <a:extLst>
                          <a:ext uri="{FF2B5EF4-FFF2-40B4-BE49-F238E27FC236}">
                            <a16:creationId xmlns:a16="http://schemas.microsoft.com/office/drawing/2014/main" id="{C5E15BFF-62D5-6648-CFBB-C70C346721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41" name="任意多边形 5926">
                        <a:extLst>
                          <a:ext uri="{FF2B5EF4-FFF2-40B4-BE49-F238E27FC236}">
                            <a16:creationId xmlns:a16="http://schemas.microsoft.com/office/drawing/2014/main" id="{1E9E8B9B-CFD1-E8A3-DFCA-4B8CDA37F6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335" name="组合 6334">
                      <a:extLst>
                        <a:ext uri="{FF2B5EF4-FFF2-40B4-BE49-F238E27FC236}">
                          <a16:creationId xmlns:a16="http://schemas.microsoft.com/office/drawing/2014/main" id="{07ED0E54-101E-B71D-6B67-F863D59BB0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6336" name="任意多边形 5921">
                        <a:extLst>
                          <a:ext uri="{FF2B5EF4-FFF2-40B4-BE49-F238E27FC236}">
                            <a16:creationId xmlns:a16="http://schemas.microsoft.com/office/drawing/2014/main" id="{E53B41B6-C855-A37F-1251-136E4F0D8C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37" name="任意多边形 5922">
                        <a:extLst>
                          <a:ext uri="{FF2B5EF4-FFF2-40B4-BE49-F238E27FC236}">
                            <a16:creationId xmlns:a16="http://schemas.microsoft.com/office/drawing/2014/main" id="{AF525515-4483-930D-9C48-9A1DCE6F8A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38" name="任意多边形 5923">
                        <a:extLst>
                          <a:ext uri="{FF2B5EF4-FFF2-40B4-BE49-F238E27FC236}">
                            <a16:creationId xmlns:a16="http://schemas.microsoft.com/office/drawing/2014/main" id="{2DF49057-AD67-1D56-3D4F-0C2EBD0612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  <p:grpSp>
          <p:nvGrpSpPr>
            <p:cNvPr id="5902" name="视频分配器">
              <a:extLst>
                <a:ext uri="{FF2B5EF4-FFF2-40B4-BE49-F238E27FC236}">
                  <a16:creationId xmlns:a16="http://schemas.microsoft.com/office/drawing/2014/main" id="{54FF9593-0B8E-43AA-9D7A-9C96F689E9FD}"/>
                </a:ext>
              </a:extLst>
            </p:cNvPr>
            <p:cNvGrpSpPr/>
            <p:nvPr/>
          </p:nvGrpSpPr>
          <p:grpSpPr>
            <a:xfrm>
              <a:off x="7998189" y="5782912"/>
              <a:ext cx="1064157" cy="268252"/>
              <a:chOff x="4017556" y="5085739"/>
              <a:chExt cx="981420" cy="268252"/>
            </a:xfrm>
          </p:grpSpPr>
          <p:sp>
            <p:nvSpPr>
              <p:cNvPr id="5903" name="任意多边形 6303">
                <a:extLst>
                  <a:ext uri="{FF2B5EF4-FFF2-40B4-BE49-F238E27FC236}">
                    <a16:creationId xmlns:a16="http://schemas.microsoft.com/office/drawing/2014/main" id="{959BB450-DE62-2CCF-374E-C1522F28ECE1}"/>
                  </a:ext>
                </a:extLst>
              </p:cNvPr>
              <p:cNvSpPr/>
              <p:nvPr/>
            </p:nvSpPr>
            <p:spPr>
              <a:xfrm>
                <a:off x="4023207" y="5085739"/>
                <a:ext cx="970117" cy="94945"/>
              </a:xfrm>
              <a:custGeom>
                <a:avLst/>
                <a:gdLst/>
                <a:ahLst/>
                <a:cxnLst/>
                <a:rect l="0" t="0" r="0" b="0"/>
                <a:pathLst>
                  <a:path w="970117" h="94945">
                    <a:moveTo>
                      <a:pt x="0" y="67095"/>
                    </a:moveTo>
                    <a:lnTo>
                      <a:pt x="112602" y="4262"/>
                    </a:lnTo>
                    <a:cubicBezTo>
                      <a:pt x="112602" y="4262"/>
                      <a:pt x="117110" y="211"/>
                      <a:pt x="122743" y="211"/>
                    </a:cubicBezTo>
                    <a:cubicBezTo>
                      <a:pt x="128377" y="211"/>
                      <a:pt x="838219" y="211"/>
                      <a:pt x="838219" y="211"/>
                    </a:cubicBezTo>
                    <a:cubicBezTo>
                      <a:pt x="838219" y="211"/>
                      <a:pt x="846106" y="-1814"/>
                      <a:pt x="853430" y="4262"/>
                    </a:cubicBezTo>
                    <a:cubicBezTo>
                      <a:pt x="860754" y="10338"/>
                      <a:pt x="970117" y="67095"/>
                      <a:pt x="970117" y="67095"/>
                    </a:cubicBezTo>
                    <a:lnTo>
                      <a:pt x="911682" y="94945"/>
                    </a:lnTo>
                    <a:lnTo>
                      <a:pt x="50407" y="94945"/>
                    </a:lnTo>
                    <a:lnTo>
                      <a:pt x="0" y="67095"/>
                    </a:lnTo>
                    <a:close/>
                  </a:path>
                </a:pathLst>
              </a:custGeom>
              <a:gradFill>
                <a:gsLst>
                  <a:gs pos="0">
                    <a:srgbClr val="AFAFAF"/>
                  </a:gs>
                  <a:gs pos="69000">
                    <a:srgbClr val="D8D8D8"/>
                  </a:gs>
                  <a:gs pos="100000">
                    <a:srgbClr val="AFAFAF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5904" name="任意多边形 6304">
                <a:extLst>
                  <a:ext uri="{FF2B5EF4-FFF2-40B4-BE49-F238E27FC236}">
                    <a16:creationId xmlns:a16="http://schemas.microsoft.com/office/drawing/2014/main" id="{D81ED797-5C52-302D-6AC4-D54BEEE7A5D9}"/>
                  </a:ext>
                </a:extLst>
              </p:cNvPr>
              <p:cNvSpPr/>
              <p:nvPr/>
            </p:nvSpPr>
            <p:spPr>
              <a:xfrm>
                <a:off x="4017556" y="5152834"/>
                <a:ext cx="981420" cy="201157"/>
              </a:xfrm>
              <a:custGeom>
                <a:avLst/>
                <a:gdLst/>
                <a:ahLst/>
                <a:cxnLst/>
                <a:rect l="0" t="0" r="0" b="0"/>
                <a:pathLst>
                  <a:path w="981420" h="201157">
                    <a:moveTo>
                      <a:pt x="5634" y="0"/>
                    </a:moveTo>
                    <a:lnTo>
                      <a:pt x="975752" y="0"/>
                    </a:lnTo>
                    <a:cubicBezTo>
                      <a:pt x="978863" y="0"/>
                      <a:pt x="981420" y="2981"/>
                      <a:pt x="981420" y="6709"/>
                    </a:cubicBezTo>
                    <a:lnTo>
                      <a:pt x="981420" y="194405"/>
                    </a:lnTo>
                    <a:cubicBezTo>
                      <a:pt x="981420" y="198134"/>
                      <a:pt x="978863" y="201157"/>
                      <a:pt x="975752" y="201157"/>
                    </a:cubicBezTo>
                    <a:lnTo>
                      <a:pt x="5634" y="201157"/>
                    </a:lnTo>
                    <a:cubicBezTo>
                      <a:pt x="2522" y="201157"/>
                      <a:pt x="0" y="198134"/>
                      <a:pt x="0" y="194405"/>
                    </a:cubicBezTo>
                    <a:lnTo>
                      <a:pt x="0" y="6709"/>
                    </a:lnTo>
                    <a:cubicBezTo>
                      <a:pt x="0" y="2981"/>
                      <a:pt x="2522" y="0"/>
                      <a:pt x="56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C2C2C2"/>
                  </a:gs>
                  <a:gs pos="69000">
                    <a:srgbClr val="EFEFEF"/>
                  </a:gs>
                  <a:gs pos="100000">
                    <a:srgbClr val="C2C2C2"/>
                  </a:gs>
                </a:gsLst>
                <a:lin ang="108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grpSp>
            <p:nvGrpSpPr>
              <p:cNvPr id="5905" name="组合 5904">
                <a:extLst>
                  <a:ext uri="{FF2B5EF4-FFF2-40B4-BE49-F238E27FC236}">
                    <a16:creationId xmlns:a16="http://schemas.microsoft.com/office/drawing/2014/main" id="{001136CD-B70C-F28F-C8B6-89E5BF018174}"/>
                  </a:ext>
                </a:extLst>
              </p:cNvPr>
              <p:cNvGrpSpPr/>
              <p:nvPr/>
            </p:nvGrpSpPr>
            <p:grpSpPr>
              <a:xfrm>
                <a:off x="4113081" y="5298760"/>
                <a:ext cx="21093" cy="25356"/>
                <a:chOff x="4113081" y="5298760"/>
                <a:chExt cx="21093" cy="25356"/>
              </a:xfrm>
            </p:grpSpPr>
            <p:sp>
              <p:nvSpPr>
                <p:cNvPr id="6307" name="任意多边形 6707">
                  <a:extLst>
                    <a:ext uri="{FF2B5EF4-FFF2-40B4-BE49-F238E27FC236}">
                      <a16:creationId xmlns:a16="http://schemas.microsoft.com/office/drawing/2014/main" id="{A5B058F3-156B-5165-EB4D-AA168BEC284C}"/>
                    </a:ext>
                  </a:extLst>
                </p:cNvPr>
                <p:cNvSpPr/>
                <p:nvPr/>
              </p:nvSpPr>
              <p:spPr>
                <a:xfrm>
                  <a:off x="4113065" y="5298744"/>
                  <a:ext cx="21124" cy="2531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4" h="25315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5"/>
                        <a:pt x="10517" y="25315"/>
                      </a:cubicBezTo>
                      <a:cubicBezTo>
                        <a:pt x="4687" y="25315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308" name="任意多边形 6708">
                  <a:extLst>
                    <a:ext uri="{FF2B5EF4-FFF2-40B4-BE49-F238E27FC236}">
                      <a16:creationId xmlns:a16="http://schemas.microsoft.com/office/drawing/2014/main" id="{08A02AE0-F0D4-4097-E6B0-BADEE5559BEE}"/>
                    </a:ext>
                  </a:extLst>
                </p:cNvPr>
                <p:cNvSpPr/>
                <p:nvPr/>
              </p:nvSpPr>
              <p:spPr>
                <a:xfrm>
                  <a:off x="4114457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8000">
                      <a:srgbClr val="9E9E9E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309" name="任意多边形 6709">
                  <a:extLst>
                    <a:ext uri="{FF2B5EF4-FFF2-40B4-BE49-F238E27FC236}">
                      <a16:creationId xmlns:a16="http://schemas.microsoft.com/office/drawing/2014/main" id="{4B2B567E-347D-B579-20F7-E7AC3C80AFB7}"/>
                    </a:ext>
                  </a:extLst>
                </p:cNvPr>
                <p:cNvSpPr/>
                <p:nvPr/>
              </p:nvSpPr>
              <p:spPr>
                <a:xfrm>
                  <a:off x="4118525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5906" name="组合 5905">
                <a:extLst>
                  <a:ext uri="{FF2B5EF4-FFF2-40B4-BE49-F238E27FC236}">
                    <a16:creationId xmlns:a16="http://schemas.microsoft.com/office/drawing/2014/main" id="{0BBFDF16-5555-8058-6B1F-EB87696AAC41}"/>
                  </a:ext>
                </a:extLst>
              </p:cNvPr>
              <p:cNvGrpSpPr/>
              <p:nvPr/>
            </p:nvGrpSpPr>
            <p:grpSpPr>
              <a:xfrm>
                <a:off x="4145869" y="5298898"/>
                <a:ext cx="21092" cy="25356"/>
                <a:chOff x="4145869" y="5298898"/>
                <a:chExt cx="21092" cy="25356"/>
              </a:xfrm>
            </p:grpSpPr>
            <p:sp>
              <p:nvSpPr>
                <p:cNvPr id="6304" name="任意多边形 6704">
                  <a:extLst>
                    <a:ext uri="{FF2B5EF4-FFF2-40B4-BE49-F238E27FC236}">
                      <a16:creationId xmlns:a16="http://schemas.microsoft.com/office/drawing/2014/main" id="{F19EEF91-AAF4-852A-30D9-7696946F3472}"/>
                    </a:ext>
                  </a:extLst>
                </p:cNvPr>
                <p:cNvSpPr/>
                <p:nvPr/>
              </p:nvSpPr>
              <p:spPr>
                <a:xfrm>
                  <a:off x="4145853" y="5298882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305" name="任意多边形 6705">
                  <a:extLst>
                    <a:ext uri="{FF2B5EF4-FFF2-40B4-BE49-F238E27FC236}">
                      <a16:creationId xmlns:a16="http://schemas.microsoft.com/office/drawing/2014/main" id="{910FEEB4-2F08-1D40-04F1-B712F408A43F}"/>
                    </a:ext>
                  </a:extLst>
                </p:cNvPr>
                <p:cNvSpPr/>
                <p:nvPr/>
              </p:nvSpPr>
              <p:spPr>
                <a:xfrm>
                  <a:off x="4147245" y="5300550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9000">
                      <a:srgbClr val="909090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306" name="任意多边形 6706">
                  <a:extLst>
                    <a:ext uri="{FF2B5EF4-FFF2-40B4-BE49-F238E27FC236}">
                      <a16:creationId xmlns:a16="http://schemas.microsoft.com/office/drawing/2014/main" id="{0779ED56-84E1-9067-5CB9-F0259A3CCDB2}"/>
                    </a:ext>
                  </a:extLst>
                </p:cNvPr>
                <p:cNvSpPr/>
                <p:nvPr/>
              </p:nvSpPr>
              <p:spPr>
                <a:xfrm>
                  <a:off x="4151314" y="5305426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grpSp>
            <p:nvGrpSpPr>
              <p:cNvPr id="5907" name="组合 5906">
                <a:extLst>
                  <a:ext uri="{FF2B5EF4-FFF2-40B4-BE49-F238E27FC236}">
                    <a16:creationId xmlns:a16="http://schemas.microsoft.com/office/drawing/2014/main" id="{A0183293-6DCB-A904-D726-3681CDE3ED5C}"/>
                  </a:ext>
                </a:extLst>
              </p:cNvPr>
              <p:cNvGrpSpPr/>
              <p:nvPr/>
            </p:nvGrpSpPr>
            <p:grpSpPr>
              <a:xfrm>
                <a:off x="4179129" y="5298759"/>
                <a:ext cx="21092" cy="25356"/>
                <a:chOff x="4179129" y="5298759"/>
                <a:chExt cx="21092" cy="25356"/>
              </a:xfrm>
            </p:grpSpPr>
            <p:sp>
              <p:nvSpPr>
                <p:cNvPr id="6301" name="任意多边形 6701">
                  <a:extLst>
                    <a:ext uri="{FF2B5EF4-FFF2-40B4-BE49-F238E27FC236}">
                      <a16:creationId xmlns:a16="http://schemas.microsoft.com/office/drawing/2014/main" id="{5028744F-E9A9-FD04-8E27-24F0F05FF98D}"/>
                    </a:ext>
                  </a:extLst>
                </p:cNvPr>
                <p:cNvSpPr/>
                <p:nvPr/>
              </p:nvSpPr>
              <p:spPr>
                <a:xfrm>
                  <a:off x="4179114" y="5298744"/>
                  <a:ext cx="21123" cy="2531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123" h="25316">
                      <a:moveTo>
                        <a:pt x="-40" y="12658"/>
                      </a:moveTo>
                      <a:cubicBezTo>
                        <a:pt x="-40" y="5665"/>
                        <a:pt x="4687" y="0"/>
                        <a:pt x="10517" y="0"/>
                      </a:cubicBezTo>
                      <a:cubicBezTo>
                        <a:pt x="16348" y="0"/>
                        <a:pt x="21075" y="5665"/>
                        <a:pt x="21075" y="12658"/>
                      </a:cubicBezTo>
                      <a:cubicBezTo>
                        <a:pt x="21075" y="19641"/>
                        <a:pt x="16348" y="25316"/>
                        <a:pt x="10517" y="25316"/>
                      </a:cubicBezTo>
                      <a:cubicBezTo>
                        <a:pt x="4687" y="25316"/>
                        <a:pt x="-40" y="19641"/>
                        <a:pt x="-40" y="12658"/>
                      </a:cubicBezTo>
                      <a:close/>
                    </a:path>
                  </a:pathLst>
                </a:custGeom>
                <a:solidFill>
                  <a:srgbClr val="191919">
                    <a:alpha val="36000"/>
                  </a:srgbClr>
                </a:soli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302" name="任意多边形 6702">
                  <a:extLst>
                    <a:ext uri="{FF2B5EF4-FFF2-40B4-BE49-F238E27FC236}">
                      <a16:creationId xmlns:a16="http://schemas.microsoft.com/office/drawing/2014/main" id="{8EFF402E-5277-0785-873C-3F8E671EC5C9}"/>
                    </a:ext>
                  </a:extLst>
                </p:cNvPr>
                <p:cNvSpPr/>
                <p:nvPr/>
              </p:nvSpPr>
              <p:spPr>
                <a:xfrm>
                  <a:off x="4180505" y="5300412"/>
                  <a:ext cx="18341" cy="2198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341" h="21980">
                      <a:moveTo>
                        <a:pt x="-35" y="10990"/>
                      </a:moveTo>
                      <a:cubicBezTo>
                        <a:pt x="-35" y="4919"/>
                        <a:pt x="4069" y="0"/>
                        <a:pt x="9132" y="0"/>
                      </a:cubicBezTo>
                      <a:cubicBezTo>
                        <a:pt x="14195" y="0"/>
                        <a:pt x="18299" y="4919"/>
                        <a:pt x="18299" y="10990"/>
                      </a:cubicBezTo>
                      <a:cubicBezTo>
                        <a:pt x="18299" y="17053"/>
                        <a:pt x="14195" y="21980"/>
                        <a:pt x="9132" y="21980"/>
                      </a:cubicBezTo>
                      <a:cubicBezTo>
                        <a:pt x="4069" y="21980"/>
                        <a:pt x="-35" y="17053"/>
                        <a:pt x="-35" y="10990"/>
                      </a:cubicBezTo>
                      <a:close/>
                    </a:path>
                  </a:pathLst>
                </a:custGeom>
                <a:gradFill>
                  <a:gsLst>
                    <a:gs pos="24000">
                      <a:srgbClr val="939393"/>
                    </a:gs>
                    <a:gs pos="100000">
                      <a:srgbClr val="595959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  <p:sp>
              <p:nvSpPr>
                <p:cNvPr id="6303" name="任意多边形 6703">
                  <a:extLst>
                    <a:ext uri="{FF2B5EF4-FFF2-40B4-BE49-F238E27FC236}">
                      <a16:creationId xmlns:a16="http://schemas.microsoft.com/office/drawing/2014/main" id="{9EB2E4F1-E6F0-7628-3AE6-CD6DF8FD347F}"/>
                    </a:ext>
                  </a:extLst>
                </p:cNvPr>
                <p:cNvSpPr/>
                <p:nvPr/>
              </p:nvSpPr>
              <p:spPr>
                <a:xfrm>
                  <a:off x="4184574" y="5305288"/>
                  <a:ext cx="10203" cy="1222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203" h="12228">
                      <a:moveTo>
                        <a:pt x="-19" y="6114"/>
                      </a:moveTo>
                      <a:cubicBezTo>
                        <a:pt x="-19" y="2736"/>
                        <a:pt x="2264" y="0"/>
                        <a:pt x="5080" y="0"/>
                      </a:cubicBezTo>
                      <a:cubicBezTo>
                        <a:pt x="7897" y="0"/>
                        <a:pt x="10180" y="2736"/>
                        <a:pt x="10180" y="6114"/>
                      </a:cubicBezTo>
                      <a:cubicBezTo>
                        <a:pt x="10180" y="9487"/>
                        <a:pt x="7897" y="12228"/>
                        <a:pt x="5080" y="12228"/>
                      </a:cubicBezTo>
                      <a:cubicBezTo>
                        <a:pt x="2264" y="12228"/>
                        <a:pt x="-19" y="9487"/>
                        <a:pt x="-19" y="6114"/>
                      </a:cubicBezTo>
                      <a:close/>
                    </a:path>
                  </a:pathLst>
                </a:custGeom>
                <a:gradFill>
                  <a:gsLst>
                    <a:gs pos="44000">
                      <a:srgbClr val="191919"/>
                    </a:gs>
                    <a:gs pos="100000">
                      <a:srgbClr val="303030"/>
                    </a:gs>
                  </a:gsLst>
                  <a:lin ang="5400000" scaled="0"/>
                </a:gradFill>
                <a:ln w="2500" cap="flat">
                  <a:solidFill>
                    <a:srgbClr val="000000">
                      <a:alpha val="0"/>
                    </a:srgbClr>
                  </a:solidFill>
                  <a:bevel/>
                </a:ln>
              </p:spPr>
            </p:sp>
          </p:grpSp>
          <p:sp>
            <p:nvSpPr>
              <p:cNvPr id="5908" name="任意多边形 6308">
                <a:extLst>
                  <a:ext uri="{FF2B5EF4-FFF2-40B4-BE49-F238E27FC236}">
                    <a16:creationId xmlns:a16="http://schemas.microsoft.com/office/drawing/2014/main" id="{6EF970A4-45E3-0974-22A7-3F99C7D19BEB}"/>
                  </a:ext>
                </a:extLst>
              </p:cNvPr>
              <p:cNvSpPr/>
              <p:nvPr/>
            </p:nvSpPr>
            <p:spPr>
              <a:xfrm>
                <a:off x="4028647" y="5256261"/>
                <a:ext cx="74364" cy="80514"/>
              </a:xfrm>
              <a:custGeom>
                <a:avLst/>
                <a:gdLst/>
                <a:ahLst/>
                <a:cxnLst/>
                <a:rect l="0" t="0" r="0" b="0"/>
                <a:pathLst>
                  <a:path w="74364" h="80514">
                    <a:moveTo>
                      <a:pt x="5584" y="0"/>
                    </a:moveTo>
                    <a:lnTo>
                      <a:pt x="68682" y="0"/>
                    </a:lnTo>
                    <a:cubicBezTo>
                      <a:pt x="71793" y="0"/>
                      <a:pt x="74364" y="2989"/>
                      <a:pt x="74364" y="6718"/>
                    </a:cubicBezTo>
                    <a:lnTo>
                      <a:pt x="74364" y="73694"/>
                    </a:lnTo>
                    <a:cubicBezTo>
                      <a:pt x="74364" y="77423"/>
                      <a:pt x="71793" y="80514"/>
                      <a:pt x="68682" y="80514"/>
                    </a:cubicBezTo>
                    <a:lnTo>
                      <a:pt x="5584" y="80514"/>
                    </a:lnTo>
                    <a:cubicBezTo>
                      <a:pt x="2473" y="80514"/>
                      <a:pt x="0" y="77423"/>
                      <a:pt x="0" y="73694"/>
                    </a:cubicBezTo>
                    <a:lnTo>
                      <a:pt x="0" y="6718"/>
                    </a:lnTo>
                    <a:cubicBezTo>
                      <a:pt x="0" y="2989"/>
                      <a:pt x="2473" y="0"/>
                      <a:pt x="55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95959"/>
                  </a:gs>
                  <a:gs pos="100000">
                    <a:srgbClr val="303030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5909" name="任意多边形 6309">
                <a:extLst>
                  <a:ext uri="{FF2B5EF4-FFF2-40B4-BE49-F238E27FC236}">
                    <a16:creationId xmlns:a16="http://schemas.microsoft.com/office/drawing/2014/main" id="{B0D27C5D-049F-E358-0407-E2891DFB6A03}"/>
                  </a:ext>
                </a:extLst>
              </p:cNvPr>
              <p:cNvSpPr/>
              <p:nvPr/>
            </p:nvSpPr>
            <p:spPr>
              <a:xfrm>
                <a:off x="4036781" y="5264363"/>
                <a:ext cx="34225" cy="65322"/>
              </a:xfrm>
              <a:custGeom>
                <a:avLst/>
                <a:gdLst/>
                <a:ahLst/>
                <a:cxnLst/>
                <a:rect l="0" t="0" r="0" b="0"/>
                <a:pathLst>
                  <a:path w="34225" h="65322">
                    <a:moveTo>
                      <a:pt x="31028" y="0"/>
                    </a:moveTo>
                    <a:lnTo>
                      <a:pt x="31028" y="21032"/>
                    </a:lnTo>
                    <a:lnTo>
                      <a:pt x="34182" y="22652"/>
                    </a:lnTo>
                    <a:lnTo>
                      <a:pt x="34182" y="40476"/>
                    </a:lnTo>
                    <a:lnTo>
                      <a:pt x="31028" y="44797"/>
                    </a:lnTo>
                    <a:lnTo>
                      <a:pt x="31028" y="65322"/>
                    </a:lnTo>
                    <a:lnTo>
                      <a:pt x="10295" y="65322"/>
                    </a:lnTo>
                    <a:cubicBezTo>
                      <a:pt x="10295" y="65322"/>
                      <a:pt x="-71" y="57760"/>
                      <a:pt x="-71" y="47498"/>
                    </a:cubicBezTo>
                    <a:cubicBezTo>
                      <a:pt x="-71" y="37236"/>
                      <a:pt x="-71" y="14010"/>
                      <a:pt x="-71" y="14010"/>
                    </a:cubicBezTo>
                    <a:cubicBezTo>
                      <a:pt x="-71" y="14010"/>
                      <a:pt x="3986" y="0"/>
                      <a:pt x="10295" y="0"/>
                    </a:cubicBezTo>
                    <a:cubicBezTo>
                      <a:pt x="16605" y="0"/>
                      <a:pt x="31028" y="0"/>
                      <a:pt x="31028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03030"/>
                  </a:gs>
                  <a:gs pos="100000">
                    <a:srgbClr val="191919"/>
                  </a:gs>
                </a:gsLst>
                <a:lin ang="5400000" scaled="0"/>
              </a:gradFill>
              <a:ln w="2500" cap="flat">
                <a:solidFill>
                  <a:srgbClr val="000000">
                    <a:alpha val="0"/>
                  </a:srgbClr>
                </a:solidFill>
                <a:bevel/>
              </a:ln>
            </p:spPr>
          </p:sp>
          <p:sp>
            <p:nvSpPr>
              <p:cNvPr id="5910" name="任意多边形 6310">
                <a:extLst>
                  <a:ext uri="{FF2B5EF4-FFF2-40B4-BE49-F238E27FC236}">
                    <a16:creationId xmlns:a16="http://schemas.microsoft.com/office/drawing/2014/main" id="{A6E686B5-4E52-44D1-AA73-CA7AB5BD1C3A}"/>
                  </a:ext>
                </a:extLst>
              </p:cNvPr>
              <p:cNvSpPr/>
              <p:nvPr/>
            </p:nvSpPr>
            <p:spPr>
              <a:xfrm>
                <a:off x="4055689" y="5276136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5911" name="任意多边形 6311">
                <a:extLst>
                  <a:ext uri="{FF2B5EF4-FFF2-40B4-BE49-F238E27FC236}">
                    <a16:creationId xmlns:a16="http://schemas.microsoft.com/office/drawing/2014/main" id="{80FE317A-0D3E-6B41-B2F1-85C723D99A8E}"/>
                  </a:ext>
                </a:extLst>
              </p:cNvPr>
              <p:cNvSpPr/>
              <p:nvPr/>
            </p:nvSpPr>
            <p:spPr>
              <a:xfrm>
                <a:off x="4047133" y="5294869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sp>
            <p:nvSpPr>
              <p:cNvPr id="5912" name="任意多边形 6312">
                <a:extLst>
                  <a:ext uri="{FF2B5EF4-FFF2-40B4-BE49-F238E27FC236}">
                    <a16:creationId xmlns:a16="http://schemas.microsoft.com/office/drawing/2014/main" id="{4CE25D4B-15DB-0CF3-6CCF-1A786C166AC0}"/>
                  </a:ext>
                </a:extLst>
              </p:cNvPr>
              <p:cNvSpPr/>
              <p:nvPr/>
            </p:nvSpPr>
            <p:spPr>
              <a:xfrm>
                <a:off x="4055689" y="5313601"/>
                <a:ext cx="7600" cy="7600"/>
              </a:xfrm>
              <a:custGeom>
                <a:avLst/>
                <a:gdLst/>
                <a:ahLst/>
                <a:cxnLst/>
                <a:rect l="0" t="0" r="0" b="0"/>
                <a:pathLst>
                  <a:path w="7600" h="7600">
                    <a:moveTo>
                      <a:pt x="1303" y="-59"/>
                    </a:moveTo>
                    <a:lnTo>
                      <a:pt x="5359" y="-59"/>
                    </a:lnTo>
                    <a:cubicBezTo>
                      <a:pt x="6106" y="-59"/>
                      <a:pt x="6711" y="666"/>
                      <a:pt x="6711" y="1561"/>
                    </a:cubicBezTo>
                    <a:lnTo>
                      <a:pt x="6711" y="1561"/>
                    </a:lnTo>
                    <a:cubicBezTo>
                      <a:pt x="6711" y="2456"/>
                      <a:pt x="6106" y="3182"/>
                      <a:pt x="5359" y="3182"/>
                    </a:cubicBezTo>
                    <a:lnTo>
                      <a:pt x="1303" y="3182"/>
                    </a:lnTo>
                    <a:cubicBezTo>
                      <a:pt x="556" y="3182"/>
                      <a:pt x="-49" y="2456"/>
                      <a:pt x="-49" y="1561"/>
                    </a:cubicBezTo>
                    <a:lnTo>
                      <a:pt x="-49" y="1561"/>
                    </a:lnTo>
                    <a:cubicBezTo>
                      <a:pt x="-49" y="666"/>
                      <a:pt x="556" y="-59"/>
                      <a:pt x="1303" y="-59"/>
                    </a:cubicBezTo>
                    <a:close/>
                  </a:path>
                </a:pathLst>
              </a:custGeom>
              <a:solidFill>
                <a:srgbClr val="D8D8D8"/>
              </a:solidFill>
              <a:ln w="2500" cap="flat">
                <a:solidFill>
                  <a:srgbClr val="C2C2C2">
                    <a:alpha val="0"/>
                  </a:srgbClr>
                </a:solidFill>
                <a:bevel/>
              </a:ln>
            </p:spPr>
          </p:sp>
          <p:grpSp>
            <p:nvGrpSpPr>
              <p:cNvPr id="5913" name="组合 5912">
                <a:extLst>
                  <a:ext uri="{FF2B5EF4-FFF2-40B4-BE49-F238E27FC236}">
                    <a16:creationId xmlns:a16="http://schemas.microsoft.com/office/drawing/2014/main" id="{150BD03C-CD0D-88C5-1533-D170EECE2AF7}"/>
                  </a:ext>
                </a:extLst>
              </p:cNvPr>
              <p:cNvGrpSpPr/>
              <p:nvPr/>
            </p:nvGrpSpPr>
            <p:grpSpPr>
              <a:xfrm>
                <a:off x="4309837" y="5170367"/>
                <a:ext cx="574740" cy="42156"/>
                <a:chOff x="4309837" y="5170367"/>
                <a:chExt cx="574740" cy="42156"/>
              </a:xfrm>
            </p:grpSpPr>
            <p:grpSp>
              <p:nvGrpSpPr>
                <p:cNvPr id="6205" name="组合 6204">
                  <a:extLst>
                    <a:ext uri="{FF2B5EF4-FFF2-40B4-BE49-F238E27FC236}">
                      <a16:creationId xmlns:a16="http://schemas.microsoft.com/office/drawing/2014/main" id="{2861FC1C-AAD2-3F04-6DAC-ED99D656EAC5}"/>
                    </a:ext>
                  </a:extLst>
                </p:cNvPr>
                <p:cNvGrpSpPr/>
                <p:nvPr/>
              </p:nvGrpSpPr>
              <p:grpSpPr>
                <a:xfrm>
                  <a:off x="4309837" y="5170367"/>
                  <a:ext cx="96970" cy="42156"/>
                  <a:chOff x="4309837" y="5170367"/>
                  <a:chExt cx="96970" cy="42156"/>
                </a:xfrm>
              </p:grpSpPr>
              <p:sp>
                <p:nvSpPr>
                  <p:cNvPr id="6286" name="任意多边形 6686">
                    <a:extLst>
                      <a:ext uri="{FF2B5EF4-FFF2-40B4-BE49-F238E27FC236}">
                        <a16:creationId xmlns:a16="http://schemas.microsoft.com/office/drawing/2014/main" id="{BDB6F6F6-D1C7-4856-2E68-7EF405E0B939}"/>
                      </a:ext>
                    </a:extLst>
                  </p:cNvPr>
                  <p:cNvSpPr/>
                  <p:nvPr/>
                </p:nvSpPr>
                <p:spPr>
                  <a:xfrm>
                    <a:off x="4309837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287" name="任意多边形 6687">
                    <a:extLst>
                      <a:ext uri="{FF2B5EF4-FFF2-40B4-BE49-F238E27FC236}">
                        <a16:creationId xmlns:a16="http://schemas.microsoft.com/office/drawing/2014/main" id="{F6893481-7F2B-4CDC-3A8D-F5171EABD312}"/>
                      </a:ext>
                    </a:extLst>
                  </p:cNvPr>
                  <p:cNvSpPr/>
                  <p:nvPr/>
                </p:nvSpPr>
                <p:spPr>
                  <a:xfrm>
                    <a:off x="4311717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288" name="组合 6287">
                    <a:extLst>
                      <a:ext uri="{FF2B5EF4-FFF2-40B4-BE49-F238E27FC236}">
                        <a16:creationId xmlns:a16="http://schemas.microsoft.com/office/drawing/2014/main" id="{B4BEEBC5-3D9E-107D-1A02-7017EFD93578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178786"/>
                    <a:ext cx="83660" cy="25319"/>
                    <a:chOff x="4317020" y="5178786"/>
                    <a:chExt cx="83660" cy="25319"/>
                  </a:xfrm>
                </p:grpSpPr>
                <p:grpSp>
                  <p:nvGrpSpPr>
                    <p:cNvPr id="6289" name="组合 6288">
                      <a:extLst>
                        <a:ext uri="{FF2B5EF4-FFF2-40B4-BE49-F238E27FC236}">
                          <a16:creationId xmlns:a16="http://schemas.microsoft.com/office/drawing/2014/main" id="{49085EE6-B8BF-3E9C-F2D5-D798817038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178767"/>
                      <a:ext cx="21092" cy="25357"/>
                      <a:chOff x="4317049" y="5178767"/>
                      <a:chExt cx="21092" cy="25357"/>
                    </a:xfrm>
                  </p:grpSpPr>
                  <p:sp>
                    <p:nvSpPr>
                      <p:cNvPr id="6298" name="任意多边形 6698">
                        <a:extLst>
                          <a:ext uri="{FF2B5EF4-FFF2-40B4-BE49-F238E27FC236}">
                            <a16:creationId xmlns:a16="http://schemas.microsoft.com/office/drawing/2014/main" id="{B0B5A337-0E4A-D1EC-490D-3DA3CD3EF7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99" name="任意多边形 6699">
                        <a:extLst>
                          <a:ext uri="{FF2B5EF4-FFF2-40B4-BE49-F238E27FC236}">
                            <a16:creationId xmlns:a16="http://schemas.microsoft.com/office/drawing/2014/main" id="{96D266DA-7A82-4F3F-1647-A6BB9928C0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300" name="任意多边形 6700">
                        <a:extLst>
                          <a:ext uri="{FF2B5EF4-FFF2-40B4-BE49-F238E27FC236}">
                            <a16:creationId xmlns:a16="http://schemas.microsoft.com/office/drawing/2014/main" id="{E910199D-D910-1A23-56E6-CDBD35F391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90" name="组合 6289">
                      <a:extLst>
                        <a:ext uri="{FF2B5EF4-FFF2-40B4-BE49-F238E27FC236}">
                          <a16:creationId xmlns:a16="http://schemas.microsoft.com/office/drawing/2014/main" id="{E3CED7B2-A2C2-875C-5736-CD0BF942274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178767"/>
                      <a:ext cx="21092" cy="25357"/>
                      <a:chOff x="4348304" y="5178767"/>
                      <a:chExt cx="21092" cy="25357"/>
                    </a:xfrm>
                  </p:grpSpPr>
                  <p:sp>
                    <p:nvSpPr>
                      <p:cNvPr id="6295" name="任意多边形 6695">
                        <a:extLst>
                          <a:ext uri="{FF2B5EF4-FFF2-40B4-BE49-F238E27FC236}">
                            <a16:creationId xmlns:a16="http://schemas.microsoft.com/office/drawing/2014/main" id="{EC9F0ABF-8C41-71DC-49FE-A46D4D3DD7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96" name="任意多边形 6696">
                        <a:extLst>
                          <a:ext uri="{FF2B5EF4-FFF2-40B4-BE49-F238E27FC236}">
                            <a16:creationId xmlns:a16="http://schemas.microsoft.com/office/drawing/2014/main" id="{AAA00F4A-93F6-F91E-820B-441AE37DC3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97" name="任意多边形 6697">
                        <a:extLst>
                          <a:ext uri="{FF2B5EF4-FFF2-40B4-BE49-F238E27FC236}">
                            <a16:creationId xmlns:a16="http://schemas.microsoft.com/office/drawing/2014/main" id="{E3E31230-B529-570D-CBAE-0ED9A9DAE6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91" name="组合 6290">
                      <a:extLst>
                        <a:ext uri="{FF2B5EF4-FFF2-40B4-BE49-F238E27FC236}">
                          <a16:creationId xmlns:a16="http://schemas.microsoft.com/office/drawing/2014/main" id="{E9B2F6EE-702D-69CE-F0E3-DBB58B374AB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178767"/>
                      <a:ext cx="21092" cy="25357"/>
                      <a:chOff x="4379558" y="5178767"/>
                      <a:chExt cx="21092" cy="25357"/>
                    </a:xfrm>
                  </p:grpSpPr>
                  <p:sp>
                    <p:nvSpPr>
                      <p:cNvPr id="6292" name="任意多边形 6692">
                        <a:extLst>
                          <a:ext uri="{FF2B5EF4-FFF2-40B4-BE49-F238E27FC236}">
                            <a16:creationId xmlns:a16="http://schemas.microsoft.com/office/drawing/2014/main" id="{1C01A502-FC4C-DFFB-3E2A-11A4FC400F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93" name="任意多边形 6693">
                        <a:extLst>
                          <a:ext uri="{FF2B5EF4-FFF2-40B4-BE49-F238E27FC236}">
                            <a16:creationId xmlns:a16="http://schemas.microsoft.com/office/drawing/2014/main" id="{E9DCA3C3-1FA3-ACE9-AAF7-03F43DE005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94" name="任意多边形 6694">
                        <a:extLst>
                          <a:ext uri="{FF2B5EF4-FFF2-40B4-BE49-F238E27FC236}">
                            <a16:creationId xmlns:a16="http://schemas.microsoft.com/office/drawing/2014/main" id="{70682FE0-915C-9C0A-0CFC-C57ACB02AA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206" name="组合 6205">
                  <a:extLst>
                    <a:ext uri="{FF2B5EF4-FFF2-40B4-BE49-F238E27FC236}">
                      <a16:creationId xmlns:a16="http://schemas.microsoft.com/office/drawing/2014/main" id="{05C13D3D-7950-8FA5-D8AE-C3FC838E2254}"/>
                    </a:ext>
                  </a:extLst>
                </p:cNvPr>
                <p:cNvGrpSpPr/>
                <p:nvPr/>
              </p:nvGrpSpPr>
              <p:grpSpPr>
                <a:xfrm>
                  <a:off x="4405675" y="5170367"/>
                  <a:ext cx="96970" cy="42156"/>
                  <a:chOff x="4405675" y="5170367"/>
                  <a:chExt cx="96970" cy="42156"/>
                </a:xfrm>
              </p:grpSpPr>
              <p:sp>
                <p:nvSpPr>
                  <p:cNvPr id="6271" name="任意多边形 6671">
                    <a:extLst>
                      <a:ext uri="{FF2B5EF4-FFF2-40B4-BE49-F238E27FC236}">
                        <a16:creationId xmlns:a16="http://schemas.microsoft.com/office/drawing/2014/main" id="{5C8301C7-C54C-6579-D0D0-5A7860699409}"/>
                      </a:ext>
                    </a:extLst>
                  </p:cNvPr>
                  <p:cNvSpPr/>
                  <p:nvPr/>
                </p:nvSpPr>
                <p:spPr>
                  <a:xfrm>
                    <a:off x="4405675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272" name="任意多边形 6672">
                    <a:extLst>
                      <a:ext uri="{FF2B5EF4-FFF2-40B4-BE49-F238E27FC236}">
                        <a16:creationId xmlns:a16="http://schemas.microsoft.com/office/drawing/2014/main" id="{2CF36016-E61C-8D27-08E9-80A5BBCA6E11}"/>
                      </a:ext>
                    </a:extLst>
                  </p:cNvPr>
                  <p:cNvSpPr/>
                  <p:nvPr/>
                </p:nvSpPr>
                <p:spPr>
                  <a:xfrm>
                    <a:off x="4407555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273" name="组合 6272">
                    <a:extLst>
                      <a:ext uri="{FF2B5EF4-FFF2-40B4-BE49-F238E27FC236}">
                        <a16:creationId xmlns:a16="http://schemas.microsoft.com/office/drawing/2014/main" id="{4216E284-393A-5EDC-7066-AF3519B8C17D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178786"/>
                    <a:ext cx="83660" cy="25319"/>
                    <a:chOff x="4412858" y="5178786"/>
                    <a:chExt cx="83660" cy="25319"/>
                  </a:xfrm>
                </p:grpSpPr>
                <p:grpSp>
                  <p:nvGrpSpPr>
                    <p:cNvPr id="6274" name="组合 6273">
                      <a:extLst>
                        <a:ext uri="{FF2B5EF4-FFF2-40B4-BE49-F238E27FC236}">
                          <a16:creationId xmlns:a16="http://schemas.microsoft.com/office/drawing/2014/main" id="{A98978C6-C4FA-036B-76AD-837C260B63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178767"/>
                      <a:ext cx="21092" cy="25357"/>
                      <a:chOff x="4412887" y="5178767"/>
                      <a:chExt cx="21092" cy="25357"/>
                    </a:xfrm>
                  </p:grpSpPr>
                  <p:sp>
                    <p:nvSpPr>
                      <p:cNvPr id="6283" name="任意多边形 6683">
                        <a:extLst>
                          <a:ext uri="{FF2B5EF4-FFF2-40B4-BE49-F238E27FC236}">
                            <a16:creationId xmlns:a16="http://schemas.microsoft.com/office/drawing/2014/main" id="{0C0F6488-FBEB-AFA8-28D5-9217DE88E9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84" name="任意多边形 6684">
                        <a:extLst>
                          <a:ext uri="{FF2B5EF4-FFF2-40B4-BE49-F238E27FC236}">
                            <a16:creationId xmlns:a16="http://schemas.microsoft.com/office/drawing/2014/main" id="{9DB205FA-7F1D-F7D4-0D2F-F08E432031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85" name="任意多边形 6685">
                        <a:extLst>
                          <a:ext uri="{FF2B5EF4-FFF2-40B4-BE49-F238E27FC236}">
                            <a16:creationId xmlns:a16="http://schemas.microsoft.com/office/drawing/2014/main" id="{7E20BCE0-67EC-CDFC-D7FA-E9152DF3CF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75" name="组合 6274">
                      <a:extLst>
                        <a:ext uri="{FF2B5EF4-FFF2-40B4-BE49-F238E27FC236}">
                          <a16:creationId xmlns:a16="http://schemas.microsoft.com/office/drawing/2014/main" id="{2B02D199-2741-76AD-0CE9-DE764C2F30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178767"/>
                      <a:ext cx="21092" cy="25357"/>
                      <a:chOff x="4444142" y="5178767"/>
                      <a:chExt cx="21092" cy="25357"/>
                    </a:xfrm>
                  </p:grpSpPr>
                  <p:sp>
                    <p:nvSpPr>
                      <p:cNvPr id="6280" name="任意多边形 6680">
                        <a:extLst>
                          <a:ext uri="{FF2B5EF4-FFF2-40B4-BE49-F238E27FC236}">
                            <a16:creationId xmlns:a16="http://schemas.microsoft.com/office/drawing/2014/main" id="{8DFD9926-6A8F-FD93-AF08-87FCA0580E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81" name="任意多边形 6681">
                        <a:extLst>
                          <a:ext uri="{FF2B5EF4-FFF2-40B4-BE49-F238E27FC236}">
                            <a16:creationId xmlns:a16="http://schemas.microsoft.com/office/drawing/2014/main" id="{AB7912B0-D198-2D5A-3B86-3B711C5D41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82" name="任意多边形 6682">
                        <a:extLst>
                          <a:ext uri="{FF2B5EF4-FFF2-40B4-BE49-F238E27FC236}">
                            <a16:creationId xmlns:a16="http://schemas.microsoft.com/office/drawing/2014/main" id="{9980595D-A86F-ED4F-F0D5-64C47FF494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76" name="组合 6275">
                      <a:extLst>
                        <a:ext uri="{FF2B5EF4-FFF2-40B4-BE49-F238E27FC236}">
                          <a16:creationId xmlns:a16="http://schemas.microsoft.com/office/drawing/2014/main" id="{E2BEC47C-FD43-757C-6CA3-2037F4C564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178767"/>
                      <a:ext cx="21092" cy="25357"/>
                      <a:chOff x="4475395" y="5178767"/>
                      <a:chExt cx="21092" cy="25357"/>
                    </a:xfrm>
                  </p:grpSpPr>
                  <p:sp>
                    <p:nvSpPr>
                      <p:cNvPr id="6277" name="任意多边形 6677">
                        <a:extLst>
                          <a:ext uri="{FF2B5EF4-FFF2-40B4-BE49-F238E27FC236}">
                            <a16:creationId xmlns:a16="http://schemas.microsoft.com/office/drawing/2014/main" id="{88D0A662-DF86-0FF8-5168-FFBED8561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78" name="任意多边形 6678">
                        <a:extLst>
                          <a:ext uri="{FF2B5EF4-FFF2-40B4-BE49-F238E27FC236}">
                            <a16:creationId xmlns:a16="http://schemas.microsoft.com/office/drawing/2014/main" id="{FC36034F-51C3-F3E9-06BA-D4ECCA10FF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79" name="任意多边形 6679">
                        <a:extLst>
                          <a:ext uri="{FF2B5EF4-FFF2-40B4-BE49-F238E27FC236}">
                            <a16:creationId xmlns:a16="http://schemas.microsoft.com/office/drawing/2014/main" id="{FF27E13F-755E-A9FC-AB5F-EF56F5C1B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207" name="组合 6206">
                  <a:extLst>
                    <a:ext uri="{FF2B5EF4-FFF2-40B4-BE49-F238E27FC236}">
                      <a16:creationId xmlns:a16="http://schemas.microsoft.com/office/drawing/2014/main" id="{6688D47F-0CDF-B4C5-3005-C35C69FADF59}"/>
                    </a:ext>
                  </a:extLst>
                </p:cNvPr>
                <p:cNvGrpSpPr/>
                <p:nvPr/>
              </p:nvGrpSpPr>
              <p:grpSpPr>
                <a:xfrm>
                  <a:off x="4500949" y="5170367"/>
                  <a:ext cx="96970" cy="42156"/>
                  <a:chOff x="4500949" y="5170367"/>
                  <a:chExt cx="96970" cy="42156"/>
                </a:xfrm>
              </p:grpSpPr>
              <p:sp>
                <p:nvSpPr>
                  <p:cNvPr id="6256" name="任意多边形 6656">
                    <a:extLst>
                      <a:ext uri="{FF2B5EF4-FFF2-40B4-BE49-F238E27FC236}">
                        <a16:creationId xmlns:a16="http://schemas.microsoft.com/office/drawing/2014/main" id="{070E1155-CAC6-A73A-03F5-6F5B298605F6}"/>
                      </a:ext>
                    </a:extLst>
                  </p:cNvPr>
                  <p:cNvSpPr/>
                  <p:nvPr/>
                </p:nvSpPr>
                <p:spPr>
                  <a:xfrm>
                    <a:off x="4500949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257" name="任意多边形 6657">
                    <a:extLst>
                      <a:ext uri="{FF2B5EF4-FFF2-40B4-BE49-F238E27FC236}">
                        <a16:creationId xmlns:a16="http://schemas.microsoft.com/office/drawing/2014/main" id="{4A45D478-AE07-8A91-4512-040F8837FBC1}"/>
                      </a:ext>
                    </a:extLst>
                  </p:cNvPr>
                  <p:cNvSpPr/>
                  <p:nvPr/>
                </p:nvSpPr>
                <p:spPr>
                  <a:xfrm>
                    <a:off x="4502829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258" name="组合 6257">
                    <a:extLst>
                      <a:ext uri="{FF2B5EF4-FFF2-40B4-BE49-F238E27FC236}">
                        <a16:creationId xmlns:a16="http://schemas.microsoft.com/office/drawing/2014/main" id="{7A9494CD-6FC6-C474-BC61-E1D59D782519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178786"/>
                    <a:ext cx="83660" cy="25319"/>
                    <a:chOff x="4508132" y="5178786"/>
                    <a:chExt cx="83660" cy="25319"/>
                  </a:xfrm>
                </p:grpSpPr>
                <p:grpSp>
                  <p:nvGrpSpPr>
                    <p:cNvPr id="6259" name="组合 6258">
                      <a:extLst>
                        <a:ext uri="{FF2B5EF4-FFF2-40B4-BE49-F238E27FC236}">
                          <a16:creationId xmlns:a16="http://schemas.microsoft.com/office/drawing/2014/main" id="{DF022DCA-1B38-43A4-DC93-01FD646D14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178767"/>
                      <a:ext cx="21092" cy="25357"/>
                      <a:chOff x="4508161" y="5178767"/>
                      <a:chExt cx="21092" cy="25357"/>
                    </a:xfrm>
                  </p:grpSpPr>
                  <p:sp>
                    <p:nvSpPr>
                      <p:cNvPr id="6268" name="任意多边形 6668">
                        <a:extLst>
                          <a:ext uri="{FF2B5EF4-FFF2-40B4-BE49-F238E27FC236}">
                            <a16:creationId xmlns:a16="http://schemas.microsoft.com/office/drawing/2014/main" id="{2D06A4F0-A40F-A645-73B3-D169003CE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69" name="任意多边形 6669">
                        <a:extLst>
                          <a:ext uri="{FF2B5EF4-FFF2-40B4-BE49-F238E27FC236}">
                            <a16:creationId xmlns:a16="http://schemas.microsoft.com/office/drawing/2014/main" id="{54346E91-D7F8-5D54-1AB1-FAD80A62AC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70" name="任意多边形 6670">
                        <a:extLst>
                          <a:ext uri="{FF2B5EF4-FFF2-40B4-BE49-F238E27FC236}">
                            <a16:creationId xmlns:a16="http://schemas.microsoft.com/office/drawing/2014/main" id="{B704A155-E933-AF3D-6CD0-4B17D214BE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60" name="组合 6259">
                      <a:extLst>
                        <a:ext uri="{FF2B5EF4-FFF2-40B4-BE49-F238E27FC236}">
                          <a16:creationId xmlns:a16="http://schemas.microsoft.com/office/drawing/2014/main" id="{B2475188-D298-6574-29F8-E8FE3B3A0B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178767"/>
                      <a:ext cx="21092" cy="25357"/>
                      <a:chOff x="4539416" y="5178767"/>
                      <a:chExt cx="21092" cy="25357"/>
                    </a:xfrm>
                  </p:grpSpPr>
                  <p:sp>
                    <p:nvSpPr>
                      <p:cNvPr id="6265" name="任意多边形 6665">
                        <a:extLst>
                          <a:ext uri="{FF2B5EF4-FFF2-40B4-BE49-F238E27FC236}">
                            <a16:creationId xmlns:a16="http://schemas.microsoft.com/office/drawing/2014/main" id="{B3F2F194-1D24-7900-9A05-6CF12B83A2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66" name="任意多边形 6666">
                        <a:extLst>
                          <a:ext uri="{FF2B5EF4-FFF2-40B4-BE49-F238E27FC236}">
                            <a16:creationId xmlns:a16="http://schemas.microsoft.com/office/drawing/2014/main" id="{BE8224AA-0A4D-38EE-E2FB-CA21C7B6D7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67" name="任意多边形 6667">
                        <a:extLst>
                          <a:ext uri="{FF2B5EF4-FFF2-40B4-BE49-F238E27FC236}">
                            <a16:creationId xmlns:a16="http://schemas.microsoft.com/office/drawing/2014/main" id="{34EFF2F9-6B7F-B73B-0344-CA0B41445E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61" name="组合 6260">
                      <a:extLst>
                        <a:ext uri="{FF2B5EF4-FFF2-40B4-BE49-F238E27FC236}">
                          <a16:creationId xmlns:a16="http://schemas.microsoft.com/office/drawing/2014/main" id="{77C01AD1-F6D4-08F8-8DBD-C3396B1972C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178767"/>
                      <a:ext cx="21092" cy="25357"/>
                      <a:chOff x="4570669" y="5178767"/>
                      <a:chExt cx="21092" cy="25357"/>
                    </a:xfrm>
                  </p:grpSpPr>
                  <p:sp>
                    <p:nvSpPr>
                      <p:cNvPr id="6262" name="任意多边形 6662">
                        <a:extLst>
                          <a:ext uri="{FF2B5EF4-FFF2-40B4-BE49-F238E27FC236}">
                            <a16:creationId xmlns:a16="http://schemas.microsoft.com/office/drawing/2014/main" id="{438B7BA3-FAAC-84DB-95E3-6D88FC82AF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63" name="任意多边形 6663">
                        <a:extLst>
                          <a:ext uri="{FF2B5EF4-FFF2-40B4-BE49-F238E27FC236}">
                            <a16:creationId xmlns:a16="http://schemas.microsoft.com/office/drawing/2014/main" id="{2F812829-8687-C2EB-551F-E6C8687AC2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64" name="任意多边形 6664">
                        <a:extLst>
                          <a:ext uri="{FF2B5EF4-FFF2-40B4-BE49-F238E27FC236}">
                            <a16:creationId xmlns:a16="http://schemas.microsoft.com/office/drawing/2014/main" id="{D88B86CA-233B-63EA-8FC9-638481EA28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208" name="组合 6207">
                  <a:extLst>
                    <a:ext uri="{FF2B5EF4-FFF2-40B4-BE49-F238E27FC236}">
                      <a16:creationId xmlns:a16="http://schemas.microsoft.com/office/drawing/2014/main" id="{3A7602A7-CBF5-839A-6E25-B76063BB9499}"/>
                    </a:ext>
                  </a:extLst>
                </p:cNvPr>
                <p:cNvGrpSpPr/>
                <p:nvPr/>
              </p:nvGrpSpPr>
              <p:grpSpPr>
                <a:xfrm>
                  <a:off x="4596778" y="5170367"/>
                  <a:ext cx="96970" cy="42156"/>
                  <a:chOff x="4596778" y="5170367"/>
                  <a:chExt cx="96970" cy="42156"/>
                </a:xfrm>
              </p:grpSpPr>
              <p:sp>
                <p:nvSpPr>
                  <p:cNvPr id="6241" name="任意多边形 6641">
                    <a:extLst>
                      <a:ext uri="{FF2B5EF4-FFF2-40B4-BE49-F238E27FC236}">
                        <a16:creationId xmlns:a16="http://schemas.microsoft.com/office/drawing/2014/main" id="{D59A6782-9D16-8225-A1B2-2C7B4F988676}"/>
                      </a:ext>
                    </a:extLst>
                  </p:cNvPr>
                  <p:cNvSpPr/>
                  <p:nvPr/>
                </p:nvSpPr>
                <p:spPr>
                  <a:xfrm>
                    <a:off x="4596778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242" name="任意多边形 6642">
                    <a:extLst>
                      <a:ext uri="{FF2B5EF4-FFF2-40B4-BE49-F238E27FC236}">
                        <a16:creationId xmlns:a16="http://schemas.microsoft.com/office/drawing/2014/main" id="{BF362EB9-E4A0-A223-89E2-3329FC35B66D}"/>
                      </a:ext>
                    </a:extLst>
                  </p:cNvPr>
                  <p:cNvSpPr/>
                  <p:nvPr/>
                </p:nvSpPr>
                <p:spPr>
                  <a:xfrm>
                    <a:off x="4598658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243" name="组合 6242">
                    <a:extLst>
                      <a:ext uri="{FF2B5EF4-FFF2-40B4-BE49-F238E27FC236}">
                        <a16:creationId xmlns:a16="http://schemas.microsoft.com/office/drawing/2014/main" id="{A88A1143-71DF-1263-DA86-7146494BF6D6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178786"/>
                    <a:ext cx="83660" cy="25319"/>
                    <a:chOff x="4603961" y="5178786"/>
                    <a:chExt cx="83660" cy="25319"/>
                  </a:xfrm>
                </p:grpSpPr>
                <p:grpSp>
                  <p:nvGrpSpPr>
                    <p:cNvPr id="6244" name="组合 6243">
                      <a:extLst>
                        <a:ext uri="{FF2B5EF4-FFF2-40B4-BE49-F238E27FC236}">
                          <a16:creationId xmlns:a16="http://schemas.microsoft.com/office/drawing/2014/main" id="{F7E84017-BF08-F637-FE4F-9EC556D72D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178767"/>
                      <a:ext cx="21092" cy="25357"/>
                      <a:chOff x="4603991" y="5178767"/>
                      <a:chExt cx="21092" cy="25357"/>
                    </a:xfrm>
                  </p:grpSpPr>
                  <p:sp>
                    <p:nvSpPr>
                      <p:cNvPr id="6253" name="任意多边形 6653">
                        <a:extLst>
                          <a:ext uri="{FF2B5EF4-FFF2-40B4-BE49-F238E27FC236}">
                            <a16:creationId xmlns:a16="http://schemas.microsoft.com/office/drawing/2014/main" id="{24C11165-E751-BA7E-6E71-5EFA09891B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54" name="任意多边形 6654">
                        <a:extLst>
                          <a:ext uri="{FF2B5EF4-FFF2-40B4-BE49-F238E27FC236}">
                            <a16:creationId xmlns:a16="http://schemas.microsoft.com/office/drawing/2014/main" id="{A85F21FC-8A52-B5F2-F8BD-906CAE4D0B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55" name="任意多边形 6655">
                        <a:extLst>
                          <a:ext uri="{FF2B5EF4-FFF2-40B4-BE49-F238E27FC236}">
                            <a16:creationId xmlns:a16="http://schemas.microsoft.com/office/drawing/2014/main" id="{EED6F10F-70D3-B08E-8EE4-3DD3EE79D9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45" name="组合 6244">
                      <a:extLst>
                        <a:ext uri="{FF2B5EF4-FFF2-40B4-BE49-F238E27FC236}">
                          <a16:creationId xmlns:a16="http://schemas.microsoft.com/office/drawing/2014/main" id="{9F96CBED-997B-0E6E-81E7-F2F71B1D8B4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178767"/>
                      <a:ext cx="21092" cy="25357"/>
                      <a:chOff x="4635245" y="5178767"/>
                      <a:chExt cx="21092" cy="25357"/>
                    </a:xfrm>
                  </p:grpSpPr>
                  <p:sp>
                    <p:nvSpPr>
                      <p:cNvPr id="6250" name="任意多边形 6650">
                        <a:extLst>
                          <a:ext uri="{FF2B5EF4-FFF2-40B4-BE49-F238E27FC236}">
                            <a16:creationId xmlns:a16="http://schemas.microsoft.com/office/drawing/2014/main" id="{C213490E-95A1-6775-2DC6-F628B7EAF3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51" name="任意多边形 6651">
                        <a:extLst>
                          <a:ext uri="{FF2B5EF4-FFF2-40B4-BE49-F238E27FC236}">
                            <a16:creationId xmlns:a16="http://schemas.microsoft.com/office/drawing/2014/main" id="{47EB07C3-09CE-FBAC-55A7-93FFE4CC07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52" name="任意多边形 6652">
                        <a:extLst>
                          <a:ext uri="{FF2B5EF4-FFF2-40B4-BE49-F238E27FC236}">
                            <a16:creationId xmlns:a16="http://schemas.microsoft.com/office/drawing/2014/main" id="{63B6F88A-495A-D0AB-23D5-00143A9214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46" name="组合 6245">
                      <a:extLst>
                        <a:ext uri="{FF2B5EF4-FFF2-40B4-BE49-F238E27FC236}">
                          <a16:creationId xmlns:a16="http://schemas.microsoft.com/office/drawing/2014/main" id="{D06FBEBD-CB87-1952-A0C6-AFBC249E37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178767"/>
                      <a:ext cx="21092" cy="25357"/>
                      <a:chOff x="4666499" y="5178767"/>
                      <a:chExt cx="21092" cy="25357"/>
                    </a:xfrm>
                  </p:grpSpPr>
                  <p:sp>
                    <p:nvSpPr>
                      <p:cNvPr id="6247" name="任意多边形 6647">
                        <a:extLst>
                          <a:ext uri="{FF2B5EF4-FFF2-40B4-BE49-F238E27FC236}">
                            <a16:creationId xmlns:a16="http://schemas.microsoft.com/office/drawing/2014/main" id="{1F3E0FBE-4DF9-E72F-7706-D2F84A33AE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48" name="任意多边形 6648">
                        <a:extLst>
                          <a:ext uri="{FF2B5EF4-FFF2-40B4-BE49-F238E27FC236}">
                            <a16:creationId xmlns:a16="http://schemas.microsoft.com/office/drawing/2014/main" id="{2591DF85-D721-E246-AFE5-2B5AA00383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49" name="任意多边形 6649">
                        <a:extLst>
                          <a:ext uri="{FF2B5EF4-FFF2-40B4-BE49-F238E27FC236}">
                            <a16:creationId xmlns:a16="http://schemas.microsoft.com/office/drawing/2014/main" id="{5D2CCBF8-830C-A30D-65D1-4036662F2F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209" name="组合 6208">
                  <a:extLst>
                    <a:ext uri="{FF2B5EF4-FFF2-40B4-BE49-F238E27FC236}">
                      <a16:creationId xmlns:a16="http://schemas.microsoft.com/office/drawing/2014/main" id="{89B63666-F4DC-D4F7-F668-37CF74A8CB56}"/>
                    </a:ext>
                  </a:extLst>
                </p:cNvPr>
                <p:cNvGrpSpPr/>
                <p:nvPr/>
              </p:nvGrpSpPr>
              <p:grpSpPr>
                <a:xfrm>
                  <a:off x="4692374" y="5170367"/>
                  <a:ext cx="96970" cy="42156"/>
                  <a:chOff x="4692374" y="5170367"/>
                  <a:chExt cx="96970" cy="42156"/>
                </a:xfrm>
              </p:grpSpPr>
              <p:sp>
                <p:nvSpPr>
                  <p:cNvPr id="6226" name="任意多边形 6626">
                    <a:extLst>
                      <a:ext uri="{FF2B5EF4-FFF2-40B4-BE49-F238E27FC236}">
                        <a16:creationId xmlns:a16="http://schemas.microsoft.com/office/drawing/2014/main" id="{9B91336F-3566-5ADE-9503-E2F450D454AC}"/>
                      </a:ext>
                    </a:extLst>
                  </p:cNvPr>
                  <p:cNvSpPr/>
                  <p:nvPr/>
                </p:nvSpPr>
                <p:spPr>
                  <a:xfrm>
                    <a:off x="4692374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227" name="任意多边形 6627">
                    <a:extLst>
                      <a:ext uri="{FF2B5EF4-FFF2-40B4-BE49-F238E27FC236}">
                        <a16:creationId xmlns:a16="http://schemas.microsoft.com/office/drawing/2014/main" id="{29D14269-4B85-F2AF-9384-1D1155D9B21C}"/>
                      </a:ext>
                    </a:extLst>
                  </p:cNvPr>
                  <p:cNvSpPr/>
                  <p:nvPr/>
                </p:nvSpPr>
                <p:spPr>
                  <a:xfrm>
                    <a:off x="4694254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228" name="组合 6227">
                    <a:extLst>
                      <a:ext uri="{FF2B5EF4-FFF2-40B4-BE49-F238E27FC236}">
                        <a16:creationId xmlns:a16="http://schemas.microsoft.com/office/drawing/2014/main" id="{86A7A77C-5046-00E5-FA07-1D580C065954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178786"/>
                    <a:ext cx="83660" cy="25319"/>
                    <a:chOff x="4699557" y="5178786"/>
                    <a:chExt cx="83660" cy="25319"/>
                  </a:xfrm>
                </p:grpSpPr>
                <p:grpSp>
                  <p:nvGrpSpPr>
                    <p:cNvPr id="6229" name="组合 6228">
                      <a:extLst>
                        <a:ext uri="{FF2B5EF4-FFF2-40B4-BE49-F238E27FC236}">
                          <a16:creationId xmlns:a16="http://schemas.microsoft.com/office/drawing/2014/main" id="{9381AFF6-D2F5-DA58-655B-0E404396B6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178767"/>
                      <a:ext cx="21092" cy="25357"/>
                      <a:chOff x="4699587" y="5178767"/>
                      <a:chExt cx="21092" cy="25357"/>
                    </a:xfrm>
                  </p:grpSpPr>
                  <p:sp>
                    <p:nvSpPr>
                      <p:cNvPr id="6238" name="任意多边形 6638">
                        <a:extLst>
                          <a:ext uri="{FF2B5EF4-FFF2-40B4-BE49-F238E27FC236}">
                            <a16:creationId xmlns:a16="http://schemas.microsoft.com/office/drawing/2014/main" id="{4FBA178B-A0FD-FFC1-FFFD-B0131A5F55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39" name="任意多边形 6639">
                        <a:extLst>
                          <a:ext uri="{FF2B5EF4-FFF2-40B4-BE49-F238E27FC236}">
                            <a16:creationId xmlns:a16="http://schemas.microsoft.com/office/drawing/2014/main" id="{F06F1D11-A07B-B9CB-5E28-3A1B625A5E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40" name="任意多边形 6640">
                        <a:extLst>
                          <a:ext uri="{FF2B5EF4-FFF2-40B4-BE49-F238E27FC236}">
                            <a16:creationId xmlns:a16="http://schemas.microsoft.com/office/drawing/2014/main" id="{9D913258-A443-56E8-766D-91E02B89C0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30" name="组合 6229">
                      <a:extLst>
                        <a:ext uri="{FF2B5EF4-FFF2-40B4-BE49-F238E27FC236}">
                          <a16:creationId xmlns:a16="http://schemas.microsoft.com/office/drawing/2014/main" id="{A33C4C96-D5CD-78E7-0B75-4FB326BC1A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178767"/>
                      <a:ext cx="21092" cy="25357"/>
                      <a:chOff x="4730841" y="5178767"/>
                      <a:chExt cx="21092" cy="25357"/>
                    </a:xfrm>
                  </p:grpSpPr>
                  <p:sp>
                    <p:nvSpPr>
                      <p:cNvPr id="6235" name="任意多边形 6635">
                        <a:extLst>
                          <a:ext uri="{FF2B5EF4-FFF2-40B4-BE49-F238E27FC236}">
                            <a16:creationId xmlns:a16="http://schemas.microsoft.com/office/drawing/2014/main" id="{AF0CFAA6-99F1-ED0B-8B3C-CE1E292D36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36" name="任意多边形 6636">
                        <a:extLst>
                          <a:ext uri="{FF2B5EF4-FFF2-40B4-BE49-F238E27FC236}">
                            <a16:creationId xmlns:a16="http://schemas.microsoft.com/office/drawing/2014/main" id="{C7D127BF-8642-1A3F-F16B-9EE0706DE8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37" name="任意多边形 6637">
                        <a:extLst>
                          <a:ext uri="{FF2B5EF4-FFF2-40B4-BE49-F238E27FC236}">
                            <a16:creationId xmlns:a16="http://schemas.microsoft.com/office/drawing/2014/main" id="{F08C2590-D9B9-216E-67D0-F45FB37D32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31" name="组合 6230">
                      <a:extLst>
                        <a:ext uri="{FF2B5EF4-FFF2-40B4-BE49-F238E27FC236}">
                          <a16:creationId xmlns:a16="http://schemas.microsoft.com/office/drawing/2014/main" id="{0FCDDB27-FEF7-2079-0B73-763E32D8C7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178767"/>
                      <a:ext cx="21092" cy="25357"/>
                      <a:chOff x="4762095" y="5178767"/>
                      <a:chExt cx="21092" cy="25357"/>
                    </a:xfrm>
                  </p:grpSpPr>
                  <p:sp>
                    <p:nvSpPr>
                      <p:cNvPr id="6232" name="任意多边形 6632">
                        <a:extLst>
                          <a:ext uri="{FF2B5EF4-FFF2-40B4-BE49-F238E27FC236}">
                            <a16:creationId xmlns:a16="http://schemas.microsoft.com/office/drawing/2014/main" id="{13F070ED-D46C-BD93-435D-255C89D1C4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33" name="任意多边形 6633">
                        <a:extLst>
                          <a:ext uri="{FF2B5EF4-FFF2-40B4-BE49-F238E27FC236}">
                            <a16:creationId xmlns:a16="http://schemas.microsoft.com/office/drawing/2014/main" id="{3445701F-3E7F-DA6F-018B-6C233C3201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34" name="任意多边形 6634">
                        <a:extLst>
                          <a:ext uri="{FF2B5EF4-FFF2-40B4-BE49-F238E27FC236}">
                            <a16:creationId xmlns:a16="http://schemas.microsoft.com/office/drawing/2014/main" id="{19E9C0A0-8E95-E7A1-C2C9-C854713F5E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210" name="组合 6209">
                  <a:extLst>
                    <a:ext uri="{FF2B5EF4-FFF2-40B4-BE49-F238E27FC236}">
                      <a16:creationId xmlns:a16="http://schemas.microsoft.com/office/drawing/2014/main" id="{7B01C9AE-39D1-F5DB-811E-25C1ED560F99}"/>
                    </a:ext>
                  </a:extLst>
                </p:cNvPr>
                <p:cNvGrpSpPr/>
                <p:nvPr/>
              </p:nvGrpSpPr>
              <p:grpSpPr>
                <a:xfrm>
                  <a:off x="4787551" y="5170367"/>
                  <a:ext cx="96970" cy="42156"/>
                  <a:chOff x="4787551" y="5170367"/>
                  <a:chExt cx="96970" cy="42156"/>
                </a:xfrm>
              </p:grpSpPr>
              <p:sp>
                <p:nvSpPr>
                  <p:cNvPr id="6211" name="任意多边形 6611">
                    <a:extLst>
                      <a:ext uri="{FF2B5EF4-FFF2-40B4-BE49-F238E27FC236}">
                        <a16:creationId xmlns:a16="http://schemas.microsoft.com/office/drawing/2014/main" id="{BC32D589-DF3C-DF32-37A6-23E60CC06C44}"/>
                      </a:ext>
                    </a:extLst>
                  </p:cNvPr>
                  <p:cNvSpPr/>
                  <p:nvPr/>
                </p:nvSpPr>
                <p:spPr>
                  <a:xfrm>
                    <a:off x="4787551" y="517036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212" name="任意多边形 6612">
                    <a:extLst>
                      <a:ext uri="{FF2B5EF4-FFF2-40B4-BE49-F238E27FC236}">
                        <a16:creationId xmlns:a16="http://schemas.microsoft.com/office/drawing/2014/main" id="{649A74AF-FC35-57EF-913B-4F874ED71380}"/>
                      </a:ext>
                    </a:extLst>
                  </p:cNvPr>
                  <p:cNvSpPr/>
                  <p:nvPr/>
                </p:nvSpPr>
                <p:spPr>
                  <a:xfrm>
                    <a:off x="4789431" y="517250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213" name="组合 6212">
                    <a:extLst>
                      <a:ext uri="{FF2B5EF4-FFF2-40B4-BE49-F238E27FC236}">
                        <a16:creationId xmlns:a16="http://schemas.microsoft.com/office/drawing/2014/main" id="{5F53201E-BEBF-BCFD-B2D8-C4E8EF8CE82C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178786"/>
                    <a:ext cx="83660" cy="25319"/>
                    <a:chOff x="4794734" y="5178786"/>
                    <a:chExt cx="83660" cy="25319"/>
                  </a:xfrm>
                </p:grpSpPr>
                <p:grpSp>
                  <p:nvGrpSpPr>
                    <p:cNvPr id="6214" name="组合 6213">
                      <a:extLst>
                        <a:ext uri="{FF2B5EF4-FFF2-40B4-BE49-F238E27FC236}">
                          <a16:creationId xmlns:a16="http://schemas.microsoft.com/office/drawing/2014/main" id="{D99CF761-D884-6348-79EC-620E2BC693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178767"/>
                      <a:ext cx="21092" cy="25357"/>
                      <a:chOff x="4794764" y="5178767"/>
                      <a:chExt cx="21092" cy="25357"/>
                    </a:xfrm>
                  </p:grpSpPr>
                  <p:sp>
                    <p:nvSpPr>
                      <p:cNvPr id="6223" name="任意多边形 6623">
                        <a:extLst>
                          <a:ext uri="{FF2B5EF4-FFF2-40B4-BE49-F238E27FC236}">
                            <a16:creationId xmlns:a16="http://schemas.microsoft.com/office/drawing/2014/main" id="{AB7AFF7A-3ECD-2941-123B-1F87A3927D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24" name="任意多边形 6624">
                        <a:extLst>
                          <a:ext uri="{FF2B5EF4-FFF2-40B4-BE49-F238E27FC236}">
                            <a16:creationId xmlns:a16="http://schemas.microsoft.com/office/drawing/2014/main" id="{4355308E-553F-02C7-F7C3-B7C30C9DF4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25" name="任意多边形 6625">
                        <a:extLst>
                          <a:ext uri="{FF2B5EF4-FFF2-40B4-BE49-F238E27FC236}">
                            <a16:creationId xmlns:a16="http://schemas.microsoft.com/office/drawing/2014/main" id="{5B585489-0680-D393-C517-4C74A4B9B6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15" name="组合 6214">
                      <a:extLst>
                        <a:ext uri="{FF2B5EF4-FFF2-40B4-BE49-F238E27FC236}">
                          <a16:creationId xmlns:a16="http://schemas.microsoft.com/office/drawing/2014/main" id="{0A4A5D55-09B9-94A2-A5A5-086906D81C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178767"/>
                      <a:ext cx="21092" cy="25357"/>
                      <a:chOff x="4826018" y="5178767"/>
                      <a:chExt cx="21092" cy="25357"/>
                    </a:xfrm>
                  </p:grpSpPr>
                  <p:sp>
                    <p:nvSpPr>
                      <p:cNvPr id="6220" name="任意多边形 6620">
                        <a:extLst>
                          <a:ext uri="{FF2B5EF4-FFF2-40B4-BE49-F238E27FC236}">
                            <a16:creationId xmlns:a16="http://schemas.microsoft.com/office/drawing/2014/main" id="{577F1CDE-3DC8-7C17-800C-FDE8C8178A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21" name="任意多边形 6621">
                        <a:extLst>
                          <a:ext uri="{FF2B5EF4-FFF2-40B4-BE49-F238E27FC236}">
                            <a16:creationId xmlns:a16="http://schemas.microsoft.com/office/drawing/2014/main" id="{59BEAD05-317D-61C6-A9AF-C6ECCBCEEA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22" name="任意多边形 6622">
                        <a:extLst>
                          <a:ext uri="{FF2B5EF4-FFF2-40B4-BE49-F238E27FC236}">
                            <a16:creationId xmlns:a16="http://schemas.microsoft.com/office/drawing/2014/main" id="{9B3D6969-46AC-5103-653B-16E6535F54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216" name="组合 6215">
                      <a:extLst>
                        <a:ext uri="{FF2B5EF4-FFF2-40B4-BE49-F238E27FC236}">
                          <a16:creationId xmlns:a16="http://schemas.microsoft.com/office/drawing/2014/main" id="{29F37D94-408D-FD8D-EE1D-437F3981DA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178767"/>
                      <a:ext cx="21092" cy="25357"/>
                      <a:chOff x="4857272" y="5178767"/>
                      <a:chExt cx="21092" cy="25357"/>
                    </a:xfrm>
                  </p:grpSpPr>
                  <p:sp>
                    <p:nvSpPr>
                      <p:cNvPr id="6217" name="任意多边形 6617">
                        <a:extLst>
                          <a:ext uri="{FF2B5EF4-FFF2-40B4-BE49-F238E27FC236}">
                            <a16:creationId xmlns:a16="http://schemas.microsoft.com/office/drawing/2014/main" id="{0069664F-7D86-640D-B45D-4E2A5E745D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178751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18" name="任意多边形 6618">
                        <a:extLst>
                          <a:ext uri="{FF2B5EF4-FFF2-40B4-BE49-F238E27FC236}">
                            <a16:creationId xmlns:a16="http://schemas.microsoft.com/office/drawing/2014/main" id="{678D5213-AF51-F3F9-F798-ABA032799F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18041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19" name="任意多边形 6619">
                        <a:extLst>
                          <a:ext uri="{FF2B5EF4-FFF2-40B4-BE49-F238E27FC236}">
                            <a16:creationId xmlns:a16="http://schemas.microsoft.com/office/drawing/2014/main" id="{0EF7D536-894A-6124-AC9C-91141FB05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18529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5914" name="组合 5913">
                <a:extLst>
                  <a:ext uri="{FF2B5EF4-FFF2-40B4-BE49-F238E27FC236}">
                    <a16:creationId xmlns:a16="http://schemas.microsoft.com/office/drawing/2014/main" id="{136737B0-8693-89D6-8516-09322D90D201}"/>
                  </a:ext>
                </a:extLst>
              </p:cNvPr>
              <p:cNvGrpSpPr/>
              <p:nvPr/>
            </p:nvGrpSpPr>
            <p:grpSpPr>
              <a:xfrm>
                <a:off x="4309837" y="5210497"/>
                <a:ext cx="574740" cy="42156"/>
                <a:chOff x="4309837" y="5210497"/>
                <a:chExt cx="574740" cy="42156"/>
              </a:xfrm>
            </p:grpSpPr>
            <p:grpSp>
              <p:nvGrpSpPr>
                <p:cNvPr id="6109" name="组合 6108">
                  <a:extLst>
                    <a:ext uri="{FF2B5EF4-FFF2-40B4-BE49-F238E27FC236}">
                      <a16:creationId xmlns:a16="http://schemas.microsoft.com/office/drawing/2014/main" id="{5DD67749-6031-E94E-70E9-0C9431F99A9B}"/>
                    </a:ext>
                  </a:extLst>
                </p:cNvPr>
                <p:cNvGrpSpPr/>
                <p:nvPr/>
              </p:nvGrpSpPr>
              <p:grpSpPr>
                <a:xfrm>
                  <a:off x="4309837" y="5210497"/>
                  <a:ext cx="96970" cy="42156"/>
                  <a:chOff x="4309837" y="5210497"/>
                  <a:chExt cx="96970" cy="42156"/>
                </a:xfrm>
              </p:grpSpPr>
              <p:sp>
                <p:nvSpPr>
                  <p:cNvPr id="6190" name="任意多边形 6590">
                    <a:extLst>
                      <a:ext uri="{FF2B5EF4-FFF2-40B4-BE49-F238E27FC236}">
                        <a16:creationId xmlns:a16="http://schemas.microsoft.com/office/drawing/2014/main" id="{7FE84AD8-E883-6472-78C9-A709BD3A5C83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191" name="任意多边形 6591">
                    <a:extLst>
                      <a:ext uri="{FF2B5EF4-FFF2-40B4-BE49-F238E27FC236}">
                        <a16:creationId xmlns:a16="http://schemas.microsoft.com/office/drawing/2014/main" id="{26735D31-E06E-035F-F02B-289456D6B989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192" name="组合 6191">
                    <a:extLst>
                      <a:ext uri="{FF2B5EF4-FFF2-40B4-BE49-F238E27FC236}">
                        <a16:creationId xmlns:a16="http://schemas.microsoft.com/office/drawing/2014/main" id="{66A62A38-0A7C-2E67-CE15-98CA00E6AF1F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18916"/>
                    <a:ext cx="83660" cy="25319"/>
                    <a:chOff x="4317020" y="5218916"/>
                    <a:chExt cx="83660" cy="25319"/>
                  </a:xfrm>
                </p:grpSpPr>
                <p:grpSp>
                  <p:nvGrpSpPr>
                    <p:cNvPr id="6193" name="组合 6192">
                      <a:extLst>
                        <a:ext uri="{FF2B5EF4-FFF2-40B4-BE49-F238E27FC236}">
                          <a16:creationId xmlns:a16="http://schemas.microsoft.com/office/drawing/2014/main" id="{77A28AE2-E670-BA51-9878-141CF9873D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18897"/>
                      <a:ext cx="21092" cy="25357"/>
                      <a:chOff x="4317049" y="5218897"/>
                      <a:chExt cx="21092" cy="25357"/>
                    </a:xfrm>
                  </p:grpSpPr>
                  <p:sp>
                    <p:nvSpPr>
                      <p:cNvPr id="6202" name="任意多边形 6602">
                        <a:extLst>
                          <a:ext uri="{FF2B5EF4-FFF2-40B4-BE49-F238E27FC236}">
                            <a16:creationId xmlns:a16="http://schemas.microsoft.com/office/drawing/2014/main" id="{432D2465-1C4F-CA35-5A0A-354879658D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03" name="任意多边形 6603">
                        <a:extLst>
                          <a:ext uri="{FF2B5EF4-FFF2-40B4-BE49-F238E27FC236}">
                            <a16:creationId xmlns:a16="http://schemas.microsoft.com/office/drawing/2014/main" id="{34D89C71-0694-FC73-33B8-E4C074718F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04" name="任意多边形 6604">
                        <a:extLst>
                          <a:ext uri="{FF2B5EF4-FFF2-40B4-BE49-F238E27FC236}">
                            <a16:creationId xmlns:a16="http://schemas.microsoft.com/office/drawing/2014/main" id="{FE3F1EE6-C0E3-E517-E9A8-9FDC556798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94" name="组合 6193">
                      <a:extLst>
                        <a:ext uri="{FF2B5EF4-FFF2-40B4-BE49-F238E27FC236}">
                          <a16:creationId xmlns:a16="http://schemas.microsoft.com/office/drawing/2014/main" id="{E8A59E63-9DE1-958F-2610-63ACA070B8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18897"/>
                      <a:ext cx="21092" cy="25357"/>
                      <a:chOff x="4348304" y="5218897"/>
                      <a:chExt cx="21092" cy="25357"/>
                    </a:xfrm>
                  </p:grpSpPr>
                  <p:sp>
                    <p:nvSpPr>
                      <p:cNvPr id="6199" name="任意多边形 6599">
                        <a:extLst>
                          <a:ext uri="{FF2B5EF4-FFF2-40B4-BE49-F238E27FC236}">
                            <a16:creationId xmlns:a16="http://schemas.microsoft.com/office/drawing/2014/main" id="{B7E78467-4C87-B4F6-984E-77F70A0C4F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00" name="任意多边形 6600">
                        <a:extLst>
                          <a:ext uri="{FF2B5EF4-FFF2-40B4-BE49-F238E27FC236}">
                            <a16:creationId xmlns:a16="http://schemas.microsoft.com/office/drawing/2014/main" id="{595C18AE-DC35-206D-C3F5-827AC0C81D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201" name="任意多边形 6601">
                        <a:extLst>
                          <a:ext uri="{FF2B5EF4-FFF2-40B4-BE49-F238E27FC236}">
                            <a16:creationId xmlns:a16="http://schemas.microsoft.com/office/drawing/2014/main" id="{995FEB0F-69A9-D423-9554-70BD5CBBC4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95" name="组合 6194">
                      <a:extLst>
                        <a:ext uri="{FF2B5EF4-FFF2-40B4-BE49-F238E27FC236}">
                          <a16:creationId xmlns:a16="http://schemas.microsoft.com/office/drawing/2014/main" id="{BD562668-F65D-D578-5745-1B4A6D6F3E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18897"/>
                      <a:ext cx="21092" cy="25357"/>
                      <a:chOff x="4379558" y="5218897"/>
                      <a:chExt cx="21092" cy="25357"/>
                    </a:xfrm>
                  </p:grpSpPr>
                  <p:sp>
                    <p:nvSpPr>
                      <p:cNvPr id="6196" name="任意多边形 6596">
                        <a:extLst>
                          <a:ext uri="{FF2B5EF4-FFF2-40B4-BE49-F238E27FC236}">
                            <a16:creationId xmlns:a16="http://schemas.microsoft.com/office/drawing/2014/main" id="{96DFF054-8A88-1824-5C7C-1A557A6822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97" name="任意多边形 6597">
                        <a:extLst>
                          <a:ext uri="{FF2B5EF4-FFF2-40B4-BE49-F238E27FC236}">
                            <a16:creationId xmlns:a16="http://schemas.microsoft.com/office/drawing/2014/main" id="{461CC8DE-6A1D-121D-72CB-9639D25ADF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98" name="任意多边形 6598">
                        <a:extLst>
                          <a:ext uri="{FF2B5EF4-FFF2-40B4-BE49-F238E27FC236}">
                            <a16:creationId xmlns:a16="http://schemas.microsoft.com/office/drawing/2014/main" id="{F14A29FA-4627-C851-012A-F9A24E3D25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110" name="组合 6109">
                  <a:extLst>
                    <a:ext uri="{FF2B5EF4-FFF2-40B4-BE49-F238E27FC236}">
                      <a16:creationId xmlns:a16="http://schemas.microsoft.com/office/drawing/2014/main" id="{6299A207-1BB1-D59C-B8A6-5C0E1FB50C1D}"/>
                    </a:ext>
                  </a:extLst>
                </p:cNvPr>
                <p:cNvGrpSpPr/>
                <p:nvPr/>
              </p:nvGrpSpPr>
              <p:grpSpPr>
                <a:xfrm>
                  <a:off x="4405675" y="5210497"/>
                  <a:ext cx="96970" cy="42156"/>
                  <a:chOff x="4405675" y="5210497"/>
                  <a:chExt cx="96970" cy="42156"/>
                </a:xfrm>
              </p:grpSpPr>
              <p:sp>
                <p:nvSpPr>
                  <p:cNvPr id="6175" name="任意多边形 6575">
                    <a:extLst>
                      <a:ext uri="{FF2B5EF4-FFF2-40B4-BE49-F238E27FC236}">
                        <a16:creationId xmlns:a16="http://schemas.microsoft.com/office/drawing/2014/main" id="{0170EF31-6DD2-5096-2545-EE0266F7C5E5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176" name="任意多边形 6576">
                    <a:extLst>
                      <a:ext uri="{FF2B5EF4-FFF2-40B4-BE49-F238E27FC236}">
                        <a16:creationId xmlns:a16="http://schemas.microsoft.com/office/drawing/2014/main" id="{48784ED0-0754-2A02-08A1-55DB320121F7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177" name="组合 6176">
                    <a:extLst>
                      <a:ext uri="{FF2B5EF4-FFF2-40B4-BE49-F238E27FC236}">
                        <a16:creationId xmlns:a16="http://schemas.microsoft.com/office/drawing/2014/main" id="{518B013C-437F-203C-A0BB-4924CEFB39BD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18916"/>
                    <a:ext cx="83660" cy="25319"/>
                    <a:chOff x="4412858" y="5218916"/>
                    <a:chExt cx="83660" cy="25319"/>
                  </a:xfrm>
                </p:grpSpPr>
                <p:grpSp>
                  <p:nvGrpSpPr>
                    <p:cNvPr id="6178" name="组合 6177">
                      <a:extLst>
                        <a:ext uri="{FF2B5EF4-FFF2-40B4-BE49-F238E27FC236}">
                          <a16:creationId xmlns:a16="http://schemas.microsoft.com/office/drawing/2014/main" id="{5F3240B6-D935-BFFE-D017-9E7161D279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18897"/>
                      <a:ext cx="21092" cy="25357"/>
                      <a:chOff x="4412887" y="5218897"/>
                      <a:chExt cx="21092" cy="25357"/>
                    </a:xfrm>
                  </p:grpSpPr>
                  <p:sp>
                    <p:nvSpPr>
                      <p:cNvPr id="6187" name="任意多边形 6587">
                        <a:extLst>
                          <a:ext uri="{FF2B5EF4-FFF2-40B4-BE49-F238E27FC236}">
                            <a16:creationId xmlns:a16="http://schemas.microsoft.com/office/drawing/2014/main" id="{E8EB2FDB-F689-F981-BD17-99FC2369EC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88" name="任意多边形 6588">
                        <a:extLst>
                          <a:ext uri="{FF2B5EF4-FFF2-40B4-BE49-F238E27FC236}">
                            <a16:creationId xmlns:a16="http://schemas.microsoft.com/office/drawing/2014/main" id="{9BA6F0E2-D3E3-2DC7-AFF4-D4403E871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89" name="任意多边形 6589">
                        <a:extLst>
                          <a:ext uri="{FF2B5EF4-FFF2-40B4-BE49-F238E27FC236}">
                            <a16:creationId xmlns:a16="http://schemas.microsoft.com/office/drawing/2014/main" id="{E54F7F5B-CF5C-9173-3DC7-ED995F3157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79" name="组合 6178">
                      <a:extLst>
                        <a:ext uri="{FF2B5EF4-FFF2-40B4-BE49-F238E27FC236}">
                          <a16:creationId xmlns:a16="http://schemas.microsoft.com/office/drawing/2014/main" id="{37DF71B1-C4DE-1A12-1F13-B75A68B227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18897"/>
                      <a:ext cx="21092" cy="25357"/>
                      <a:chOff x="4444142" y="5218897"/>
                      <a:chExt cx="21092" cy="25357"/>
                    </a:xfrm>
                  </p:grpSpPr>
                  <p:sp>
                    <p:nvSpPr>
                      <p:cNvPr id="6184" name="任意多边形 6584">
                        <a:extLst>
                          <a:ext uri="{FF2B5EF4-FFF2-40B4-BE49-F238E27FC236}">
                            <a16:creationId xmlns:a16="http://schemas.microsoft.com/office/drawing/2014/main" id="{9385F5AE-7166-DEFE-8693-975FC95672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85" name="任意多边形 6585">
                        <a:extLst>
                          <a:ext uri="{FF2B5EF4-FFF2-40B4-BE49-F238E27FC236}">
                            <a16:creationId xmlns:a16="http://schemas.microsoft.com/office/drawing/2014/main" id="{13EFE07A-7D88-039A-DC20-0F2115EA97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86" name="任意多边形 6586">
                        <a:extLst>
                          <a:ext uri="{FF2B5EF4-FFF2-40B4-BE49-F238E27FC236}">
                            <a16:creationId xmlns:a16="http://schemas.microsoft.com/office/drawing/2014/main" id="{DC2CD525-8331-4DA9-D80B-0F7D944E7C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80" name="组合 6179">
                      <a:extLst>
                        <a:ext uri="{FF2B5EF4-FFF2-40B4-BE49-F238E27FC236}">
                          <a16:creationId xmlns:a16="http://schemas.microsoft.com/office/drawing/2014/main" id="{E03C009F-9997-2835-A1D0-EF446CD9CFE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18897"/>
                      <a:ext cx="21092" cy="25357"/>
                      <a:chOff x="4475395" y="5218897"/>
                      <a:chExt cx="21092" cy="25357"/>
                    </a:xfrm>
                  </p:grpSpPr>
                  <p:sp>
                    <p:nvSpPr>
                      <p:cNvPr id="6181" name="任意多边形 6581">
                        <a:extLst>
                          <a:ext uri="{FF2B5EF4-FFF2-40B4-BE49-F238E27FC236}">
                            <a16:creationId xmlns:a16="http://schemas.microsoft.com/office/drawing/2014/main" id="{35AD6362-5D92-0C6E-48E0-782ED04675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82" name="任意多边形 6582">
                        <a:extLst>
                          <a:ext uri="{FF2B5EF4-FFF2-40B4-BE49-F238E27FC236}">
                            <a16:creationId xmlns:a16="http://schemas.microsoft.com/office/drawing/2014/main" id="{318ADEE9-17DD-E0F6-76D4-D2D5D14B79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83" name="任意多边形 6583">
                        <a:extLst>
                          <a:ext uri="{FF2B5EF4-FFF2-40B4-BE49-F238E27FC236}">
                            <a16:creationId xmlns:a16="http://schemas.microsoft.com/office/drawing/2014/main" id="{E70373BC-DEBA-555C-469E-43D6CB46EC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111" name="组合 6110">
                  <a:extLst>
                    <a:ext uri="{FF2B5EF4-FFF2-40B4-BE49-F238E27FC236}">
                      <a16:creationId xmlns:a16="http://schemas.microsoft.com/office/drawing/2014/main" id="{540FA5E9-37B7-9FDF-A633-FBAC99597E3B}"/>
                    </a:ext>
                  </a:extLst>
                </p:cNvPr>
                <p:cNvGrpSpPr/>
                <p:nvPr/>
              </p:nvGrpSpPr>
              <p:grpSpPr>
                <a:xfrm>
                  <a:off x="4500949" y="5210497"/>
                  <a:ext cx="96970" cy="42156"/>
                  <a:chOff x="4500949" y="5210497"/>
                  <a:chExt cx="96970" cy="42156"/>
                </a:xfrm>
              </p:grpSpPr>
              <p:sp>
                <p:nvSpPr>
                  <p:cNvPr id="6160" name="任意多边形 6560">
                    <a:extLst>
                      <a:ext uri="{FF2B5EF4-FFF2-40B4-BE49-F238E27FC236}">
                        <a16:creationId xmlns:a16="http://schemas.microsoft.com/office/drawing/2014/main" id="{C371582E-D9A4-2A9D-2389-E946360F03A7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161" name="任意多边形 6561">
                    <a:extLst>
                      <a:ext uri="{FF2B5EF4-FFF2-40B4-BE49-F238E27FC236}">
                        <a16:creationId xmlns:a16="http://schemas.microsoft.com/office/drawing/2014/main" id="{87B912DB-0803-9769-D469-7F774B93D55B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162" name="组合 6161">
                    <a:extLst>
                      <a:ext uri="{FF2B5EF4-FFF2-40B4-BE49-F238E27FC236}">
                        <a16:creationId xmlns:a16="http://schemas.microsoft.com/office/drawing/2014/main" id="{C3AFDFAC-8079-7AEF-D338-8919FCEAAF2E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18916"/>
                    <a:ext cx="83660" cy="25319"/>
                    <a:chOff x="4508132" y="5218916"/>
                    <a:chExt cx="83660" cy="25319"/>
                  </a:xfrm>
                </p:grpSpPr>
                <p:grpSp>
                  <p:nvGrpSpPr>
                    <p:cNvPr id="6163" name="组合 6162">
                      <a:extLst>
                        <a:ext uri="{FF2B5EF4-FFF2-40B4-BE49-F238E27FC236}">
                          <a16:creationId xmlns:a16="http://schemas.microsoft.com/office/drawing/2014/main" id="{8B3FF985-E37E-EA75-A50E-777C344210B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18897"/>
                      <a:ext cx="21092" cy="25357"/>
                      <a:chOff x="4508161" y="5218897"/>
                      <a:chExt cx="21092" cy="25357"/>
                    </a:xfrm>
                  </p:grpSpPr>
                  <p:sp>
                    <p:nvSpPr>
                      <p:cNvPr id="6172" name="任意多边形 6572">
                        <a:extLst>
                          <a:ext uri="{FF2B5EF4-FFF2-40B4-BE49-F238E27FC236}">
                            <a16:creationId xmlns:a16="http://schemas.microsoft.com/office/drawing/2014/main" id="{8E8E5296-9B57-1144-BAD7-447222CAA6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73" name="任意多边形 6573">
                        <a:extLst>
                          <a:ext uri="{FF2B5EF4-FFF2-40B4-BE49-F238E27FC236}">
                            <a16:creationId xmlns:a16="http://schemas.microsoft.com/office/drawing/2014/main" id="{B9E3A06E-8101-663C-B2CC-203697C701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74" name="任意多边形 6574">
                        <a:extLst>
                          <a:ext uri="{FF2B5EF4-FFF2-40B4-BE49-F238E27FC236}">
                            <a16:creationId xmlns:a16="http://schemas.microsoft.com/office/drawing/2014/main" id="{84FB2736-716A-A898-EFE7-FAC3685549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64" name="组合 6163">
                      <a:extLst>
                        <a:ext uri="{FF2B5EF4-FFF2-40B4-BE49-F238E27FC236}">
                          <a16:creationId xmlns:a16="http://schemas.microsoft.com/office/drawing/2014/main" id="{EDA7C500-89C8-7396-663B-0C0118D979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18897"/>
                      <a:ext cx="21092" cy="25357"/>
                      <a:chOff x="4539416" y="5218897"/>
                      <a:chExt cx="21092" cy="25357"/>
                    </a:xfrm>
                  </p:grpSpPr>
                  <p:sp>
                    <p:nvSpPr>
                      <p:cNvPr id="6169" name="任意多边形 6569">
                        <a:extLst>
                          <a:ext uri="{FF2B5EF4-FFF2-40B4-BE49-F238E27FC236}">
                            <a16:creationId xmlns:a16="http://schemas.microsoft.com/office/drawing/2014/main" id="{A93C4369-8396-9B8A-9AAD-9F4BD742AF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70" name="任意多边形 6570">
                        <a:extLst>
                          <a:ext uri="{FF2B5EF4-FFF2-40B4-BE49-F238E27FC236}">
                            <a16:creationId xmlns:a16="http://schemas.microsoft.com/office/drawing/2014/main" id="{24157918-8FA1-8AD9-9F2F-B327E9CD53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71" name="任意多边形 6571">
                        <a:extLst>
                          <a:ext uri="{FF2B5EF4-FFF2-40B4-BE49-F238E27FC236}">
                            <a16:creationId xmlns:a16="http://schemas.microsoft.com/office/drawing/2014/main" id="{70DA01D0-B6DE-7CF7-D7F0-CD72FD9838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65" name="组合 6164">
                      <a:extLst>
                        <a:ext uri="{FF2B5EF4-FFF2-40B4-BE49-F238E27FC236}">
                          <a16:creationId xmlns:a16="http://schemas.microsoft.com/office/drawing/2014/main" id="{EB17EBF5-7941-C32B-AC88-BC4D0D77C4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18897"/>
                      <a:ext cx="21092" cy="25357"/>
                      <a:chOff x="4570669" y="5218897"/>
                      <a:chExt cx="21092" cy="25357"/>
                    </a:xfrm>
                  </p:grpSpPr>
                  <p:sp>
                    <p:nvSpPr>
                      <p:cNvPr id="6166" name="任意多边形 6566">
                        <a:extLst>
                          <a:ext uri="{FF2B5EF4-FFF2-40B4-BE49-F238E27FC236}">
                            <a16:creationId xmlns:a16="http://schemas.microsoft.com/office/drawing/2014/main" id="{709D2D1E-4CE6-FB97-100F-C87FEC1D9A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67" name="任意多边形 6567">
                        <a:extLst>
                          <a:ext uri="{FF2B5EF4-FFF2-40B4-BE49-F238E27FC236}">
                            <a16:creationId xmlns:a16="http://schemas.microsoft.com/office/drawing/2014/main" id="{34D6F273-A963-D76F-AF59-25FAFFD79D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68" name="任意多边形 6568">
                        <a:extLst>
                          <a:ext uri="{FF2B5EF4-FFF2-40B4-BE49-F238E27FC236}">
                            <a16:creationId xmlns:a16="http://schemas.microsoft.com/office/drawing/2014/main" id="{1929EFA4-443C-5E9F-67F6-CB2DED5423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112" name="组合 6111">
                  <a:extLst>
                    <a:ext uri="{FF2B5EF4-FFF2-40B4-BE49-F238E27FC236}">
                      <a16:creationId xmlns:a16="http://schemas.microsoft.com/office/drawing/2014/main" id="{0A4D0CA4-2152-F405-127D-592FDC41D9A2}"/>
                    </a:ext>
                  </a:extLst>
                </p:cNvPr>
                <p:cNvGrpSpPr/>
                <p:nvPr/>
              </p:nvGrpSpPr>
              <p:grpSpPr>
                <a:xfrm>
                  <a:off x="4596778" y="5210497"/>
                  <a:ext cx="96970" cy="42156"/>
                  <a:chOff x="4596778" y="5210497"/>
                  <a:chExt cx="96970" cy="42156"/>
                </a:xfrm>
              </p:grpSpPr>
              <p:sp>
                <p:nvSpPr>
                  <p:cNvPr id="6145" name="任意多边形 6545">
                    <a:extLst>
                      <a:ext uri="{FF2B5EF4-FFF2-40B4-BE49-F238E27FC236}">
                        <a16:creationId xmlns:a16="http://schemas.microsoft.com/office/drawing/2014/main" id="{E70BE6FA-48F6-4233-A3EB-2CBA4AA96258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146" name="任意多边形 6546">
                    <a:extLst>
                      <a:ext uri="{FF2B5EF4-FFF2-40B4-BE49-F238E27FC236}">
                        <a16:creationId xmlns:a16="http://schemas.microsoft.com/office/drawing/2014/main" id="{0CB27054-3253-1671-BCCC-442B6CD61007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147" name="组合 6146">
                    <a:extLst>
                      <a:ext uri="{FF2B5EF4-FFF2-40B4-BE49-F238E27FC236}">
                        <a16:creationId xmlns:a16="http://schemas.microsoft.com/office/drawing/2014/main" id="{A3FBE19B-331E-F899-1EC6-11B49D8316AD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18916"/>
                    <a:ext cx="83660" cy="25319"/>
                    <a:chOff x="4603961" y="5218916"/>
                    <a:chExt cx="83660" cy="25319"/>
                  </a:xfrm>
                </p:grpSpPr>
                <p:grpSp>
                  <p:nvGrpSpPr>
                    <p:cNvPr id="6148" name="组合 6147">
                      <a:extLst>
                        <a:ext uri="{FF2B5EF4-FFF2-40B4-BE49-F238E27FC236}">
                          <a16:creationId xmlns:a16="http://schemas.microsoft.com/office/drawing/2014/main" id="{719BB994-8BAC-2B07-7B83-8F72A1AED4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18897"/>
                      <a:ext cx="21092" cy="25357"/>
                      <a:chOff x="4603991" y="5218897"/>
                      <a:chExt cx="21092" cy="25357"/>
                    </a:xfrm>
                  </p:grpSpPr>
                  <p:sp>
                    <p:nvSpPr>
                      <p:cNvPr id="6157" name="任意多边形 6557">
                        <a:extLst>
                          <a:ext uri="{FF2B5EF4-FFF2-40B4-BE49-F238E27FC236}">
                            <a16:creationId xmlns:a16="http://schemas.microsoft.com/office/drawing/2014/main" id="{C1CA0B8B-6565-7785-3FB5-E7DCF0AAFD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58" name="任意多边形 6558">
                        <a:extLst>
                          <a:ext uri="{FF2B5EF4-FFF2-40B4-BE49-F238E27FC236}">
                            <a16:creationId xmlns:a16="http://schemas.microsoft.com/office/drawing/2014/main" id="{CE278DE0-132F-BB5B-E447-08195B6C7C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59" name="任意多边形 6559">
                        <a:extLst>
                          <a:ext uri="{FF2B5EF4-FFF2-40B4-BE49-F238E27FC236}">
                            <a16:creationId xmlns:a16="http://schemas.microsoft.com/office/drawing/2014/main" id="{9802AD9D-1A7F-5C25-E596-6F33693F78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49" name="组合 6148">
                      <a:extLst>
                        <a:ext uri="{FF2B5EF4-FFF2-40B4-BE49-F238E27FC236}">
                          <a16:creationId xmlns:a16="http://schemas.microsoft.com/office/drawing/2014/main" id="{856A4833-954A-7942-FF94-5850F7EA3A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18897"/>
                      <a:ext cx="21092" cy="25357"/>
                      <a:chOff x="4635245" y="5218897"/>
                      <a:chExt cx="21092" cy="25357"/>
                    </a:xfrm>
                  </p:grpSpPr>
                  <p:sp>
                    <p:nvSpPr>
                      <p:cNvPr id="6154" name="任意多边形 6554">
                        <a:extLst>
                          <a:ext uri="{FF2B5EF4-FFF2-40B4-BE49-F238E27FC236}">
                            <a16:creationId xmlns:a16="http://schemas.microsoft.com/office/drawing/2014/main" id="{5C14BBA9-B808-19A9-B295-94B9DF321D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55" name="任意多边形 6555">
                        <a:extLst>
                          <a:ext uri="{FF2B5EF4-FFF2-40B4-BE49-F238E27FC236}">
                            <a16:creationId xmlns:a16="http://schemas.microsoft.com/office/drawing/2014/main" id="{B5662DB0-F86E-AED9-FB0E-FB05554674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56" name="任意多边形 6556">
                        <a:extLst>
                          <a:ext uri="{FF2B5EF4-FFF2-40B4-BE49-F238E27FC236}">
                            <a16:creationId xmlns:a16="http://schemas.microsoft.com/office/drawing/2014/main" id="{5345C6E5-1D7D-69FF-C143-AFBF2D9D45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50" name="组合 6149">
                      <a:extLst>
                        <a:ext uri="{FF2B5EF4-FFF2-40B4-BE49-F238E27FC236}">
                          <a16:creationId xmlns:a16="http://schemas.microsoft.com/office/drawing/2014/main" id="{58DC914A-0F12-1E26-D428-0BC30C4A1D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18897"/>
                      <a:ext cx="21092" cy="25357"/>
                      <a:chOff x="4666499" y="5218897"/>
                      <a:chExt cx="21092" cy="25357"/>
                    </a:xfrm>
                  </p:grpSpPr>
                  <p:sp>
                    <p:nvSpPr>
                      <p:cNvPr id="6151" name="任意多边形 6551">
                        <a:extLst>
                          <a:ext uri="{FF2B5EF4-FFF2-40B4-BE49-F238E27FC236}">
                            <a16:creationId xmlns:a16="http://schemas.microsoft.com/office/drawing/2014/main" id="{081328A6-943C-DFAA-A3A0-9223BCFD4A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52" name="任意多边形 6552">
                        <a:extLst>
                          <a:ext uri="{FF2B5EF4-FFF2-40B4-BE49-F238E27FC236}">
                            <a16:creationId xmlns:a16="http://schemas.microsoft.com/office/drawing/2014/main" id="{4D12F51B-EB69-881E-0F75-DE720E7B67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53" name="任意多边形 6553">
                        <a:extLst>
                          <a:ext uri="{FF2B5EF4-FFF2-40B4-BE49-F238E27FC236}">
                            <a16:creationId xmlns:a16="http://schemas.microsoft.com/office/drawing/2014/main" id="{F422A5F1-E9B9-27F9-57DD-88D41CE54A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113" name="组合 6112">
                  <a:extLst>
                    <a:ext uri="{FF2B5EF4-FFF2-40B4-BE49-F238E27FC236}">
                      <a16:creationId xmlns:a16="http://schemas.microsoft.com/office/drawing/2014/main" id="{3CFB14EF-F627-F508-4E21-C7CA39B1FF68}"/>
                    </a:ext>
                  </a:extLst>
                </p:cNvPr>
                <p:cNvGrpSpPr/>
                <p:nvPr/>
              </p:nvGrpSpPr>
              <p:grpSpPr>
                <a:xfrm>
                  <a:off x="4692374" y="5210497"/>
                  <a:ext cx="96970" cy="42156"/>
                  <a:chOff x="4692374" y="5210497"/>
                  <a:chExt cx="96970" cy="42156"/>
                </a:xfrm>
              </p:grpSpPr>
              <p:sp>
                <p:nvSpPr>
                  <p:cNvPr id="6130" name="任意多边形 6530">
                    <a:extLst>
                      <a:ext uri="{FF2B5EF4-FFF2-40B4-BE49-F238E27FC236}">
                        <a16:creationId xmlns:a16="http://schemas.microsoft.com/office/drawing/2014/main" id="{B57EB10D-45D9-B0DF-5EA6-29F054E34459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131" name="任意多边形 6531">
                    <a:extLst>
                      <a:ext uri="{FF2B5EF4-FFF2-40B4-BE49-F238E27FC236}">
                        <a16:creationId xmlns:a16="http://schemas.microsoft.com/office/drawing/2014/main" id="{98DDFEB3-6CE0-DDFC-DE8D-1908720CF0CB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132" name="组合 6131">
                    <a:extLst>
                      <a:ext uri="{FF2B5EF4-FFF2-40B4-BE49-F238E27FC236}">
                        <a16:creationId xmlns:a16="http://schemas.microsoft.com/office/drawing/2014/main" id="{8588F5E2-7DF9-ECD2-B8E3-D3E8D7AEFE5A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18916"/>
                    <a:ext cx="83660" cy="25319"/>
                    <a:chOff x="4699557" y="5218916"/>
                    <a:chExt cx="83660" cy="25319"/>
                  </a:xfrm>
                </p:grpSpPr>
                <p:grpSp>
                  <p:nvGrpSpPr>
                    <p:cNvPr id="6133" name="组合 6132">
                      <a:extLst>
                        <a:ext uri="{FF2B5EF4-FFF2-40B4-BE49-F238E27FC236}">
                          <a16:creationId xmlns:a16="http://schemas.microsoft.com/office/drawing/2014/main" id="{2E53C522-9BA9-5DB8-C477-8EFF3DE95C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18897"/>
                      <a:ext cx="21092" cy="25357"/>
                      <a:chOff x="4699587" y="5218897"/>
                      <a:chExt cx="21092" cy="25357"/>
                    </a:xfrm>
                  </p:grpSpPr>
                  <p:sp>
                    <p:nvSpPr>
                      <p:cNvPr id="6142" name="任意多边形 6542">
                        <a:extLst>
                          <a:ext uri="{FF2B5EF4-FFF2-40B4-BE49-F238E27FC236}">
                            <a16:creationId xmlns:a16="http://schemas.microsoft.com/office/drawing/2014/main" id="{18D9AECC-9989-2B3D-6B5A-6824EB2326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43" name="任意多边形 6543">
                        <a:extLst>
                          <a:ext uri="{FF2B5EF4-FFF2-40B4-BE49-F238E27FC236}">
                            <a16:creationId xmlns:a16="http://schemas.microsoft.com/office/drawing/2014/main" id="{023035B7-2B04-C69A-A3AF-31CE8D4184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44" name="任意多边形 6544">
                        <a:extLst>
                          <a:ext uri="{FF2B5EF4-FFF2-40B4-BE49-F238E27FC236}">
                            <a16:creationId xmlns:a16="http://schemas.microsoft.com/office/drawing/2014/main" id="{3EDE0C52-C575-1218-D646-C41C3FC4C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34" name="组合 6133">
                      <a:extLst>
                        <a:ext uri="{FF2B5EF4-FFF2-40B4-BE49-F238E27FC236}">
                          <a16:creationId xmlns:a16="http://schemas.microsoft.com/office/drawing/2014/main" id="{D8125477-4EEA-80C8-507F-342439A238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18897"/>
                      <a:ext cx="21092" cy="25357"/>
                      <a:chOff x="4730841" y="5218897"/>
                      <a:chExt cx="21092" cy="25357"/>
                    </a:xfrm>
                  </p:grpSpPr>
                  <p:sp>
                    <p:nvSpPr>
                      <p:cNvPr id="6139" name="任意多边形 6539">
                        <a:extLst>
                          <a:ext uri="{FF2B5EF4-FFF2-40B4-BE49-F238E27FC236}">
                            <a16:creationId xmlns:a16="http://schemas.microsoft.com/office/drawing/2014/main" id="{1DB0C867-7AA6-65A6-9A6D-58864839D7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40" name="任意多边形 6540">
                        <a:extLst>
                          <a:ext uri="{FF2B5EF4-FFF2-40B4-BE49-F238E27FC236}">
                            <a16:creationId xmlns:a16="http://schemas.microsoft.com/office/drawing/2014/main" id="{0997DB52-995C-84EE-EEBF-5FCA1DE189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41" name="任意多边形 6541">
                        <a:extLst>
                          <a:ext uri="{FF2B5EF4-FFF2-40B4-BE49-F238E27FC236}">
                            <a16:creationId xmlns:a16="http://schemas.microsoft.com/office/drawing/2014/main" id="{79F3EA5B-9F66-1CF8-DEAE-40B6C9C0DC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35" name="组合 6134">
                      <a:extLst>
                        <a:ext uri="{FF2B5EF4-FFF2-40B4-BE49-F238E27FC236}">
                          <a16:creationId xmlns:a16="http://schemas.microsoft.com/office/drawing/2014/main" id="{ACC4B701-1B8A-CD9A-BF0A-14703B223F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18897"/>
                      <a:ext cx="21092" cy="25357"/>
                      <a:chOff x="4762095" y="5218897"/>
                      <a:chExt cx="21092" cy="25357"/>
                    </a:xfrm>
                  </p:grpSpPr>
                  <p:sp>
                    <p:nvSpPr>
                      <p:cNvPr id="6136" name="任意多边形 6536">
                        <a:extLst>
                          <a:ext uri="{FF2B5EF4-FFF2-40B4-BE49-F238E27FC236}">
                            <a16:creationId xmlns:a16="http://schemas.microsoft.com/office/drawing/2014/main" id="{D4256272-0ADA-7D7A-890F-F177A9A9E6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37" name="任意多边形 6537">
                        <a:extLst>
                          <a:ext uri="{FF2B5EF4-FFF2-40B4-BE49-F238E27FC236}">
                            <a16:creationId xmlns:a16="http://schemas.microsoft.com/office/drawing/2014/main" id="{C9191499-7B19-4B9C-B94E-770601EFE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38" name="任意多边形 6538">
                        <a:extLst>
                          <a:ext uri="{FF2B5EF4-FFF2-40B4-BE49-F238E27FC236}">
                            <a16:creationId xmlns:a16="http://schemas.microsoft.com/office/drawing/2014/main" id="{2C5238BC-F113-7F8B-C07B-72B9C9EF89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114" name="组合 6113">
                  <a:extLst>
                    <a:ext uri="{FF2B5EF4-FFF2-40B4-BE49-F238E27FC236}">
                      <a16:creationId xmlns:a16="http://schemas.microsoft.com/office/drawing/2014/main" id="{4E0BD8BB-40D0-7F6F-A4ED-B01C786B9244}"/>
                    </a:ext>
                  </a:extLst>
                </p:cNvPr>
                <p:cNvGrpSpPr/>
                <p:nvPr/>
              </p:nvGrpSpPr>
              <p:grpSpPr>
                <a:xfrm>
                  <a:off x="4787551" y="5210497"/>
                  <a:ext cx="96970" cy="42156"/>
                  <a:chOff x="4787551" y="5210497"/>
                  <a:chExt cx="96970" cy="42156"/>
                </a:xfrm>
              </p:grpSpPr>
              <p:sp>
                <p:nvSpPr>
                  <p:cNvPr id="6115" name="任意多边形 6515">
                    <a:extLst>
                      <a:ext uri="{FF2B5EF4-FFF2-40B4-BE49-F238E27FC236}">
                        <a16:creationId xmlns:a16="http://schemas.microsoft.com/office/drawing/2014/main" id="{8E39ADED-E425-C72D-D3DE-E61F2DD5F164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10497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116" name="任意多边形 6516">
                    <a:extLst>
                      <a:ext uri="{FF2B5EF4-FFF2-40B4-BE49-F238E27FC236}">
                        <a16:creationId xmlns:a16="http://schemas.microsoft.com/office/drawing/2014/main" id="{3D5C142A-BB0D-B949-EE04-85D0DF0CFB7C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12637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117" name="组合 6116">
                    <a:extLst>
                      <a:ext uri="{FF2B5EF4-FFF2-40B4-BE49-F238E27FC236}">
                        <a16:creationId xmlns:a16="http://schemas.microsoft.com/office/drawing/2014/main" id="{3C0CCAB0-B7CD-4F51-4707-7D2DF9ED3FE8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18916"/>
                    <a:ext cx="83660" cy="25319"/>
                    <a:chOff x="4794734" y="5218916"/>
                    <a:chExt cx="83660" cy="25319"/>
                  </a:xfrm>
                </p:grpSpPr>
                <p:grpSp>
                  <p:nvGrpSpPr>
                    <p:cNvPr id="6118" name="组合 6117">
                      <a:extLst>
                        <a:ext uri="{FF2B5EF4-FFF2-40B4-BE49-F238E27FC236}">
                          <a16:creationId xmlns:a16="http://schemas.microsoft.com/office/drawing/2014/main" id="{62E91FC6-B07B-5690-B079-C16DA888A7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18897"/>
                      <a:ext cx="21092" cy="25357"/>
                      <a:chOff x="4794764" y="5218897"/>
                      <a:chExt cx="21092" cy="25357"/>
                    </a:xfrm>
                  </p:grpSpPr>
                  <p:sp>
                    <p:nvSpPr>
                      <p:cNvPr id="6127" name="任意多边形 6527">
                        <a:extLst>
                          <a:ext uri="{FF2B5EF4-FFF2-40B4-BE49-F238E27FC236}">
                            <a16:creationId xmlns:a16="http://schemas.microsoft.com/office/drawing/2014/main" id="{87F59CEB-B074-E261-EF26-04227D8BC6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28" name="任意多边形 6528">
                        <a:extLst>
                          <a:ext uri="{FF2B5EF4-FFF2-40B4-BE49-F238E27FC236}">
                            <a16:creationId xmlns:a16="http://schemas.microsoft.com/office/drawing/2014/main" id="{7028D558-7511-9F8F-7D21-DC4699430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29" name="任意多边形 6529">
                        <a:extLst>
                          <a:ext uri="{FF2B5EF4-FFF2-40B4-BE49-F238E27FC236}">
                            <a16:creationId xmlns:a16="http://schemas.microsoft.com/office/drawing/2014/main" id="{6C0F50D9-9F15-9812-8B55-3B7604EEEF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19" name="组合 6118">
                      <a:extLst>
                        <a:ext uri="{FF2B5EF4-FFF2-40B4-BE49-F238E27FC236}">
                          <a16:creationId xmlns:a16="http://schemas.microsoft.com/office/drawing/2014/main" id="{02966A35-4727-DFE0-F9D1-6CBD84CA869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18897"/>
                      <a:ext cx="21092" cy="25357"/>
                      <a:chOff x="4826018" y="5218897"/>
                      <a:chExt cx="21092" cy="25357"/>
                    </a:xfrm>
                  </p:grpSpPr>
                  <p:sp>
                    <p:nvSpPr>
                      <p:cNvPr id="6124" name="任意多边形 6524">
                        <a:extLst>
                          <a:ext uri="{FF2B5EF4-FFF2-40B4-BE49-F238E27FC236}">
                            <a16:creationId xmlns:a16="http://schemas.microsoft.com/office/drawing/2014/main" id="{76730C47-303A-9E6F-A98C-68B4AA248BF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25" name="任意多边形 6525">
                        <a:extLst>
                          <a:ext uri="{FF2B5EF4-FFF2-40B4-BE49-F238E27FC236}">
                            <a16:creationId xmlns:a16="http://schemas.microsoft.com/office/drawing/2014/main" id="{1146D4DA-4C84-AD94-FCD9-B849B103A4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26" name="任意多边形 6526">
                        <a:extLst>
                          <a:ext uri="{FF2B5EF4-FFF2-40B4-BE49-F238E27FC236}">
                            <a16:creationId xmlns:a16="http://schemas.microsoft.com/office/drawing/2014/main" id="{1A43AE0E-7CA4-7F65-C56D-B600624D72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120" name="组合 6119">
                      <a:extLst>
                        <a:ext uri="{FF2B5EF4-FFF2-40B4-BE49-F238E27FC236}">
                          <a16:creationId xmlns:a16="http://schemas.microsoft.com/office/drawing/2014/main" id="{0410D12E-E98F-EFE5-C65D-01D93A8E2A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18897"/>
                      <a:ext cx="21092" cy="25357"/>
                      <a:chOff x="4857272" y="5218897"/>
                      <a:chExt cx="21092" cy="25357"/>
                    </a:xfrm>
                  </p:grpSpPr>
                  <p:sp>
                    <p:nvSpPr>
                      <p:cNvPr id="6121" name="任意多边形 6521">
                        <a:extLst>
                          <a:ext uri="{FF2B5EF4-FFF2-40B4-BE49-F238E27FC236}">
                            <a16:creationId xmlns:a16="http://schemas.microsoft.com/office/drawing/2014/main" id="{BFB396AF-9066-A189-779E-3C4F2369CB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18882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22" name="任意多边形 6522">
                        <a:extLst>
                          <a:ext uri="{FF2B5EF4-FFF2-40B4-BE49-F238E27FC236}">
                            <a16:creationId xmlns:a16="http://schemas.microsoft.com/office/drawing/2014/main" id="{439322DE-6A6B-9137-CB09-AB3FBB1EC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20549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23" name="任意多边形 6523">
                        <a:extLst>
                          <a:ext uri="{FF2B5EF4-FFF2-40B4-BE49-F238E27FC236}">
                            <a16:creationId xmlns:a16="http://schemas.microsoft.com/office/drawing/2014/main" id="{B4BFD5F0-C159-1F4B-0265-865BDBAFE4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25425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5915" name="组合 5914">
                <a:extLst>
                  <a:ext uri="{FF2B5EF4-FFF2-40B4-BE49-F238E27FC236}">
                    <a16:creationId xmlns:a16="http://schemas.microsoft.com/office/drawing/2014/main" id="{51566937-0EF2-DDB6-BBC7-F0F051D393C8}"/>
                  </a:ext>
                </a:extLst>
              </p:cNvPr>
              <p:cNvGrpSpPr/>
              <p:nvPr/>
            </p:nvGrpSpPr>
            <p:grpSpPr>
              <a:xfrm>
                <a:off x="4309837" y="5251379"/>
                <a:ext cx="574740" cy="42156"/>
                <a:chOff x="4309837" y="5251379"/>
                <a:chExt cx="574740" cy="42156"/>
              </a:xfrm>
            </p:grpSpPr>
            <p:grpSp>
              <p:nvGrpSpPr>
                <p:cNvPr id="6013" name="组合 6012">
                  <a:extLst>
                    <a:ext uri="{FF2B5EF4-FFF2-40B4-BE49-F238E27FC236}">
                      <a16:creationId xmlns:a16="http://schemas.microsoft.com/office/drawing/2014/main" id="{2F216E21-EAEF-7B45-2DFC-B7C02DAF2F7A}"/>
                    </a:ext>
                  </a:extLst>
                </p:cNvPr>
                <p:cNvGrpSpPr/>
                <p:nvPr/>
              </p:nvGrpSpPr>
              <p:grpSpPr>
                <a:xfrm>
                  <a:off x="4309837" y="5251379"/>
                  <a:ext cx="96970" cy="42156"/>
                  <a:chOff x="4309837" y="5251379"/>
                  <a:chExt cx="96970" cy="42156"/>
                </a:xfrm>
              </p:grpSpPr>
              <p:sp>
                <p:nvSpPr>
                  <p:cNvPr id="6094" name="任意多边形 6494">
                    <a:extLst>
                      <a:ext uri="{FF2B5EF4-FFF2-40B4-BE49-F238E27FC236}">
                        <a16:creationId xmlns:a16="http://schemas.microsoft.com/office/drawing/2014/main" id="{318F2214-3397-61EB-4105-0FF93FE114EC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095" name="任意多边形 6495">
                    <a:extLst>
                      <a:ext uri="{FF2B5EF4-FFF2-40B4-BE49-F238E27FC236}">
                        <a16:creationId xmlns:a16="http://schemas.microsoft.com/office/drawing/2014/main" id="{3AEB0CD2-2819-54C3-22E5-CF7AD409D9B2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096" name="组合 6095">
                    <a:extLst>
                      <a:ext uri="{FF2B5EF4-FFF2-40B4-BE49-F238E27FC236}">
                        <a16:creationId xmlns:a16="http://schemas.microsoft.com/office/drawing/2014/main" id="{00785788-E9BF-FDCA-6B06-93027468E5CE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59798"/>
                    <a:ext cx="83660" cy="25319"/>
                    <a:chOff x="4317020" y="5259798"/>
                    <a:chExt cx="83660" cy="25319"/>
                  </a:xfrm>
                </p:grpSpPr>
                <p:grpSp>
                  <p:nvGrpSpPr>
                    <p:cNvPr id="6097" name="组合 6096">
                      <a:extLst>
                        <a:ext uri="{FF2B5EF4-FFF2-40B4-BE49-F238E27FC236}">
                          <a16:creationId xmlns:a16="http://schemas.microsoft.com/office/drawing/2014/main" id="{13A7341E-AA6F-6746-2087-73AD5009F6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59779"/>
                      <a:ext cx="21092" cy="25357"/>
                      <a:chOff x="4317049" y="5259779"/>
                      <a:chExt cx="21092" cy="25357"/>
                    </a:xfrm>
                  </p:grpSpPr>
                  <p:sp>
                    <p:nvSpPr>
                      <p:cNvPr id="6106" name="任意多边形 6506">
                        <a:extLst>
                          <a:ext uri="{FF2B5EF4-FFF2-40B4-BE49-F238E27FC236}">
                            <a16:creationId xmlns:a16="http://schemas.microsoft.com/office/drawing/2014/main" id="{127215E7-215F-BDB7-7A75-81136ECEF3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07" name="任意多边形 6507">
                        <a:extLst>
                          <a:ext uri="{FF2B5EF4-FFF2-40B4-BE49-F238E27FC236}">
                            <a16:creationId xmlns:a16="http://schemas.microsoft.com/office/drawing/2014/main" id="{85ADF80C-13EE-207B-5938-232BDB9C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08" name="任意多边形 6508">
                        <a:extLst>
                          <a:ext uri="{FF2B5EF4-FFF2-40B4-BE49-F238E27FC236}">
                            <a16:creationId xmlns:a16="http://schemas.microsoft.com/office/drawing/2014/main" id="{194FC282-5B52-812B-BD06-B27CD88D1D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98" name="组合 6097">
                      <a:extLst>
                        <a:ext uri="{FF2B5EF4-FFF2-40B4-BE49-F238E27FC236}">
                          <a16:creationId xmlns:a16="http://schemas.microsoft.com/office/drawing/2014/main" id="{7FDC7A69-CA08-AC19-1B30-51DCDA4FD5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59779"/>
                      <a:ext cx="21092" cy="25357"/>
                      <a:chOff x="4348304" y="5259779"/>
                      <a:chExt cx="21092" cy="25357"/>
                    </a:xfrm>
                  </p:grpSpPr>
                  <p:sp>
                    <p:nvSpPr>
                      <p:cNvPr id="6103" name="任意多边形 6503">
                        <a:extLst>
                          <a:ext uri="{FF2B5EF4-FFF2-40B4-BE49-F238E27FC236}">
                            <a16:creationId xmlns:a16="http://schemas.microsoft.com/office/drawing/2014/main" id="{C2F8D275-8A2D-C3FF-1157-1FFAE2775B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04" name="任意多边形 6504">
                        <a:extLst>
                          <a:ext uri="{FF2B5EF4-FFF2-40B4-BE49-F238E27FC236}">
                            <a16:creationId xmlns:a16="http://schemas.microsoft.com/office/drawing/2014/main" id="{1D4F7024-D980-3480-A61D-8F42F62FB4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05" name="任意多边形 6505">
                        <a:extLst>
                          <a:ext uri="{FF2B5EF4-FFF2-40B4-BE49-F238E27FC236}">
                            <a16:creationId xmlns:a16="http://schemas.microsoft.com/office/drawing/2014/main" id="{56A01AB6-C38C-06EA-029A-167FEC02F6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99" name="组合 6098">
                      <a:extLst>
                        <a:ext uri="{FF2B5EF4-FFF2-40B4-BE49-F238E27FC236}">
                          <a16:creationId xmlns:a16="http://schemas.microsoft.com/office/drawing/2014/main" id="{9FC25968-1B2E-D93E-2648-86A2755111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59779"/>
                      <a:ext cx="21092" cy="25357"/>
                      <a:chOff x="4379558" y="5259779"/>
                      <a:chExt cx="21092" cy="25357"/>
                    </a:xfrm>
                  </p:grpSpPr>
                  <p:sp>
                    <p:nvSpPr>
                      <p:cNvPr id="6100" name="任意多边形 6500">
                        <a:extLst>
                          <a:ext uri="{FF2B5EF4-FFF2-40B4-BE49-F238E27FC236}">
                            <a16:creationId xmlns:a16="http://schemas.microsoft.com/office/drawing/2014/main" id="{CB2D121E-74AA-3552-569C-9FEA1127E2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01" name="任意多边形 6501">
                        <a:extLst>
                          <a:ext uri="{FF2B5EF4-FFF2-40B4-BE49-F238E27FC236}">
                            <a16:creationId xmlns:a16="http://schemas.microsoft.com/office/drawing/2014/main" id="{5BFE2F1D-A213-CE2F-8003-D9D780396E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102" name="任意多边形 6502">
                        <a:extLst>
                          <a:ext uri="{FF2B5EF4-FFF2-40B4-BE49-F238E27FC236}">
                            <a16:creationId xmlns:a16="http://schemas.microsoft.com/office/drawing/2014/main" id="{47C4C2E2-3A3D-0835-F20F-331186BC75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014" name="组合 6013">
                  <a:extLst>
                    <a:ext uri="{FF2B5EF4-FFF2-40B4-BE49-F238E27FC236}">
                      <a16:creationId xmlns:a16="http://schemas.microsoft.com/office/drawing/2014/main" id="{9847153B-260A-7407-C9A6-C18802CAD3A3}"/>
                    </a:ext>
                  </a:extLst>
                </p:cNvPr>
                <p:cNvGrpSpPr/>
                <p:nvPr/>
              </p:nvGrpSpPr>
              <p:grpSpPr>
                <a:xfrm>
                  <a:off x="4405675" y="5251379"/>
                  <a:ext cx="96970" cy="42156"/>
                  <a:chOff x="4405675" y="5251379"/>
                  <a:chExt cx="96970" cy="42156"/>
                </a:xfrm>
              </p:grpSpPr>
              <p:sp>
                <p:nvSpPr>
                  <p:cNvPr id="6079" name="任意多边形 6479">
                    <a:extLst>
                      <a:ext uri="{FF2B5EF4-FFF2-40B4-BE49-F238E27FC236}">
                        <a16:creationId xmlns:a16="http://schemas.microsoft.com/office/drawing/2014/main" id="{D30008B1-9E96-0AF7-F230-D7ED816196AF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080" name="任意多边形 6480">
                    <a:extLst>
                      <a:ext uri="{FF2B5EF4-FFF2-40B4-BE49-F238E27FC236}">
                        <a16:creationId xmlns:a16="http://schemas.microsoft.com/office/drawing/2014/main" id="{31637CB5-AE7E-92BE-A8A1-0C85C1704B72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081" name="组合 6080">
                    <a:extLst>
                      <a:ext uri="{FF2B5EF4-FFF2-40B4-BE49-F238E27FC236}">
                        <a16:creationId xmlns:a16="http://schemas.microsoft.com/office/drawing/2014/main" id="{F7A2F29A-178F-B9E1-228C-04C45010C45B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59798"/>
                    <a:ext cx="83660" cy="25319"/>
                    <a:chOff x="4412858" y="5259798"/>
                    <a:chExt cx="83660" cy="25319"/>
                  </a:xfrm>
                </p:grpSpPr>
                <p:grpSp>
                  <p:nvGrpSpPr>
                    <p:cNvPr id="6082" name="组合 6081">
                      <a:extLst>
                        <a:ext uri="{FF2B5EF4-FFF2-40B4-BE49-F238E27FC236}">
                          <a16:creationId xmlns:a16="http://schemas.microsoft.com/office/drawing/2014/main" id="{8BBD39C3-22AB-8E1F-7D3E-2EB63BCF22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59779"/>
                      <a:ext cx="21092" cy="25357"/>
                      <a:chOff x="4412887" y="5259779"/>
                      <a:chExt cx="21092" cy="25357"/>
                    </a:xfrm>
                  </p:grpSpPr>
                  <p:sp>
                    <p:nvSpPr>
                      <p:cNvPr id="6091" name="任意多边形 6491">
                        <a:extLst>
                          <a:ext uri="{FF2B5EF4-FFF2-40B4-BE49-F238E27FC236}">
                            <a16:creationId xmlns:a16="http://schemas.microsoft.com/office/drawing/2014/main" id="{D482203D-5B37-264D-996C-68914D3826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92" name="任意多边形 6492">
                        <a:extLst>
                          <a:ext uri="{FF2B5EF4-FFF2-40B4-BE49-F238E27FC236}">
                            <a16:creationId xmlns:a16="http://schemas.microsoft.com/office/drawing/2014/main" id="{701072A9-9A36-00D0-140D-31D88A9310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93" name="任意多边形 6493">
                        <a:extLst>
                          <a:ext uri="{FF2B5EF4-FFF2-40B4-BE49-F238E27FC236}">
                            <a16:creationId xmlns:a16="http://schemas.microsoft.com/office/drawing/2014/main" id="{CE11B68C-BA8A-CB61-6DDF-F670573DB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83" name="组合 6082">
                      <a:extLst>
                        <a:ext uri="{FF2B5EF4-FFF2-40B4-BE49-F238E27FC236}">
                          <a16:creationId xmlns:a16="http://schemas.microsoft.com/office/drawing/2014/main" id="{1B32E9F8-8B07-DFBB-F5B1-203CAB90B9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59779"/>
                      <a:ext cx="21092" cy="25357"/>
                      <a:chOff x="4444142" y="5259779"/>
                      <a:chExt cx="21092" cy="25357"/>
                    </a:xfrm>
                  </p:grpSpPr>
                  <p:sp>
                    <p:nvSpPr>
                      <p:cNvPr id="6088" name="任意多边形 6488">
                        <a:extLst>
                          <a:ext uri="{FF2B5EF4-FFF2-40B4-BE49-F238E27FC236}">
                            <a16:creationId xmlns:a16="http://schemas.microsoft.com/office/drawing/2014/main" id="{593D16AC-358E-F795-896F-1151F7F766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89" name="任意多边形 6489">
                        <a:extLst>
                          <a:ext uri="{FF2B5EF4-FFF2-40B4-BE49-F238E27FC236}">
                            <a16:creationId xmlns:a16="http://schemas.microsoft.com/office/drawing/2014/main" id="{47980D9C-FE69-80F7-AF71-3D91464495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90" name="任意多边形 6490">
                        <a:extLst>
                          <a:ext uri="{FF2B5EF4-FFF2-40B4-BE49-F238E27FC236}">
                            <a16:creationId xmlns:a16="http://schemas.microsoft.com/office/drawing/2014/main" id="{B9A42071-280C-6EF6-921E-B3023B3993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84" name="组合 6083">
                      <a:extLst>
                        <a:ext uri="{FF2B5EF4-FFF2-40B4-BE49-F238E27FC236}">
                          <a16:creationId xmlns:a16="http://schemas.microsoft.com/office/drawing/2014/main" id="{5938B745-E294-839D-8D60-389B9AEC6F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59779"/>
                      <a:ext cx="21092" cy="25357"/>
                      <a:chOff x="4475395" y="5259779"/>
                      <a:chExt cx="21092" cy="25357"/>
                    </a:xfrm>
                  </p:grpSpPr>
                  <p:sp>
                    <p:nvSpPr>
                      <p:cNvPr id="6085" name="任意多边形 6485">
                        <a:extLst>
                          <a:ext uri="{FF2B5EF4-FFF2-40B4-BE49-F238E27FC236}">
                            <a16:creationId xmlns:a16="http://schemas.microsoft.com/office/drawing/2014/main" id="{E1715113-5AFE-A475-7DB7-A929174ACC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86" name="任意多边形 6486">
                        <a:extLst>
                          <a:ext uri="{FF2B5EF4-FFF2-40B4-BE49-F238E27FC236}">
                            <a16:creationId xmlns:a16="http://schemas.microsoft.com/office/drawing/2014/main" id="{F1AE95B2-C6A3-5E86-0D67-1372B42F8C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87" name="任意多边形 6487">
                        <a:extLst>
                          <a:ext uri="{FF2B5EF4-FFF2-40B4-BE49-F238E27FC236}">
                            <a16:creationId xmlns:a16="http://schemas.microsoft.com/office/drawing/2014/main" id="{0BFC8C32-5289-DC7A-D4C7-83C206F05F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015" name="组合 6014">
                  <a:extLst>
                    <a:ext uri="{FF2B5EF4-FFF2-40B4-BE49-F238E27FC236}">
                      <a16:creationId xmlns:a16="http://schemas.microsoft.com/office/drawing/2014/main" id="{B318674A-D226-A757-57E0-11036550C43C}"/>
                    </a:ext>
                  </a:extLst>
                </p:cNvPr>
                <p:cNvGrpSpPr/>
                <p:nvPr/>
              </p:nvGrpSpPr>
              <p:grpSpPr>
                <a:xfrm>
                  <a:off x="4500949" y="5251379"/>
                  <a:ext cx="96970" cy="42156"/>
                  <a:chOff x="4500949" y="5251379"/>
                  <a:chExt cx="96970" cy="42156"/>
                </a:xfrm>
              </p:grpSpPr>
              <p:sp>
                <p:nvSpPr>
                  <p:cNvPr id="6064" name="任意多边形 6464">
                    <a:extLst>
                      <a:ext uri="{FF2B5EF4-FFF2-40B4-BE49-F238E27FC236}">
                        <a16:creationId xmlns:a16="http://schemas.microsoft.com/office/drawing/2014/main" id="{72CFBD3A-95E1-58F5-43D2-FC108E0835F2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065" name="任意多边形 6465">
                    <a:extLst>
                      <a:ext uri="{FF2B5EF4-FFF2-40B4-BE49-F238E27FC236}">
                        <a16:creationId xmlns:a16="http://schemas.microsoft.com/office/drawing/2014/main" id="{82C63AAD-A8C1-661B-B1B0-06AD314A2B67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066" name="组合 6065">
                    <a:extLst>
                      <a:ext uri="{FF2B5EF4-FFF2-40B4-BE49-F238E27FC236}">
                        <a16:creationId xmlns:a16="http://schemas.microsoft.com/office/drawing/2014/main" id="{775A048D-5B2A-9856-7FE2-7A0D5DAB80DE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59798"/>
                    <a:ext cx="83660" cy="25319"/>
                    <a:chOff x="4508132" y="5259798"/>
                    <a:chExt cx="83660" cy="25319"/>
                  </a:xfrm>
                </p:grpSpPr>
                <p:grpSp>
                  <p:nvGrpSpPr>
                    <p:cNvPr id="6067" name="组合 6066">
                      <a:extLst>
                        <a:ext uri="{FF2B5EF4-FFF2-40B4-BE49-F238E27FC236}">
                          <a16:creationId xmlns:a16="http://schemas.microsoft.com/office/drawing/2014/main" id="{3F60961C-0C32-7F82-AF82-EBF08F1FAD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59779"/>
                      <a:ext cx="21092" cy="25357"/>
                      <a:chOff x="4508161" y="5259779"/>
                      <a:chExt cx="21092" cy="25357"/>
                    </a:xfrm>
                  </p:grpSpPr>
                  <p:sp>
                    <p:nvSpPr>
                      <p:cNvPr id="6076" name="任意多边形 6476">
                        <a:extLst>
                          <a:ext uri="{FF2B5EF4-FFF2-40B4-BE49-F238E27FC236}">
                            <a16:creationId xmlns:a16="http://schemas.microsoft.com/office/drawing/2014/main" id="{0757E6D9-5CB1-961B-1558-41A4441160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77" name="任意多边形 6477">
                        <a:extLst>
                          <a:ext uri="{FF2B5EF4-FFF2-40B4-BE49-F238E27FC236}">
                            <a16:creationId xmlns:a16="http://schemas.microsoft.com/office/drawing/2014/main" id="{C02E5FFE-F9A1-4F99-34AF-77D3CC2901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78" name="任意多边形 6478">
                        <a:extLst>
                          <a:ext uri="{FF2B5EF4-FFF2-40B4-BE49-F238E27FC236}">
                            <a16:creationId xmlns:a16="http://schemas.microsoft.com/office/drawing/2014/main" id="{88D5941B-D955-7CFF-C9FE-6910BC9FB0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68" name="组合 6067">
                      <a:extLst>
                        <a:ext uri="{FF2B5EF4-FFF2-40B4-BE49-F238E27FC236}">
                          <a16:creationId xmlns:a16="http://schemas.microsoft.com/office/drawing/2014/main" id="{0350DA76-86CB-F810-726D-E7182F171C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59779"/>
                      <a:ext cx="21092" cy="25357"/>
                      <a:chOff x="4539416" y="5259779"/>
                      <a:chExt cx="21092" cy="25357"/>
                    </a:xfrm>
                  </p:grpSpPr>
                  <p:sp>
                    <p:nvSpPr>
                      <p:cNvPr id="6073" name="任意多边形 6473">
                        <a:extLst>
                          <a:ext uri="{FF2B5EF4-FFF2-40B4-BE49-F238E27FC236}">
                            <a16:creationId xmlns:a16="http://schemas.microsoft.com/office/drawing/2014/main" id="{708288B5-FB4B-0446-9AD3-1E6DF56631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74" name="任意多边形 6474">
                        <a:extLst>
                          <a:ext uri="{FF2B5EF4-FFF2-40B4-BE49-F238E27FC236}">
                            <a16:creationId xmlns:a16="http://schemas.microsoft.com/office/drawing/2014/main" id="{7D0E4454-49D1-27E4-61CC-D4D120659B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75" name="任意多边形 6475">
                        <a:extLst>
                          <a:ext uri="{FF2B5EF4-FFF2-40B4-BE49-F238E27FC236}">
                            <a16:creationId xmlns:a16="http://schemas.microsoft.com/office/drawing/2014/main" id="{88B7FA09-4FB7-2C0F-88B3-BCC95A032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69" name="组合 6068">
                      <a:extLst>
                        <a:ext uri="{FF2B5EF4-FFF2-40B4-BE49-F238E27FC236}">
                          <a16:creationId xmlns:a16="http://schemas.microsoft.com/office/drawing/2014/main" id="{47634FFD-9330-D7B3-63C6-CB064768F7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59779"/>
                      <a:ext cx="21092" cy="25357"/>
                      <a:chOff x="4570669" y="5259779"/>
                      <a:chExt cx="21092" cy="25357"/>
                    </a:xfrm>
                  </p:grpSpPr>
                  <p:sp>
                    <p:nvSpPr>
                      <p:cNvPr id="6070" name="任意多边形 6470">
                        <a:extLst>
                          <a:ext uri="{FF2B5EF4-FFF2-40B4-BE49-F238E27FC236}">
                            <a16:creationId xmlns:a16="http://schemas.microsoft.com/office/drawing/2014/main" id="{05EB9304-D291-1DB3-8B84-6138D7765B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71" name="任意多边形 6471">
                        <a:extLst>
                          <a:ext uri="{FF2B5EF4-FFF2-40B4-BE49-F238E27FC236}">
                            <a16:creationId xmlns:a16="http://schemas.microsoft.com/office/drawing/2014/main" id="{7F0D637F-7A6A-0670-837B-3EE4F5A7EB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72" name="任意多边形 6472">
                        <a:extLst>
                          <a:ext uri="{FF2B5EF4-FFF2-40B4-BE49-F238E27FC236}">
                            <a16:creationId xmlns:a16="http://schemas.microsoft.com/office/drawing/2014/main" id="{F58A69FE-C05F-2E34-E467-1640E3989D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016" name="组合 6015">
                  <a:extLst>
                    <a:ext uri="{FF2B5EF4-FFF2-40B4-BE49-F238E27FC236}">
                      <a16:creationId xmlns:a16="http://schemas.microsoft.com/office/drawing/2014/main" id="{F572C9DD-35A5-58FC-229A-45AC75E72811}"/>
                    </a:ext>
                  </a:extLst>
                </p:cNvPr>
                <p:cNvGrpSpPr/>
                <p:nvPr/>
              </p:nvGrpSpPr>
              <p:grpSpPr>
                <a:xfrm>
                  <a:off x="4596778" y="5251379"/>
                  <a:ext cx="96970" cy="42156"/>
                  <a:chOff x="4596778" y="5251379"/>
                  <a:chExt cx="96970" cy="42156"/>
                </a:xfrm>
              </p:grpSpPr>
              <p:sp>
                <p:nvSpPr>
                  <p:cNvPr id="6049" name="任意多边形 6449">
                    <a:extLst>
                      <a:ext uri="{FF2B5EF4-FFF2-40B4-BE49-F238E27FC236}">
                        <a16:creationId xmlns:a16="http://schemas.microsoft.com/office/drawing/2014/main" id="{E1026A52-308C-67DA-8895-9E1002023852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050" name="任意多边形 6450">
                    <a:extLst>
                      <a:ext uri="{FF2B5EF4-FFF2-40B4-BE49-F238E27FC236}">
                        <a16:creationId xmlns:a16="http://schemas.microsoft.com/office/drawing/2014/main" id="{786490CD-31C3-3AF2-E2C8-D92497A85975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051" name="组合 6050">
                    <a:extLst>
                      <a:ext uri="{FF2B5EF4-FFF2-40B4-BE49-F238E27FC236}">
                        <a16:creationId xmlns:a16="http://schemas.microsoft.com/office/drawing/2014/main" id="{FED3E4AF-FA13-13E2-E162-AC07C8892473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59798"/>
                    <a:ext cx="83660" cy="25319"/>
                    <a:chOff x="4603961" y="5259798"/>
                    <a:chExt cx="83660" cy="25319"/>
                  </a:xfrm>
                </p:grpSpPr>
                <p:grpSp>
                  <p:nvGrpSpPr>
                    <p:cNvPr id="6052" name="组合 6051">
                      <a:extLst>
                        <a:ext uri="{FF2B5EF4-FFF2-40B4-BE49-F238E27FC236}">
                          <a16:creationId xmlns:a16="http://schemas.microsoft.com/office/drawing/2014/main" id="{073A9BEE-11AE-559B-80CC-B32346B5B5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59779"/>
                      <a:ext cx="21092" cy="25357"/>
                      <a:chOff x="4603991" y="5259779"/>
                      <a:chExt cx="21092" cy="25357"/>
                    </a:xfrm>
                  </p:grpSpPr>
                  <p:sp>
                    <p:nvSpPr>
                      <p:cNvPr id="6061" name="任意多边形 6461">
                        <a:extLst>
                          <a:ext uri="{FF2B5EF4-FFF2-40B4-BE49-F238E27FC236}">
                            <a16:creationId xmlns:a16="http://schemas.microsoft.com/office/drawing/2014/main" id="{9132F043-E823-7F81-687E-4306A30B3E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62" name="任意多边形 6462">
                        <a:extLst>
                          <a:ext uri="{FF2B5EF4-FFF2-40B4-BE49-F238E27FC236}">
                            <a16:creationId xmlns:a16="http://schemas.microsoft.com/office/drawing/2014/main" id="{C61E92FE-64B7-AF81-EFBC-270DD96AC2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63" name="任意多边形 6463">
                        <a:extLst>
                          <a:ext uri="{FF2B5EF4-FFF2-40B4-BE49-F238E27FC236}">
                            <a16:creationId xmlns:a16="http://schemas.microsoft.com/office/drawing/2014/main" id="{67730979-9E26-B9D3-87C9-25570854E0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53" name="组合 6052">
                      <a:extLst>
                        <a:ext uri="{FF2B5EF4-FFF2-40B4-BE49-F238E27FC236}">
                          <a16:creationId xmlns:a16="http://schemas.microsoft.com/office/drawing/2014/main" id="{F5CD55D6-D34E-9918-5FA7-C729D0261F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59779"/>
                      <a:ext cx="21092" cy="25357"/>
                      <a:chOff x="4635245" y="5259779"/>
                      <a:chExt cx="21092" cy="25357"/>
                    </a:xfrm>
                  </p:grpSpPr>
                  <p:sp>
                    <p:nvSpPr>
                      <p:cNvPr id="6058" name="任意多边形 6458">
                        <a:extLst>
                          <a:ext uri="{FF2B5EF4-FFF2-40B4-BE49-F238E27FC236}">
                            <a16:creationId xmlns:a16="http://schemas.microsoft.com/office/drawing/2014/main" id="{C67ABAEC-C8A9-3436-43FE-7E07952F63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59" name="任意多边形 6459">
                        <a:extLst>
                          <a:ext uri="{FF2B5EF4-FFF2-40B4-BE49-F238E27FC236}">
                            <a16:creationId xmlns:a16="http://schemas.microsoft.com/office/drawing/2014/main" id="{DACFF040-925F-72DD-C0C5-080D4BFACA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60" name="任意多边形 6460">
                        <a:extLst>
                          <a:ext uri="{FF2B5EF4-FFF2-40B4-BE49-F238E27FC236}">
                            <a16:creationId xmlns:a16="http://schemas.microsoft.com/office/drawing/2014/main" id="{044BD02D-0DDE-1066-FB76-750F6CE831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54" name="组合 6053">
                      <a:extLst>
                        <a:ext uri="{FF2B5EF4-FFF2-40B4-BE49-F238E27FC236}">
                          <a16:creationId xmlns:a16="http://schemas.microsoft.com/office/drawing/2014/main" id="{286F246F-E50B-E68B-A249-5ADD8C4153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59779"/>
                      <a:ext cx="21092" cy="25357"/>
                      <a:chOff x="4666499" y="5259779"/>
                      <a:chExt cx="21092" cy="25357"/>
                    </a:xfrm>
                  </p:grpSpPr>
                  <p:sp>
                    <p:nvSpPr>
                      <p:cNvPr id="6055" name="任意多边形 6455">
                        <a:extLst>
                          <a:ext uri="{FF2B5EF4-FFF2-40B4-BE49-F238E27FC236}">
                            <a16:creationId xmlns:a16="http://schemas.microsoft.com/office/drawing/2014/main" id="{1DCAB36D-B114-A6C0-95C7-3C62C652DB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56" name="任意多边形 6456">
                        <a:extLst>
                          <a:ext uri="{FF2B5EF4-FFF2-40B4-BE49-F238E27FC236}">
                            <a16:creationId xmlns:a16="http://schemas.microsoft.com/office/drawing/2014/main" id="{7E6AD9A9-A2F5-F819-FAD2-57993D59E7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57" name="任意多边形 6457">
                        <a:extLst>
                          <a:ext uri="{FF2B5EF4-FFF2-40B4-BE49-F238E27FC236}">
                            <a16:creationId xmlns:a16="http://schemas.microsoft.com/office/drawing/2014/main" id="{00781A73-2E93-8DCF-219F-F1B5684145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017" name="组合 6016">
                  <a:extLst>
                    <a:ext uri="{FF2B5EF4-FFF2-40B4-BE49-F238E27FC236}">
                      <a16:creationId xmlns:a16="http://schemas.microsoft.com/office/drawing/2014/main" id="{30D4DCD9-ACB8-3784-0FFA-BC9F6638D252}"/>
                    </a:ext>
                  </a:extLst>
                </p:cNvPr>
                <p:cNvGrpSpPr/>
                <p:nvPr/>
              </p:nvGrpSpPr>
              <p:grpSpPr>
                <a:xfrm>
                  <a:off x="4692374" y="5251379"/>
                  <a:ext cx="96970" cy="42156"/>
                  <a:chOff x="4692374" y="5251379"/>
                  <a:chExt cx="96970" cy="42156"/>
                </a:xfrm>
              </p:grpSpPr>
              <p:sp>
                <p:nvSpPr>
                  <p:cNvPr id="6034" name="任意多边形 6434">
                    <a:extLst>
                      <a:ext uri="{FF2B5EF4-FFF2-40B4-BE49-F238E27FC236}">
                        <a16:creationId xmlns:a16="http://schemas.microsoft.com/office/drawing/2014/main" id="{B1623313-98F2-D4DA-178E-DA53D3B2F208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035" name="任意多边形 6435">
                    <a:extLst>
                      <a:ext uri="{FF2B5EF4-FFF2-40B4-BE49-F238E27FC236}">
                        <a16:creationId xmlns:a16="http://schemas.microsoft.com/office/drawing/2014/main" id="{D1A1C2D0-564B-83C2-931D-2E9FE78CD7E4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036" name="组合 6035">
                    <a:extLst>
                      <a:ext uri="{FF2B5EF4-FFF2-40B4-BE49-F238E27FC236}">
                        <a16:creationId xmlns:a16="http://schemas.microsoft.com/office/drawing/2014/main" id="{015A41BA-4CEA-31A9-8D15-F67B7E89246F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59798"/>
                    <a:ext cx="83660" cy="25319"/>
                    <a:chOff x="4699557" y="5259798"/>
                    <a:chExt cx="83660" cy="25319"/>
                  </a:xfrm>
                </p:grpSpPr>
                <p:grpSp>
                  <p:nvGrpSpPr>
                    <p:cNvPr id="6037" name="组合 6036">
                      <a:extLst>
                        <a:ext uri="{FF2B5EF4-FFF2-40B4-BE49-F238E27FC236}">
                          <a16:creationId xmlns:a16="http://schemas.microsoft.com/office/drawing/2014/main" id="{77ABE9C7-E35A-6F51-8858-B5CAEE606B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59779"/>
                      <a:ext cx="21092" cy="25357"/>
                      <a:chOff x="4699587" y="5259779"/>
                      <a:chExt cx="21092" cy="25357"/>
                    </a:xfrm>
                  </p:grpSpPr>
                  <p:sp>
                    <p:nvSpPr>
                      <p:cNvPr id="6046" name="任意多边形 6446">
                        <a:extLst>
                          <a:ext uri="{FF2B5EF4-FFF2-40B4-BE49-F238E27FC236}">
                            <a16:creationId xmlns:a16="http://schemas.microsoft.com/office/drawing/2014/main" id="{717B2E78-9CA1-FDBD-E448-160A45CFD5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47" name="任意多边形 6447">
                        <a:extLst>
                          <a:ext uri="{FF2B5EF4-FFF2-40B4-BE49-F238E27FC236}">
                            <a16:creationId xmlns:a16="http://schemas.microsoft.com/office/drawing/2014/main" id="{4F5CC4CA-8F55-0212-5B9F-31DA83C94B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48" name="任意多边形 6448">
                        <a:extLst>
                          <a:ext uri="{FF2B5EF4-FFF2-40B4-BE49-F238E27FC236}">
                            <a16:creationId xmlns:a16="http://schemas.microsoft.com/office/drawing/2014/main" id="{EA101105-31DD-7A26-4D0C-642DEE220F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38" name="组合 6037">
                      <a:extLst>
                        <a:ext uri="{FF2B5EF4-FFF2-40B4-BE49-F238E27FC236}">
                          <a16:creationId xmlns:a16="http://schemas.microsoft.com/office/drawing/2014/main" id="{1C0FC9B2-8BF8-9230-9CF6-C0A5A9EF72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59779"/>
                      <a:ext cx="21092" cy="25357"/>
                      <a:chOff x="4730841" y="5259779"/>
                      <a:chExt cx="21092" cy="25357"/>
                    </a:xfrm>
                  </p:grpSpPr>
                  <p:sp>
                    <p:nvSpPr>
                      <p:cNvPr id="6043" name="任意多边形 6443">
                        <a:extLst>
                          <a:ext uri="{FF2B5EF4-FFF2-40B4-BE49-F238E27FC236}">
                            <a16:creationId xmlns:a16="http://schemas.microsoft.com/office/drawing/2014/main" id="{79D992D9-61EE-3FCB-553A-84B0B189D6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44" name="任意多边形 6444">
                        <a:extLst>
                          <a:ext uri="{FF2B5EF4-FFF2-40B4-BE49-F238E27FC236}">
                            <a16:creationId xmlns:a16="http://schemas.microsoft.com/office/drawing/2014/main" id="{82C76A08-6070-159D-F624-4715B2D25B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45" name="任意多边形 6445">
                        <a:extLst>
                          <a:ext uri="{FF2B5EF4-FFF2-40B4-BE49-F238E27FC236}">
                            <a16:creationId xmlns:a16="http://schemas.microsoft.com/office/drawing/2014/main" id="{ECA179F5-9A0F-20FC-E79B-1AA394DB22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39" name="组合 6038">
                      <a:extLst>
                        <a:ext uri="{FF2B5EF4-FFF2-40B4-BE49-F238E27FC236}">
                          <a16:creationId xmlns:a16="http://schemas.microsoft.com/office/drawing/2014/main" id="{0D98A2D4-5922-2DF5-C0FA-FCCA2EA265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59779"/>
                      <a:ext cx="21092" cy="25357"/>
                      <a:chOff x="4762095" y="5259779"/>
                      <a:chExt cx="21092" cy="25357"/>
                    </a:xfrm>
                  </p:grpSpPr>
                  <p:sp>
                    <p:nvSpPr>
                      <p:cNvPr id="6040" name="任意多边形 6440">
                        <a:extLst>
                          <a:ext uri="{FF2B5EF4-FFF2-40B4-BE49-F238E27FC236}">
                            <a16:creationId xmlns:a16="http://schemas.microsoft.com/office/drawing/2014/main" id="{C71AF445-D7B4-37FF-22F3-4A70599B1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41" name="任意多边形 6441">
                        <a:extLst>
                          <a:ext uri="{FF2B5EF4-FFF2-40B4-BE49-F238E27FC236}">
                            <a16:creationId xmlns:a16="http://schemas.microsoft.com/office/drawing/2014/main" id="{D9643824-992E-0B61-043A-BBE0BB6D4E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42" name="任意多边形 6442">
                        <a:extLst>
                          <a:ext uri="{FF2B5EF4-FFF2-40B4-BE49-F238E27FC236}">
                            <a16:creationId xmlns:a16="http://schemas.microsoft.com/office/drawing/2014/main" id="{855E6CDF-184F-5F36-AAEC-1A6BDF7860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6018" name="组合 6017">
                  <a:extLst>
                    <a:ext uri="{FF2B5EF4-FFF2-40B4-BE49-F238E27FC236}">
                      <a16:creationId xmlns:a16="http://schemas.microsoft.com/office/drawing/2014/main" id="{7B44763F-F38C-88B6-950C-DB6EDFCB5D9D}"/>
                    </a:ext>
                  </a:extLst>
                </p:cNvPr>
                <p:cNvGrpSpPr/>
                <p:nvPr/>
              </p:nvGrpSpPr>
              <p:grpSpPr>
                <a:xfrm>
                  <a:off x="4787551" y="5251379"/>
                  <a:ext cx="96970" cy="42156"/>
                  <a:chOff x="4787551" y="5251379"/>
                  <a:chExt cx="96970" cy="42156"/>
                </a:xfrm>
              </p:grpSpPr>
              <p:sp>
                <p:nvSpPr>
                  <p:cNvPr id="6019" name="任意多边形 6419">
                    <a:extLst>
                      <a:ext uri="{FF2B5EF4-FFF2-40B4-BE49-F238E27FC236}">
                        <a16:creationId xmlns:a16="http://schemas.microsoft.com/office/drawing/2014/main" id="{64E571FA-C4B6-FA9C-16E0-66A88DBBC18A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51379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6020" name="任意多边形 6420">
                    <a:extLst>
                      <a:ext uri="{FF2B5EF4-FFF2-40B4-BE49-F238E27FC236}">
                        <a16:creationId xmlns:a16="http://schemas.microsoft.com/office/drawing/2014/main" id="{B487BF45-77C4-63F5-2D43-E44E1A4AC7FF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53519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021" name="组合 6020">
                    <a:extLst>
                      <a:ext uri="{FF2B5EF4-FFF2-40B4-BE49-F238E27FC236}">
                        <a16:creationId xmlns:a16="http://schemas.microsoft.com/office/drawing/2014/main" id="{2866F49E-BDA7-E850-8B51-6C931638202C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59798"/>
                    <a:ext cx="83660" cy="25319"/>
                    <a:chOff x="4794734" y="5259798"/>
                    <a:chExt cx="83660" cy="25319"/>
                  </a:xfrm>
                </p:grpSpPr>
                <p:grpSp>
                  <p:nvGrpSpPr>
                    <p:cNvPr id="6022" name="组合 6021">
                      <a:extLst>
                        <a:ext uri="{FF2B5EF4-FFF2-40B4-BE49-F238E27FC236}">
                          <a16:creationId xmlns:a16="http://schemas.microsoft.com/office/drawing/2014/main" id="{CD48ADB3-ECF5-6243-55A8-F82E05DF907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59779"/>
                      <a:ext cx="21092" cy="25357"/>
                      <a:chOff x="4794764" y="5259779"/>
                      <a:chExt cx="21092" cy="25357"/>
                    </a:xfrm>
                  </p:grpSpPr>
                  <p:sp>
                    <p:nvSpPr>
                      <p:cNvPr id="6031" name="任意多边形 6431">
                        <a:extLst>
                          <a:ext uri="{FF2B5EF4-FFF2-40B4-BE49-F238E27FC236}">
                            <a16:creationId xmlns:a16="http://schemas.microsoft.com/office/drawing/2014/main" id="{9A0EDAA6-C358-A2B4-A5FF-CB78DDC09F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32" name="任意多边形 6432">
                        <a:extLst>
                          <a:ext uri="{FF2B5EF4-FFF2-40B4-BE49-F238E27FC236}">
                            <a16:creationId xmlns:a16="http://schemas.microsoft.com/office/drawing/2014/main" id="{89A63AAA-91E6-2A30-338C-2A752A842A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33" name="任意多边形 6433">
                        <a:extLst>
                          <a:ext uri="{FF2B5EF4-FFF2-40B4-BE49-F238E27FC236}">
                            <a16:creationId xmlns:a16="http://schemas.microsoft.com/office/drawing/2014/main" id="{E1734F2A-9DBC-6698-7D3B-358141CA11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23" name="组合 6022">
                      <a:extLst>
                        <a:ext uri="{FF2B5EF4-FFF2-40B4-BE49-F238E27FC236}">
                          <a16:creationId xmlns:a16="http://schemas.microsoft.com/office/drawing/2014/main" id="{7B725C05-5C42-9FD3-4927-84746016EF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59779"/>
                      <a:ext cx="21092" cy="25357"/>
                      <a:chOff x="4826018" y="5259779"/>
                      <a:chExt cx="21092" cy="25357"/>
                    </a:xfrm>
                  </p:grpSpPr>
                  <p:sp>
                    <p:nvSpPr>
                      <p:cNvPr id="6028" name="任意多边形 6428">
                        <a:extLst>
                          <a:ext uri="{FF2B5EF4-FFF2-40B4-BE49-F238E27FC236}">
                            <a16:creationId xmlns:a16="http://schemas.microsoft.com/office/drawing/2014/main" id="{D80ACF35-BCA6-79F0-050E-5A2CAAF4E3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29" name="任意多边形 6429">
                        <a:extLst>
                          <a:ext uri="{FF2B5EF4-FFF2-40B4-BE49-F238E27FC236}">
                            <a16:creationId xmlns:a16="http://schemas.microsoft.com/office/drawing/2014/main" id="{AE92CCE7-6F34-2A0C-F7E6-E96BBCCCE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30" name="任意多边形 6430">
                        <a:extLst>
                          <a:ext uri="{FF2B5EF4-FFF2-40B4-BE49-F238E27FC236}">
                            <a16:creationId xmlns:a16="http://schemas.microsoft.com/office/drawing/2014/main" id="{6F662617-62D1-9737-E929-97744017D7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24" name="组合 6023">
                      <a:extLst>
                        <a:ext uri="{FF2B5EF4-FFF2-40B4-BE49-F238E27FC236}">
                          <a16:creationId xmlns:a16="http://schemas.microsoft.com/office/drawing/2014/main" id="{6A60C685-70D7-AD24-8D89-F4940547A3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59779"/>
                      <a:ext cx="21092" cy="25357"/>
                      <a:chOff x="4857272" y="5259779"/>
                      <a:chExt cx="21092" cy="25357"/>
                    </a:xfrm>
                  </p:grpSpPr>
                  <p:sp>
                    <p:nvSpPr>
                      <p:cNvPr id="6025" name="任意多边形 6425">
                        <a:extLst>
                          <a:ext uri="{FF2B5EF4-FFF2-40B4-BE49-F238E27FC236}">
                            <a16:creationId xmlns:a16="http://schemas.microsoft.com/office/drawing/2014/main" id="{3FB2F705-0844-409F-02B7-DCF5B9F92F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59763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26" name="任意多边形 6426">
                        <a:extLst>
                          <a:ext uri="{FF2B5EF4-FFF2-40B4-BE49-F238E27FC236}">
                            <a16:creationId xmlns:a16="http://schemas.microsoft.com/office/drawing/2014/main" id="{A6803A67-E015-DAB9-B081-B72F69AA41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261431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27" name="任意多边形 6427">
                        <a:extLst>
                          <a:ext uri="{FF2B5EF4-FFF2-40B4-BE49-F238E27FC236}">
                            <a16:creationId xmlns:a16="http://schemas.microsoft.com/office/drawing/2014/main" id="{04E3B707-70BE-A977-4958-BE0966335B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266307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  <p:grpSp>
            <p:nvGrpSpPr>
              <p:cNvPr id="5916" name="组合 5915">
                <a:extLst>
                  <a:ext uri="{FF2B5EF4-FFF2-40B4-BE49-F238E27FC236}">
                    <a16:creationId xmlns:a16="http://schemas.microsoft.com/office/drawing/2014/main" id="{FB13E296-801E-CAA4-6B9F-A8CCEA51DAE7}"/>
                  </a:ext>
                </a:extLst>
              </p:cNvPr>
              <p:cNvGrpSpPr/>
              <p:nvPr/>
            </p:nvGrpSpPr>
            <p:grpSpPr>
              <a:xfrm>
                <a:off x="4309837" y="5291525"/>
                <a:ext cx="574740" cy="42156"/>
                <a:chOff x="4309837" y="5291525"/>
                <a:chExt cx="574740" cy="42156"/>
              </a:xfrm>
            </p:grpSpPr>
            <p:grpSp>
              <p:nvGrpSpPr>
                <p:cNvPr id="5917" name="组合 5916">
                  <a:extLst>
                    <a:ext uri="{FF2B5EF4-FFF2-40B4-BE49-F238E27FC236}">
                      <a16:creationId xmlns:a16="http://schemas.microsoft.com/office/drawing/2014/main" id="{AC8086C2-4CC5-3FFC-0F19-03B7A03FACCE}"/>
                    </a:ext>
                  </a:extLst>
                </p:cNvPr>
                <p:cNvGrpSpPr/>
                <p:nvPr/>
              </p:nvGrpSpPr>
              <p:grpSpPr>
                <a:xfrm>
                  <a:off x="4309837" y="5291525"/>
                  <a:ext cx="96970" cy="42156"/>
                  <a:chOff x="4309837" y="5291525"/>
                  <a:chExt cx="96970" cy="42156"/>
                </a:xfrm>
              </p:grpSpPr>
              <p:sp>
                <p:nvSpPr>
                  <p:cNvPr id="5998" name="任意多边形 6398">
                    <a:extLst>
                      <a:ext uri="{FF2B5EF4-FFF2-40B4-BE49-F238E27FC236}">
                        <a16:creationId xmlns:a16="http://schemas.microsoft.com/office/drawing/2014/main" id="{B725B394-1BF6-6417-9DBA-4A9AF7CCEDF7}"/>
                      </a:ext>
                    </a:extLst>
                  </p:cNvPr>
                  <p:cNvSpPr/>
                  <p:nvPr/>
                </p:nvSpPr>
                <p:spPr>
                  <a:xfrm>
                    <a:off x="4309837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999" name="任意多边形 6399">
                    <a:extLst>
                      <a:ext uri="{FF2B5EF4-FFF2-40B4-BE49-F238E27FC236}">
                        <a16:creationId xmlns:a16="http://schemas.microsoft.com/office/drawing/2014/main" id="{F7F4F853-4386-D0B3-EB3E-03F8A9EE5CC3}"/>
                      </a:ext>
                    </a:extLst>
                  </p:cNvPr>
                  <p:cNvSpPr/>
                  <p:nvPr/>
                </p:nvSpPr>
                <p:spPr>
                  <a:xfrm>
                    <a:off x="4311717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6000" name="组合 5999">
                    <a:extLst>
                      <a:ext uri="{FF2B5EF4-FFF2-40B4-BE49-F238E27FC236}">
                        <a16:creationId xmlns:a16="http://schemas.microsoft.com/office/drawing/2014/main" id="{FAB8906F-BC61-7CE0-9921-9487546D69EC}"/>
                      </a:ext>
                    </a:extLst>
                  </p:cNvPr>
                  <p:cNvGrpSpPr/>
                  <p:nvPr/>
                </p:nvGrpSpPr>
                <p:grpSpPr>
                  <a:xfrm>
                    <a:off x="4317020" y="5299943"/>
                    <a:ext cx="83660" cy="25319"/>
                    <a:chOff x="4317020" y="5299943"/>
                    <a:chExt cx="83660" cy="25319"/>
                  </a:xfrm>
                </p:grpSpPr>
                <p:grpSp>
                  <p:nvGrpSpPr>
                    <p:cNvPr id="6001" name="组合 6000">
                      <a:extLst>
                        <a:ext uri="{FF2B5EF4-FFF2-40B4-BE49-F238E27FC236}">
                          <a16:creationId xmlns:a16="http://schemas.microsoft.com/office/drawing/2014/main" id="{CDD6A758-4D2D-C31C-0A25-2AF975CB97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7049" y="5299924"/>
                      <a:ext cx="21092" cy="25357"/>
                      <a:chOff x="4317049" y="5299924"/>
                      <a:chExt cx="21092" cy="25357"/>
                    </a:xfrm>
                  </p:grpSpPr>
                  <p:sp>
                    <p:nvSpPr>
                      <p:cNvPr id="6010" name="任意多边形 6410">
                        <a:extLst>
                          <a:ext uri="{FF2B5EF4-FFF2-40B4-BE49-F238E27FC236}">
                            <a16:creationId xmlns:a16="http://schemas.microsoft.com/office/drawing/2014/main" id="{40B9E07D-5BBF-6506-9405-843B0CF082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703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11" name="任意多边形 6411">
                        <a:extLst>
                          <a:ext uri="{FF2B5EF4-FFF2-40B4-BE49-F238E27FC236}">
                            <a16:creationId xmlns:a16="http://schemas.microsoft.com/office/drawing/2014/main" id="{ABD213C8-214A-DF6A-EBA3-7B5837C47E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1842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12" name="任意多边形 6412">
                        <a:extLst>
                          <a:ext uri="{FF2B5EF4-FFF2-40B4-BE49-F238E27FC236}">
                            <a16:creationId xmlns:a16="http://schemas.microsoft.com/office/drawing/2014/main" id="{9B205E98-9028-FBFE-7344-FAA93597DF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2249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02" name="组合 6001">
                      <a:extLst>
                        <a:ext uri="{FF2B5EF4-FFF2-40B4-BE49-F238E27FC236}">
                          <a16:creationId xmlns:a16="http://schemas.microsoft.com/office/drawing/2014/main" id="{136C3F36-48D3-E71F-C79F-BED4B34836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48304" y="5299924"/>
                      <a:ext cx="21092" cy="25357"/>
                      <a:chOff x="4348304" y="5299924"/>
                      <a:chExt cx="21092" cy="25357"/>
                    </a:xfrm>
                  </p:grpSpPr>
                  <p:sp>
                    <p:nvSpPr>
                      <p:cNvPr id="6007" name="任意多边形 6407">
                        <a:extLst>
                          <a:ext uri="{FF2B5EF4-FFF2-40B4-BE49-F238E27FC236}">
                            <a16:creationId xmlns:a16="http://schemas.microsoft.com/office/drawing/2014/main" id="{7EF11D16-E171-3E31-F040-3D427A3E4D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828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08" name="任意多边形 6408">
                        <a:extLst>
                          <a:ext uri="{FF2B5EF4-FFF2-40B4-BE49-F238E27FC236}">
                            <a16:creationId xmlns:a16="http://schemas.microsoft.com/office/drawing/2014/main" id="{05E8FBC3-098E-FC5E-B6B4-DE9A564F11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4968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09" name="任意多边形 6409">
                        <a:extLst>
                          <a:ext uri="{FF2B5EF4-FFF2-40B4-BE49-F238E27FC236}">
                            <a16:creationId xmlns:a16="http://schemas.microsoft.com/office/drawing/2014/main" id="{32FB1653-6FCC-A641-378D-FAD40A0FDC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374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6003" name="组合 6002">
                      <a:extLst>
                        <a:ext uri="{FF2B5EF4-FFF2-40B4-BE49-F238E27FC236}">
                          <a16:creationId xmlns:a16="http://schemas.microsoft.com/office/drawing/2014/main" id="{55832CF4-5C23-DF9F-5633-C599813617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79558" y="5299924"/>
                      <a:ext cx="21092" cy="25357"/>
                      <a:chOff x="4379558" y="5299924"/>
                      <a:chExt cx="21092" cy="25357"/>
                    </a:xfrm>
                  </p:grpSpPr>
                  <p:sp>
                    <p:nvSpPr>
                      <p:cNvPr id="6004" name="任意多边形 6404">
                        <a:extLst>
                          <a:ext uri="{FF2B5EF4-FFF2-40B4-BE49-F238E27FC236}">
                            <a16:creationId xmlns:a16="http://schemas.microsoft.com/office/drawing/2014/main" id="{66F59173-E084-0115-AAEF-006F50B961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54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05" name="任意多边形 6405">
                        <a:extLst>
                          <a:ext uri="{FF2B5EF4-FFF2-40B4-BE49-F238E27FC236}">
                            <a16:creationId xmlns:a16="http://schemas.microsoft.com/office/drawing/2014/main" id="{767CAD13-6D1D-9226-AA85-1B14FD24F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093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6006" name="任意多边形 6406">
                        <a:extLst>
                          <a:ext uri="{FF2B5EF4-FFF2-40B4-BE49-F238E27FC236}">
                            <a16:creationId xmlns:a16="http://schemas.microsoft.com/office/drawing/2014/main" id="{FC2B92D5-B3F7-9C0F-822B-DC41287C0B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500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918" name="组合 5917">
                  <a:extLst>
                    <a:ext uri="{FF2B5EF4-FFF2-40B4-BE49-F238E27FC236}">
                      <a16:creationId xmlns:a16="http://schemas.microsoft.com/office/drawing/2014/main" id="{DB68BAD6-7E84-25E7-3D77-60C8F87FF25D}"/>
                    </a:ext>
                  </a:extLst>
                </p:cNvPr>
                <p:cNvGrpSpPr/>
                <p:nvPr/>
              </p:nvGrpSpPr>
              <p:grpSpPr>
                <a:xfrm>
                  <a:off x="4405675" y="5291525"/>
                  <a:ext cx="96970" cy="42156"/>
                  <a:chOff x="4405675" y="5291525"/>
                  <a:chExt cx="96970" cy="42156"/>
                </a:xfrm>
              </p:grpSpPr>
              <p:sp>
                <p:nvSpPr>
                  <p:cNvPr id="5983" name="任意多边形 6383">
                    <a:extLst>
                      <a:ext uri="{FF2B5EF4-FFF2-40B4-BE49-F238E27FC236}">
                        <a16:creationId xmlns:a16="http://schemas.microsoft.com/office/drawing/2014/main" id="{C706D54A-C3F6-E07A-DD42-70B3E186567E}"/>
                      </a:ext>
                    </a:extLst>
                  </p:cNvPr>
                  <p:cNvSpPr/>
                  <p:nvPr/>
                </p:nvSpPr>
                <p:spPr>
                  <a:xfrm>
                    <a:off x="4405675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984" name="任意多边形 6384">
                    <a:extLst>
                      <a:ext uri="{FF2B5EF4-FFF2-40B4-BE49-F238E27FC236}">
                        <a16:creationId xmlns:a16="http://schemas.microsoft.com/office/drawing/2014/main" id="{9E686545-147F-9EE2-06E1-FA63EFBBC65D}"/>
                      </a:ext>
                    </a:extLst>
                  </p:cNvPr>
                  <p:cNvSpPr/>
                  <p:nvPr/>
                </p:nvSpPr>
                <p:spPr>
                  <a:xfrm>
                    <a:off x="4407555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985" name="组合 5984">
                    <a:extLst>
                      <a:ext uri="{FF2B5EF4-FFF2-40B4-BE49-F238E27FC236}">
                        <a16:creationId xmlns:a16="http://schemas.microsoft.com/office/drawing/2014/main" id="{A7E57482-5A22-7D22-1AB7-9960910C441B}"/>
                      </a:ext>
                    </a:extLst>
                  </p:cNvPr>
                  <p:cNvGrpSpPr/>
                  <p:nvPr/>
                </p:nvGrpSpPr>
                <p:grpSpPr>
                  <a:xfrm>
                    <a:off x="4412858" y="5299943"/>
                    <a:ext cx="83660" cy="25319"/>
                    <a:chOff x="4412858" y="5299943"/>
                    <a:chExt cx="83660" cy="25319"/>
                  </a:xfrm>
                </p:grpSpPr>
                <p:grpSp>
                  <p:nvGrpSpPr>
                    <p:cNvPr id="5986" name="组合 5985">
                      <a:extLst>
                        <a:ext uri="{FF2B5EF4-FFF2-40B4-BE49-F238E27FC236}">
                          <a16:creationId xmlns:a16="http://schemas.microsoft.com/office/drawing/2014/main" id="{525ACD11-D4DB-35F9-9D0E-B5C10390FE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12887" y="5299924"/>
                      <a:ext cx="21092" cy="25357"/>
                      <a:chOff x="4412887" y="5299924"/>
                      <a:chExt cx="21092" cy="25357"/>
                    </a:xfrm>
                  </p:grpSpPr>
                  <p:sp>
                    <p:nvSpPr>
                      <p:cNvPr id="5995" name="任意多边形 6395">
                        <a:extLst>
                          <a:ext uri="{FF2B5EF4-FFF2-40B4-BE49-F238E27FC236}">
                            <a16:creationId xmlns:a16="http://schemas.microsoft.com/office/drawing/2014/main" id="{00085CB5-8E70-16C3-4285-D3EE764784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2872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96" name="任意多边形 6396">
                        <a:extLst>
                          <a:ext uri="{FF2B5EF4-FFF2-40B4-BE49-F238E27FC236}">
                            <a16:creationId xmlns:a16="http://schemas.microsoft.com/office/drawing/2014/main" id="{B663FC9F-FC00-6307-198E-EF3CA3860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42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97" name="任意多边形 6397">
                        <a:extLst>
                          <a:ext uri="{FF2B5EF4-FFF2-40B4-BE49-F238E27FC236}">
                            <a16:creationId xmlns:a16="http://schemas.microsoft.com/office/drawing/2014/main" id="{B7083075-08DD-8956-468E-37C78A58D6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18332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87" name="组合 5986">
                      <a:extLst>
                        <a:ext uri="{FF2B5EF4-FFF2-40B4-BE49-F238E27FC236}">
                          <a16:creationId xmlns:a16="http://schemas.microsoft.com/office/drawing/2014/main" id="{ADB4BD9A-996C-F9EB-7B39-FB9820E762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44142" y="5299924"/>
                      <a:ext cx="21092" cy="25357"/>
                      <a:chOff x="4444142" y="5299924"/>
                      <a:chExt cx="21092" cy="25357"/>
                    </a:xfrm>
                  </p:grpSpPr>
                  <p:sp>
                    <p:nvSpPr>
                      <p:cNvPr id="5992" name="任意多边形 6392">
                        <a:extLst>
                          <a:ext uri="{FF2B5EF4-FFF2-40B4-BE49-F238E27FC236}">
                            <a16:creationId xmlns:a16="http://schemas.microsoft.com/office/drawing/2014/main" id="{1191C5ED-E481-03FD-D981-CC8A6D66A1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41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93" name="任意多边形 6393">
                        <a:extLst>
                          <a:ext uri="{FF2B5EF4-FFF2-40B4-BE49-F238E27FC236}">
                            <a16:creationId xmlns:a16="http://schemas.microsoft.com/office/drawing/2014/main" id="{3F3D22D2-AD9F-D2EC-BE2E-436A86409F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551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94" name="任意多边形 6394">
                        <a:extLst>
                          <a:ext uri="{FF2B5EF4-FFF2-40B4-BE49-F238E27FC236}">
                            <a16:creationId xmlns:a16="http://schemas.microsoft.com/office/drawing/2014/main" id="{60DDDE0D-FA08-A931-A96F-C2DEF19B84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495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88" name="组合 5987">
                      <a:extLst>
                        <a:ext uri="{FF2B5EF4-FFF2-40B4-BE49-F238E27FC236}">
                          <a16:creationId xmlns:a16="http://schemas.microsoft.com/office/drawing/2014/main" id="{9068CD07-F934-B3AA-4B20-2D422A8816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75395" y="5299924"/>
                      <a:ext cx="21092" cy="25357"/>
                      <a:chOff x="4475395" y="5299924"/>
                      <a:chExt cx="21092" cy="25357"/>
                    </a:xfrm>
                  </p:grpSpPr>
                  <p:sp>
                    <p:nvSpPr>
                      <p:cNvPr id="5989" name="任意多边形 6389">
                        <a:extLst>
                          <a:ext uri="{FF2B5EF4-FFF2-40B4-BE49-F238E27FC236}">
                            <a16:creationId xmlns:a16="http://schemas.microsoft.com/office/drawing/2014/main" id="{E91BE8AE-A73B-080F-1F62-5E2DE1CBFA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538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90" name="任意多边形 6390">
                        <a:extLst>
                          <a:ext uri="{FF2B5EF4-FFF2-40B4-BE49-F238E27FC236}">
                            <a16:creationId xmlns:a16="http://schemas.microsoft.com/office/drawing/2014/main" id="{4C0292DE-707C-42FC-EFA4-F8B0E68E0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767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91" name="任意多边形 6391">
                        <a:extLst>
                          <a:ext uri="{FF2B5EF4-FFF2-40B4-BE49-F238E27FC236}">
                            <a16:creationId xmlns:a16="http://schemas.microsoft.com/office/drawing/2014/main" id="{BFF13779-70E9-E59D-BB6A-163EDB18AA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8084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919" name="组合 5918">
                  <a:extLst>
                    <a:ext uri="{FF2B5EF4-FFF2-40B4-BE49-F238E27FC236}">
                      <a16:creationId xmlns:a16="http://schemas.microsoft.com/office/drawing/2014/main" id="{B6998EC8-8A05-2D3F-E10A-A094D0ADDA1C}"/>
                    </a:ext>
                  </a:extLst>
                </p:cNvPr>
                <p:cNvGrpSpPr/>
                <p:nvPr/>
              </p:nvGrpSpPr>
              <p:grpSpPr>
                <a:xfrm>
                  <a:off x="4500949" y="5291525"/>
                  <a:ext cx="96970" cy="42156"/>
                  <a:chOff x="4500949" y="5291525"/>
                  <a:chExt cx="96970" cy="42156"/>
                </a:xfrm>
              </p:grpSpPr>
              <p:sp>
                <p:nvSpPr>
                  <p:cNvPr id="5968" name="任意多边形 6368">
                    <a:extLst>
                      <a:ext uri="{FF2B5EF4-FFF2-40B4-BE49-F238E27FC236}">
                        <a16:creationId xmlns:a16="http://schemas.microsoft.com/office/drawing/2014/main" id="{32687D16-1275-5F19-6780-6CC908CB94C2}"/>
                      </a:ext>
                    </a:extLst>
                  </p:cNvPr>
                  <p:cNvSpPr/>
                  <p:nvPr/>
                </p:nvSpPr>
                <p:spPr>
                  <a:xfrm>
                    <a:off x="4500949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969" name="任意多边形 6369">
                    <a:extLst>
                      <a:ext uri="{FF2B5EF4-FFF2-40B4-BE49-F238E27FC236}">
                        <a16:creationId xmlns:a16="http://schemas.microsoft.com/office/drawing/2014/main" id="{961E101F-146F-3211-EE36-5CF1D38BAC48}"/>
                      </a:ext>
                    </a:extLst>
                  </p:cNvPr>
                  <p:cNvSpPr/>
                  <p:nvPr/>
                </p:nvSpPr>
                <p:spPr>
                  <a:xfrm>
                    <a:off x="4502829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970" name="组合 5969">
                    <a:extLst>
                      <a:ext uri="{FF2B5EF4-FFF2-40B4-BE49-F238E27FC236}">
                        <a16:creationId xmlns:a16="http://schemas.microsoft.com/office/drawing/2014/main" id="{2C8138DD-11EC-4C42-5192-6124F9765ED1}"/>
                      </a:ext>
                    </a:extLst>
                  </p:cNvPr>
                  <p:cNvGrpSpPr/>
                  <p:nvPr/>
                </p:nvGrpSpPr>
                <p:grpSpPr>
                  <a:xfrm>
                    <a:off x="4508132" y="5299943"/>
                    <a:ext cx="83660" cy="25319"/>
                    <a:chOff x="4508132" y="5299943"/>
                    <a:chExt cx="83660" cy="25319"/>
                  </a:xfrm>
                </p:grpSpPr>
                <p:grpSp>
                  <p:nvGrpSpPr>
                    <p:cNvPr id="5971" name="组合 5970">
                      <a:extLst>
                        <a:ext uri="{FF2B5EF4-FFF2-40B4-BE49-F238E27FC236}">
                          <a16:creationId xmlns:a16="http://schemas.microsoft.com/office/drawing/2014/main" id="{73A3C402-3964-C821-DBD9-D4AA656343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08161" y="5299924"/>
                      <a:ext cx="21092" cy="25357"/>
                      <a:chOff x="4508161" y="5299924"/>
                      <a:chExt cx="21092" cy="25357"/>
                    </a:xfrm>
                  </p:grpSpPr>
                  <p:sp>
                    <p:nvSpPr>
                      <p:cNvPr id="5980" name="任意多边形 6380">
                        <a:extLst>
                          <a:ext uri="{FF2B5EF4-FFF2-40B4-BE49-F238E27FC236}">
                            <a16:creationId xmlns:a16="http://schemas.microsoft.com/office/drawing/2014/main" id="{EE25D936-CDD2-66D3-5682-98C2EA6571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814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81" name="任意多边形 6381">
                        <a:extLst>
                          <a:ext uri="{FF2B5EF4-FFF2-40B4-BE49-F238E27FC236}">
                            <a16:creationId xmlns:a16="http://schemas.microsoft.com/office/drawing/2014/main" id="{3664F609-6FDD-0A3A-060D-4123CB29A1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0953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82" name="任意多边形 6382">
                        <a:extLst>
                          <a:ext uri="{FF2B5EF4-FFF2-40B4-BE49-F238E27FC236}">
                            <a16:creationId xmlns:a16="http://schemas.microsoft.com/office/drawing/2014/main" id="{A880C003-EF33-F5F4-C62B-7A311FE1C2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1360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72" name="组合 5971">
                      <a:extLst>
                        <a:ext uri="{FF2B5EF4-FFF2-40B4-BE49-F238E27FC236}">
                          <a16:creationId xmlns:a16="http://schemas.microsoft.com/office/drawing/2014/main" id="{DF1A0C46-866E-AA80-821A-2036ECCF65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39416" y="5299924"/>
                      <a:ext cx="21092" cy="25357"/>
                      <a:chOff x="4539416" y="5299924"/>
                      <a:chExt cx="21092" cy="25357"/>
                    </a:xfrm>
                  </p:grpSpPr>
                  <p:sp>
                    <p:nvSpPr>
                      <p:cNvPr id="5977" name="任意多边形 6377">
                        <a:extLst>
                          <a:ext uri="{FF2B5EF4-FFF2-40B4-BE49-F238E27FC236}">
                            <a16:creationId xmlns:a16="http://schemas.microsoft.com/office/drawing/2014/main" id="{99705DF3-7CC7-2381-64AA-BB1267D68A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3940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78" name="任意多边形 6378">
                        <a:extLst>
                          <a:ext uri="{FF2B5EF4-FFF2-40B4-BE49-F238E27FC236}">
                            <a16:creationId xmlns:a16="http://schemas.microsoft.com/office/drawing/2014/main" id="{F1BE5AF9-45D9-1E9D-9F51-5881B4D68F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0792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79" name="任意多边形 6379">
                        <a:extLst>
                          <a:ext uri="{FF2B5EF4-FFF2-40B4-BE49-F238E27FC236}">
                            <a16:creationId xmlns:a16="http://schemas.microsoft.com/office/drawing/2014/main" id="{3A1422D3-F7B6-3A2F-768D-227A50F30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4486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73" name="组合 5972">
                      <a:extLst>
                        <a:ext uri="{FF2B5EF4-FFF2-40B4-BE49-F238E27FC236}">
                          <a16:creationId xmlns:a16="http://schemas.microsoft.com/office/drawing/2014/main" id="{B5E4B39B-BB60-8BB3-5D71-075669E6E6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0669" y="5299924"/>
                      <a:ext cx="21092" cy="25357"/>
                      <a:chOff x="4570669" y="5299924"/>
                      <a:chExt cx="21092" cy="25357"/>
                    </a:xfrm>
                  </p:grpSpPr>
                  <p:sp>
                    <p:nvSpPr>
                      <p:cNvPr id="5974" name="任意多边形 6374">
                        <a:extLst>
                          <a:ext uri="{FF2B5EF4-FFF2-40B4-BE49-F238E27FC236}">
                            <a16:creationId xmlns:a16="http://schemas.microsoft.com/office/drawing/2014/main" id="{13C8D7D0-17BA-B7C2-81F8-61EF891CA7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0654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75" name="任意多边形 6375">
                        <a:extLst>
                          <a:ext uri="{FF2B5EF4-FFF2-40B4-BE49-F238E27FC236}">
                            <a16:creationId xmlns:a16="http://schemas.microsoft.com/office/drawing/2014/main" id="{8EB4AFC0-0A4F-B9DB-BFE1-1B9B9DA44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204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76" name="任意多边形 6376">
                        <a:extLst>
                          <a:ext uri="{FF2B5EF4-FFF2-40B4-BE49-F238E27FC236}">
                            <a16:creationId xmlns:a16="http://schemas.microsoft.com/office/drawing/2014/main" id="{5299A63F-6388-61C6-1EE0-8DEB410621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576114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920" name="组合 5919">
                  <a:extLst>
                    <a:ext uri="{FF2B5EF4-FFF2-40B4-BE49-F238E27FC236}">
                      <a16:creationId xmlns:a16="http://schemas.microsoft.com/office/drawing/2014/main" id="{F83441F3-E007-583A-B2BC-D5EAE62B28BA}"/>
                    </a:ext>
                  </a:extLst>
                </p:cNvPr>
                <p:cNvGrpSpPr/>
                <p:nvPr/>
              </p:nvGrpSpPr>
              <p:grpSpPr>
                <a:xfrm>
                  <a:off x="4596778" y="5291525"/>
                  <a:ext cx="96970" cy="42156"/>
                  <a:chOff x="4596778" y="5291525"/>
                  <a:chExt cx="96970" cy="42156"/>
                </a:xfrm>
              </p:grpSpPr>
              <p:sp>
                <p:nvSpPr>
                  <p:cNvPr id="5953" name="任意多边形 6353">
                    <a:extLst>
                      <a:ext uri="{FF2B5EF4-FFF2-40B4-BE49-F238E27FC236}">
                        <a16:creationId xmlns:a16="http://schemas.microsoft.com/office/drawing/2014/main" id="{FDAD4774-5759-2A10-DD67-44007FBCC914}"/>
                      </a:ext>
                    </a:extLst>
                  </p:cNvPr>
                  <p:cNvSpPr/>
                  <p:nvPr/>
                </p:nvSpPr>
                <p:spPr>
                  <a:xfrm>
                    <a:off x="4596778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954" name="任意多边形 6354">
                    <a:extLst>
                      <a:ext uri="{FF2B5EF4-FFF2-40B4-BE49-F238E27FC236}">
                        <a16:creationId xmlns:a16="http://schemas.microsoft.com/office/drawing/2014/main" id="{B7710006-4BEC-1995-5896-9E11E30C5191}"/>
                      </a:ext>
                    </a:extLst>
                  </p:cNvPr>
                  <p:cNvSpPr/>
                  <p:nvPr/>
                </p:nvSpPr>
                <p:spPr>
                  <a:xfrm>
                    <a:off x="4598658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955" name="组合 5954">
                    <a:extLst>
                      <a:ext uri="{FF2B5EF4-FFF2-40B4-BE49-F238E27FC236}">
                        <a16:creationId xmlns:a16="http://schemas.microsoft.com/office/drawing/2014/main" id="{57763A77-D04E-CC38-D97F-D6C69BED5220}"/>
                      </a:ext>
                    </a:extLst>
                  </p:cNvPr>
                  <p:cNvGrpSpPr/>
                  <p:nvPr/>
                </p:nvGrpSpPr>
                <p:grpSpPr>
                  <a:xfrm>
                    <a:off x="4603961" y="5299943"/>
                    <a:ext cx="83660" cy="25319"/>
                    <a:chOff x="4603961" y="5299943"/>
                    <a:chExt cx="83660" cy="25319"/>
                  </a:xfrm>
                </p:grpSpPr>
                <p:grpSp>
                  <p:nvGrpSpPr>
                    <p:cNvPr id="5956" name="组合 5955">
                      <a:extLst>
                        <a:ext uri="{FF2B5EF4-FFF2-40B4-BE49-F238E27FC236}">
                          <a16:creationId xmlns:a16="http://schemas.microsoft.com/office/drawing/2014/main" id="{9796310B-F9BB-6631-A2A0-933E5522A9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3991" y="5299924"/>
                      <a:ext cx="21092" cy="25357"/>
                      <a:chOff x="4603991" y="5299924"/>
                      <a:chExt cx="21092" cy="25357"/>
                    </a:xfrm>
                  </p:grpSpPr>
                  <p:sp>
                    <p:nvSpPr>
                      <p:cNvPr id="5965" name="任意多边形 6365">
                        <a:extLst>
                          <a:ext uri="{FF2B5EF4-FFF2-40B4-BE49-F238E27FC236}">
                            <a16:creationId xmlns:a16="http://schemas.microsoft.com/office/drawing/2014/main" id="{2E7B53EA-604D-1DBA-4A79-A91094888C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975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66" name="任意多边形 6366">
                        <a:extLst>
                          <a:ext uri="{FF2B5EF4-FFF2-40B4-BE49-F238E27FC236}">
                            <a16:creationId xmlns:a16="http://schemas.microsoft.com/office/drawing/2014/main" id="{49221733-B9FF-9ED6-ECBB-ED3D0F10A8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536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67" name="任意多边形 6367">
                        <a:extLst>
                          <a:ext uri="{FF2B5EF4-FFF2-40B4-BE49-F238E27FC236}">
                            <a16:creationId xmlns:a16="http://schemas.microsoft.com/office/drawing/2014/main" id="{97027641-51AB-6950-3974-68DA2B9A8D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9435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57" name="组合 5956">
                      <a:extLst>
                        <a:ext uri="{FF2B5EF4-FFF2-40B4-BE49-F238E27FC236}">
                          <a16:creationId xmlns:a16="http://schemas.microsoft.com/office/drawing/2014/main" id="{38B2F3F0-D264-2BC7-A3A1-060DBA5511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35245" y="5299924"/>
                      <a:ext cx="21092" cy="25357"/>
                      <a:chOff x="4635245" y="5299924"/>
                      <a:chExt cx="21092" cy="25357"/>
                    </a:xfrm>
                  </p:grpSpPr>
                  <p:sp>
                    <p:nvSpPr>
                      <p:cNvPr id="5962" name="任意多边形 6362">
                        <a:extLst>
                          <a:ext uri="{FF2B5EF4-FFF2-40B4-BE49-F238E27FC236}">
                            <a16:creationId xmlns:a16="http://schemas.microsoft.com/office/drawing/2014/main" id="{9E07D094-1751-0BE4-33F3-0B2E79907F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5230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63" name="任意多边形 6363">
                        <a:extLst>
                          <a:ext uri="{FF2B5EF4-FFF2-40B4-BE49-F238E27FC236}">
                            <a16:creationId xmlns:a16="http://schemas.microsoft.com/office/drawing/2014/main" id="{0670006E-18F8-8F4A-CCEC-5C7EC1C7FC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3662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64" name="任意多边形 6364">
                        <a:extLst>
                          <a:ext uri="{FF2B5EF4-FFF2-40B4-BE49-F238E27FC236}">
                            <a16:creationId xmlns:a16="http://schemas.microsoft.com/office/drawing/2014/main" id="{C9F2DA1E-DD0A-9B77-3343-2C3A6150DA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40690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58" name="组合 5957">
                      <a:extLst>
                        <a:ext uri="{FF2B5EF4-FFF2-40B4-BE49-F238E27FC236}">
                          <a16:creationId xmlns:a16="http://schemas.microsoft.com/office/drawing/2014/main" id="{B86BACC3-07CB-0919-BB73-074ADECA1B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66499" y="5299924"/>
                      <a:ext cx="21092" cy="25357"/>
                      <a:chOff x="4666499" y="5299924"/>
                      <a:chExt cx="21092" cy="25357"/>
                    </a:xfrm>
                  </p:grpSpPr>
                  <p:sp>
                    <p:nvSpPr>
                      <p:cNvPr id="5959" name="任意多边形 6359">
                        <a:extLst>
                          <a:ext uri="{FF2B5EF4-FFF2-40B4-BE49-F238E27FC236}">
                            <a16:creationId xmlns:a16="http://schemas.microsoft.com/office/drawing/2014/main" id="{776B7EFE-6054-C03A-EC7E-82ED693FB4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648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60" name="任意多边形 6360">
                        <a:extLst>
                          <a:ext uri="{FF2B5EF4-FFF2-40B4-BE49-F238E27FC236}">
                            <a16:creationId xmlns:a16="http://schemas.microsoft.com/office/drawing/2014/main" id="{9C93C262-0652-2474-7EEB-E9617225B6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7875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61" name="任意多边形 6361">
                        <a:extLst>
                          <a:ext uri="{FF2B5EF4-FFF2-40B4-BE49-F238E27FC236}">
                            <a16:creationId xmlns:a16="http://schemas.microsoft.com/office/drawing/2014/main" id="{90E4ED0A-DAD3-0F00-62E4-B9CF482FAA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7194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921" name="组合 5920">
                  <a:extLst>
                    <a:ext uri="{FF2B5EF4-FFF2-40B4-BE49-F238E27FC236}">
                      <a16:creationId xmlns:a16="http://schemas.microsoft.com/office/drawing/2014/main" id="{98AB7D19-959F-EB5E-9163-8DD9AC2FC21C}"/>
                    </a:ext>
                  </a:extLst>
                </p:cNvPr>
                <p:cNvGrpSpPr/>
                <p:nvPr/>
              </p:nvGrpSpPr>
              <p:grpSpPr>
                <a:xfrm>
                  <a:off x="4692374" y="5291525"/>
                  <a:ext cx="96970" cy="42156"/>
                  <a:chOff x="4692374" y="5291525"/>
                  <a:chExt cx="96970" cy="42156"/>
                </a:xfrm>
              </p:grpSpPr>
              <p:sp>
                <p:nvSpPr>
                  <p:cNvPr id="5938" name="任意多边形 6338">
                    <a:extLst>
                      <a:ext uri="{FF2B5EF4-FFF2-40B4-BE49-F238E27FC236}">
                        <a16:creationId xmlns:a16="http://schemas.microsoft.com/office/drawing/2014/main" id="{78567124-70F8-7B9B-EBFA-7F9EB51C72F9}"/>
                      </a:ext>
                    </a:extLst>
                  </p:cNvPr>
                  <p:cNvSpPr/>
                  <p:nvPr/>
                </p:nvSpPr>
                <p:spPr>
                  <a:xfrm>
                    <a:off x="4692374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939" name="任意多边形 6339">
                    <a:extLst>
                      <a:ext uri="{FF2B5EF4-FFF2-40B4-BE49-F238E27FC236}">
                        <a16:creationId xmlns:a16="http://schemas.microsoft.com/office/drawing/2014/main" id="{730DC238-8511-2A8E-8EC9-70BE88B61417}"/>
                      </a:ext>
                    </a:extLst>
                  </p:cNvPr>
                  <p:cNvSpPr/>
                  <p:nvPr/>
                </p:nvSpPr>
                <p:spPr>
                  <a:xfrm>
                    <a:off x="4694254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940" name="组合 5939">
                    <a:extLst>
                      <a:ext uri="{FF2B5EF4-FFF2-40B4-BE49-F238E27FC236}">
                        <a16:creationId xmlns:a16="http://schemas.microsoft.com/office/drawing/2014/main" id="{F40A0183-E7B5-8342-0DA0-8319551A2D31}"/>
                      </a:ext>
                    </a:extLst>
                  </p:cNvPr>
                  <p:cNvGrpSpPr/>
                  <p:nvPr/>
                </p:nvGrpSpPr>
                <p:grpSpPr>
                  <a:xfrm>
                    <a:off x="4699557" y="5299943"/>
                    <a:ext cx="83660" cy="25319"/>
                    <a:chOff x="4699557" y="5299943"/>
                    <a:chExt cx="83660" cy="25319"/>
                  </a:xfrm>
                </p:grpSpPr>
                <p:grpSp>
                  <p:nvGrpSpPr>
                    <p:cNvPr id="5941" name="组合 5940">
                      <a:extLst>
                        <a:ext uri="{FF2B5EF4-FFF2-40B4-BE49-F238E27FC236}">
                          <a16:creationId xmlns:a16="http://schemas.microsoft.com/office/drawing/2014/main" id="{6BA24E77-0469-71F2-2D6F-67EF7BF5CFF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9587" y="5299924"/>
                      <a:ext cx="21092" cy="25357"/>
                      <a:chOff x="4699587" y="5299924"/>
                      <a:chExt cx="21092" cy="25357"/>
                    </a:xfrm>
                  </p:grpSpPr>
                  <p:sp>
                    <p:nvSpPr>
                      <p:cNvPr id="5950" name="任意多边形 6350">
                        <a:extLst>
                          <a:ext uri="{FF2B5EF4-FFF2-40B4-BE49-F238E27FC236}">
                            <a16:creationId xmlns:a16="http://schemas.microsoft.com/office/drawing/2014/main" id="{BE49A9B8-651F-FDD0-6812-149949D805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99571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51" name="任意多边形 6351">
                        <a:extLst>
                          <a:ext uri="{FF2B5EF4-FFF2-40B4-BE49-F238E27FC236}">
                            <a16:creationId xmlns:a16="http://schemas.microsoft.com/office/drawing/2014/main" id="{41F75B64-367E-3A75-2A05-A14E86D503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0963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52" name="任意多边形 6352">
                        <a:extLst>
                          <a:ext uri="{FF2B5EF4-FFF2-40B4-BE49-F238E27FC236}">
                            <a16:creationId xmlns:a16="http://schemas.microsoft.com/office/drawing/2014/main" id="{9215C631-2EFE-E959-D2E1-6D864F5BC6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5031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42" name="组合 5941">
                      <a:extLst>
                        <a:ext uri="{FF2B5EF4-FFF2-40B4-BE49-F238E27FC236}">
                          <a16:creationId xmlns:a16="http://schemas.microsoft.com/office/drawing/2014/main" id="{E2DB2F1E-D6CF-4776-1485-B864AD4F9E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841" y="5299924"/>
                      <a:ext cx="21092" cy="25357"/>
                      <a:chOff x="4730841" y="5299924"/>
                      <a:chExt cx="21092" cy="25357"/>
                    </a:xfrm>
                  </p:grpSpPr>
                  <p:sp>
                    <p:nvSpPr>
                      <p:cNvPr id="5947" name="任意多边形 6347">
                        <a:extLst>
                          <a:ext uri="{FF2B5EF4-FFF2-40B4-BE49-F238E27FC236}">
                            <a16:creationId xmlns:a16="http://schemas.microsoft.com/office/drawing/2014/main" id="{0AD9573A-CDF0-0547-B39B-73F4226518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082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48" name="任意多边形 6348">
                        <a:extLst>
                          <a:ext uri="{FF2B5EF4-FFF2-40B4-BE49-F238E27FC236}">
                            <a16:creationId xmlns:a16="http://schemas.microsoft.com/office/drawing/2014/main" id="{22C4ED58-80E1-A5F2-AC2E-EA3B012522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2217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49" name="任意多边形 6349">
                        <a:extLst>
                          <a:ext uri="{FF2B5EF4-FFF2-40B4-BE49-F238E27FC236}">
                            <a16:creationId xmlns:a16="http://schemas.microsoft.com/office/drawing/2014/main" id="{47F4F893-338B-12AF-2D4A-5910F9E272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628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43" name="组合 5942">
                      <a:extLst>
                        <a:ext uri="{FF2B5EF4-FFF2-40B4-BE49-F238E27FC236}">
                          <a16:creationId xmlns:a16="http://schemas.microsoft.com/office/drawing/2014/main" id="{279012E6-5D8D-6481-9713-61364ADB09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62095" y="5299924"/>
                      <a:ext cx="21092" cy="25357"/>
                      <a:chOff x="4762095" y="5299924"/>
                      <a:chExt cx="21092" cy="25357"/>
                    </a:xfrm>
                  </p:grpSpPr>
                  <p:sp>
                    <p:nvSpPr>
                      <p:cNvPr id="5944" name="任意多边形 6344">
                        <a:extLst>
                          <a:ext uri="{FF2B5EF4-FFF2-40B4-BE49-F238E27FC236}">
                            <a16:creationId xmlns:a16="http://schemas.microsoft.com/office/drawing/2014/main" id="{7E644AD3-0ECA-B0BC-0BC2-AAF112FA8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2079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45" name="任意多边形 6345">
                        <a:extLst>
                          <a:ext uri="{FF2B5EF4-FFF2-40B4-BE49-F238E27FC236}">
                            <a16:creationId xmlns:a16="http://schemas.microsoft.com/office/drawing/2014/main" id="{2D91A045-5C98-2F7E-5EA3-3EF4C05E78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471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46" name="任意多边形 6346">
                        <a:extLst>
                          <a:ext uri="{FF2B5EF4-FFF2-40B4-BE49-F238E27FC236}">
                            <a16:creationId xmlns:a16="http://schemas.microsoft.com/office/drawing/2014/main" id="{D23F28CC-FCF5-B671-04FA-FE90B7175E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7539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  <p:grpSp>
              <p:nvGrpSpPr>
                <p:cNvPr id="5922" name="组合 5921">
                  <a:extLst>
                    <a:ext uri="{FF2B5EF4-FFF2-40B4-BE49-F238E27FC236}">
                      <a16:creationId xmlns:a16="http://schemas.microsoft.com/office/drawing/2014/main" id="{8A0DFFB1-1174-F3B8-A80E-B5ED88B7C3B9}"/>
                    </a:ext>
                  </a:extLst>
                </p:cNvPr>
                <p:cNvGrpSpPr/>
                <p:nvPr/>
              </p:nvGrpSpPr>
              <p:grpSpPr>
                <a:xfrm>
                  <a:off x="4787551" y="5291525"/>
                  <a:ext cx="96970" cy="42156"/>
                  <a:chOff x="4787551" y="5291525"/>
                  <a:chExt cx="96970" cy="42156"/>
                </a:xfrm>
              </p:grpSpPr>
              <p:sp>
                <p:nvSpPr>
                  <p:cNvPr id="5923" name="任意多边形 6323">
                    <a:extLst>
                      <a:ext uri="{FF2B5EF4-FFF2-40B4-BE49-F238E27FC236}">
                        <a16:creationId xmlns:a16="http://schemas.microsoft.com/office/drawing/2014/main" id="{09A40CEE-B95D-E6A4-D1F5-C52DF5BF17EB}"/>
                      </a:ext>
                    </a:extLst>
                  </p:cNvPr>
                  <p:cNvSpPr/>
                  <p:nvPr/>
                </p:nvSpPr>
                <p:spPr>
                  <a:xfrm>
                    <a:off x="4787551" y="5291525"/>
                    <a:ext cx="96970" cy="421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6970" h="42156">
                        <a:moveTo>
                          <a:pt x="5627" y="-59"/>
                        </a:moveTo>
                        <a:lnTo>
                          <a:pt x="91258" y="-59"/>
                        </a:lnTo>
                        <a:cubicBezTo>
                          <a:pt x="94370" y="-59"/>
                          <a:pt x="96970" y="2964"/>
                          <a:pt x="96970" y="6693"/>
                        </a:cubicBezTo>
                        <a:lnTo>
                          <a:pt x="96970" y="35320"/>
                        </a:lnTo>
                        <a:cubicBezTo>
                          <a:pt x="96970" y="39049"/>
                          <a:pt x="94370" y="42071"/>
                          <a:pt x="91258" y="42071"/>
                        </a:cubicBezTo>
                        <a:lnTo>
                          <a:pt x="5627" y="42071"/>
                        </a:lnTo>
                        <a:cubicBezTo>
                          <a:pt x="2515" y="42071"/>
                          <a:pt x="0" y="39049"/>
                          <a:pt x="0" y="35320"/>
                        </a:cubicBezTo>
                        <a:lnTo>
                          <a:pt x="0" y="6693"/>
                        </a:lnTo>
                        <a:cubicBezTo>
                          <a:pt x="0" y="2964"/>
                          <a:pt x="2515" y="-59"/>
                          <a:pt x="5627" y="-59"/>
                        </a:cubicBezTo>
                        <a:close/>
                      </a:path>
                    </a:pathLst>
                  </a:custGeom>
                  <a:solidFill>
                    <a:srgbClr val="454545"/>
                  </a:solidFill>
                  <a:ln w="2500" cap="flat">
                    <a:solidFill>
                      <a:srgbClr val="454545">
                        <a:alpha val="0"/>
                      </a:srgbClr>
                    </a:solidFill>
                    <a:bevel/>
                  </a:ln>
                </p:spPr>
              </p:sp>
              <p:sp>
                <p:nvSpPr>
                  <p:cNvPr id="5924" name="任意多边形 6324">
                    <a:extLst>
                      <a:ext uri="{FF2B5EF4-FFF2-40B4-BE49-F238E27FC236}">
                        <a16:creationId xmlns:a16="http://schemas.microsoft.com/office/drawing/2014/main" id="{17285E0B-557B-D8E5-99D2-8E409C009E2B}"/>
                      </a:ext>
                    </a:extLst>
                  </p:cNvPr>
                  <p:cNvSpPr/>
                  <p:nvPr/>
                </p:nvSpPr>
                <p:spPr>
                  <a:xfrm>
                    <a:off x="4789431" y="5293664"/>
                    <a:ext cx="93209" cy="37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93209" h="37877">
                        <a:moveTo>
                          <a:pt x="5408" y="-53"/>
                        </a:moveTo>
                        <a:lnTo>
                          <a:pt x="87720" y="-53"/>
                        </a:lnTo>
                        <a:cubicBezTo>
                          <a:pt x="90710" y="-53"/>
                          <a:pt x="93209" y="2663"/>
                          <a:pt x="93209" y="6013"/>
                        </a:cubicBezTo>
                        <a:lnTo>
                          <a:pt x="93209" y="31735"/>
                        </a:lnTo>
                        <a:cubicBezTo>
                          <a:pt x="93209" y="35085"/>
                          <a:pt x="90710" y="37801"/>
                          <a:pt x="87720" y="37801"/>
                        </a:cubicBezTo>
                        <a:lnTo>
                          <a:pt x="5408" y="37801"/>
                        </a:lnTo>
                        <a:cubicBezTo>
                          <a:pt x="2418" y="37801"/>
                          <a:pt x="0" y="35085"/>
                          <a:pt x="0" y="31735"/>
                        </a:cubicBezTo>
                        <a:lnTo>
                          <a:pt x="0" y="6013"/>
                        </a:lnTo>
                        <a:cubicBezTo>
                          <a:pt x="0" y="2663"/>
                          <a:pt x="2418" y="-53"/>
                          <a:pt x="5408" y="-5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FBFBFB"/>
                      </a:gs>
                      <a:gs pos="100000">
                        <a:srgbClr val="EFEFEF"/>
                      </a:gs>
                    </a:gsLst>
                    <a:lin ang="5400000" scaled="0"/>
                  </a:gradFill>
                  <a:ln w="2500" cap="flat">
                    <a:solidFill>
                      <a:srgbClr val="000000">
                        <a:alpha val="0"/>
                      </a:srgbClr>
                    </a:solidFill>
                    <a:bevel/>
                  </a:ln>
                </p:spPr>
              </p:sp>
              <p:grpSp>
                <p:nvGrpSpPr>
                  <p:cNvPr id="5925" name="组合 5924">
                    <a:extLst>
                      <a:ext uri="{FF2B5EF4-FFF2-40B4-BE49-F238E27FC236}">
                        <a16:creationId xmlns:a16="http://schemas.microsoft.com/office/drawing/2014/main" id="{5A1628E6-111C-9074-7B79-C74E2A28034F}"/>
                      </a:ext>
                    </a:extLst>
                  </p:cNvPr>
                  <p:cNvGrpSpPr/>
                  <p:nvPr/>
                </p:nvGrpSpPr>
                <p:grpSpPr>
                  <a:xfrm>
                    <a:off x="4794734" y="5299943"/>
                    <a:ext cx="83660" cy="25319"/>
                    <a:chOff x="4794734" y="5299943"/>
                    <a:chExt cx="83660" cy="25319"/>
                  </a:xfrm>
                </p:grpSpPr>
                <p:grpSp>
                  <p:nvGrpSpPr>
                    <p:cNvPr id="5926" name="组合 5925">
                      <a:extLst>
                        <a:ext uri="{FF2B5EF4-FFF2-40B4-BE49-F238E27FC236}">
                          <a16:creationId xmlns:a16="http://schemas.microsoft.com/office/drawing/2014/main" id="{A7DB1DA4-3A4D-08AF-999B-92AB0A19D8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4764" y="5299924"/>
                      <a:ext cx="21092" cy="25357"/>
                      <a:chOff x="4794764" y="5299924"/>
                      <a:chExt cx="21092" cy="25357"/>
                    </a:xfrm>
                  </p:grpSpPr>
                  <p:sp>
                    <p:nvSpPr>
                      <p:cNvPr id="5935" name="任意多边形 6335">
                        <a:extLst>
                          <a:ext uri="{FF2B5EF4-FFF2-40B4-BE49-F238E27FC236}">
                            <a16:creationId xmlns:a16="http://schemas.microsoft.com/office/drawing/2014/main" id="{7A9456AB-1572-99D1-B63E-D123DB7F56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4748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36" name="任意多边形 6336">
                        <a:extLst>
                          <a:ext uri="{FF2B5EF4-FFF2-40B4-BE49-F238E27FC236}">
                            <a16:creationId xmlns:a16="http://schemas.microsoft.com/office/drawing/2014/main" id="{D5DF5BC6-FF73-C226-04EC-C335273A5D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96140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37" name="任意多边形 6337">
                        <a:extLst>
                          <a:ext uri="{FF2B5EF4-FFF2-40B4-BE49-F238E27FC236}">
                            <a16:creationId xmlns:a16="http://schemas.microsoft.com/office/drawing/2014/main" id="{C47322D0-3D1A-396C-6F1E-91A33B15FC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00208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27" name="组合 5926">
                      <a:extLst>
                        <a:ext uri="{FF2B5EF4-FFF2-40B4-BE49-F238E27FC236}">
                          <a16:creationId xmlns:a16="http://schemas.microsoft.com/office/drawing/2014/main" id="{71B4EC4C-148B-0BA9-C776-16B71F3753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6018" y="5299924"/>
                      <a:ext cx="21092" cy="25357"/>
                      <a:chOff x="4826018" y="5299924"/>
                      <a:chExt cx="21092" cy="25357"/>
                    </a:xfrm>
                  </p:grpSpPr>
                  <p:sp>
                    <p:nvSpPr>
                      <p:cNvPr id="5932" name="任意多边形 6332">
                        <a:extLst>
                          <a:ext uri="{FF2B5EF4-FFF2-40B4-BE49-F238E27FC236}">
                            <a16:creationId xmlns:a16="http://schemas.microsoft.com/office/drawing/2014/main" id="{572E15CA-4A09-1E26-D421-EDCF321E8D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6003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33" name="任意多边形 6333">
                        <a:extLst>
                          <a:ext uri="{FF2B5EF4-FFF2-40B4-BE49-F238E27FC236}">
                            <a16:creationId xmlns:a16="http://schemas.microsoft.com/office/drawing/2014/main" id="{CE5DE6FD-F39F-2CC7-6B84-FF9E125FB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4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34" name="任意多边形 6334">
                        <a:extLst>
                          <a:ext uri="{FF2B5EF4-FFF2-40B4-BE49-F238E27FC236}">
                            <a16:creationId xmlns:a16="http://schemas.microsoft.com/office/drawing/2014/main" id="{CD376EB0-5B89-7A4F-BDC7-A4C13EEA26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1463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  <p:grpSp>
                  <p:nvGrpSpPr>
                    <p:cNvPr id="5928" name="组合 5927">
                      <a:extLst>
                        <a:ext uri="{FF2B5EF4-FFF2-40B4-BE49-F238E27FC236}">
                          <a16:creationId xmlns:a16="http://schemas.microsoft.com/office/drawing/2014/main" id="{ED2F5BE8-2F4D-F536-C609-77AC852660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7272" y="5299924"/>
                      <a:ext cx="21092" cy="25357"/>
                      <a:chOff x="4857272" y="5299924"/>
                      <a:chExt cx="21092" cy="25357"/>
                    </a:xfrm>
                  </p:grpSpPr>
                  <p:sp>
                    <p:nvSpPr>
                      <p:cNvPr id="5929" name="任意多边形 6329">
                        <a:extLst>
                          <a:ext uri="{FF2B5EF4-FFF2-40B4-BE49-F238E27FC236}">
                            <a16:creationId xmlns:a16="http://schemas.microsoft.com/office/drawing/2014/main" id="{4910E5E2-2534-3548-64B3-3950E02C97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7256" y="5299909"/>
                        <a:ext cx="21123" cy="25316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21123" h="25316">
                            <a:moveTo>
                              <a:pt x="-40" y="12658"/>
                            </a:moveTo>
                            <a:cubicBezTo>
                              <a:pt x="-40" y="5665"/>
                              <a:pt x="4687" y="0"/>
                              <a:pt x="10517" y="0"/>
                            </a:cubicBezTo>
                            <a:cubicBezTo>
                              <a:pt x="16348" y="0"/>
                              <a:pt x="21075" y="5665"/>
                              <a:pt x="21075" y="12658"/>
                            </a:cubicBezTo>
                            <a:cubicBezTo>
                              <a:pt x="21075" y="19641"/>
                              <a:pt x="16348" y="25316"/>
                              <a:pt x="10517" y="25316"/>
                            </a:cubicBezTo>
                            <a:cubicBezTo>
                              <a:pt x="4687" y="25316"/>
                              <a:pt x="-40" y="19641"/>
                              <a:pt x="-40" y="12658"/>
                            </a:cubicBezTo>
                            <a:close/>
                          </a:path>
                        </a:pathLst>
                      </a:custGeom>
                      <a:solidFill>
                        <a:srgbClr val="191919">
                          <a:alpha val="36000"/>
                        </a:srgbClr>
                      </a:soli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30" name="任意多边形 6330">
                        <a:extLst>
                          <a:ext uri="{FF2B5EF4-FFF2-40B4-BE49-F238E27FC236}">
                            <a16:creationId xmlns:a16="http://schemas.microsoft.com/office/drawing/2014/main" id="{B6A9F073-41FF-9A50-CC0F-8C7CEB00F2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8648" y="5301577"/>
                        <a:ext cx="18341" cy="21980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8341" h="21980">
                            <a:moveTo>
                              <a:pt x="-35" y="10990"/>
                            </a:moveTo>
                            <a:cubicBezTo>
                              <a:pt x="-35" y="4919"/>
                              <a:pt x="4069" y="0"/>
                              <a:pt x="9132" y="0"/>
                            </a:cubicBezTo>
                            <a:cubicBezTo>
                              <a:pt x="14194" y="0"/>
                              <a:pt x="18299" y="4919"/>
                              <a:pt x="18299" y="10990"/>
                            </a:cubicBezTo>
                            <a:cubicBezTo>
                              <a:pt x="18299" y="17053"/>
                              <a:pt x="14194" y="21980"/>
                              <a:pt x="9132" y="21980"/>
                            </a:cubicBezTo>
                            <a:cubicBezTo>
                              <a:pt x="4069" y="21980"/>
                              <a:pt x="-35" y="17053"/>
                              <a:pt x="-35" y="10990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24000">
                            <a:srgbClr val="939393"/>
                          </a:gs>
                          <a:gs pos="100000">
                            <a:srgbClr val="595959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  <p:sp>
                    <p:nvSpPr>
                      <p:cNvPr id="5931" name="任意多边形 6331">
                        <a:extLst>
                          <a:ext uri="{FF2B5EF4-FFF2-40B4-BE49-F238E27FC236}">
                            <a16:creationId xmlns:a16="http://schemas.microsoft.com/office/drawing/2014/main" id="{98E8E2AB-FB16-AE38-FCB1-E386D243DF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62716" y="5306453"/>
                        <a:ext cx="10203" cy="12228"/>
                      </a:xfrm>
                      <a:custGeom>
                        <a:avLst/>
                        <a:gdLst/>
                        <a:ahLst/>
                        <a:cxnLst/>
                        <a:rect l="0" t="0" r="0" b="0"/>
                        <a:pathLst>
                          <a:path w="10203" h="12228">
                            <a:moveTo>
                              <a:pt x="-19" y="6114"/>
                            </a:moveTo>
                            <a:cubicBezTo>
                              <a:pt x="-19" y="2736"/>
                              <a:pt x="2264" y="0"/>
                              <a:pt x="5080" y="0"/>
                            </a:cubicBezTo>
                            <a:cubicBezTo>
                              <a:pt x="7897" y="0"/>
                              <a:pt x="10180" y="2736"/>
                              <a:pt x="10180" y="6114"/>
                            </a:cubicBezTo>
                            <a:cubicBezTo>
                              <a:pt x="10180" y="9487"/>
                              <a:pt x="7897" y="12228"/>
                              <a:pt x="5080" y="12228"/>
                            </a:cubicBezTo>
                            <a:cubicBezTo>
                              <a:pt x="2264" y="12228"/>
                              <a:pt x="-19" y="9487"/>
                              <a:pt x="-19" y="6114"/>
                            </a:cubicBezTo>
                            <a:close/>
                          </a:path>
                        </a:pathLst>
                      </a:custGeom>
                      <a:gradFill>
                        <a:gsLst>
                          <a:gs pos="44000">
                            <a:srgbClr val="191919"/>
                          </a:gs>
                          <a:gs pos="100000">
                            <a:srgbClr val="303030"/>
                          </a:gs>
                        </a:gsLst>
                        <a:lin ang="5400000" scaled="0"/>
                      </a:gradFill>
                      <a:ln w="2500" cap="flat">
                        <a:solidFill>
                          <a:srgbClr val="000000">
                            <a:alpha val="0"/>
                          </a:srgbClr>
                        </a:solidFill>
                        <a:bevel/>
                      </a:ln>
                    </p:spPr>
                  </p:sp>
                </p:grpSp>
              </p:grpSp>
            </p:grpSp>
          </p:grpSp>
        </p:grpSp>
      </p:grpSp>
      <p:sp>
        <p:nvSpPr>
          <p:cNvPr id="6717" name="矩形 6716">
            <a:extLst>
              <a:ext uri="{FF2B5EF4-FFF2-40B4-BE49-F238E27FC236}">
                <a16:creationId xmlns:a16="http://schemas.microsoft.com/office/drawing/2014/main" id="{C973FF3E-6500-1FD3-3545-2E9EAD2EF88C}"/>
              </a:ext>
            </a:extLst>
          </p:cNvPr>
          <p:cNvSpPr/>
          <p:nvPr/>
        </p:nvSpPr>
        <p:spPr>
          <a:xfrm>
            <a:off x="1840139" y="5378344"/>
            <a:ext cx="864000" cy="463550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ysDash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这里是内容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rPr>
              <a:t>区域样式</a:t>
            </a:r>
          </a:p>
        </p:txBody>
      </p:sp>
      <p:sp>
        <p:nvSpPr>
          <p:cNvPr id="6718" name="圆角矩形 6730">
            <a:extLst>
              <a:ext uri="{FF2B5EF4-FFF2-40B4-BE49-F238E27FC236}">
                <a16:creationId xmlns:a16="http://schemas.microsoft.com/office/drawing/2014/main" id="{CF8581C4-163E-EEA9-7BDF-484764E7A076}"/>
              </a:ext>
            </a:extLst>
          </p:cNvPr>
          <p:cNvSpPr/>
          <p:nvPr/>
        </p:nvSpPr>
        <p:spPr>
          <a:xfrm>
            <a:off x="5518574" y="1206896"/>
            <a:ext cx="1908000" cy="214729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6719" name="文本框 6718">
            <a:extLst>
              <a:ext uri="{FF2B5EF4-FFF2-40B4-BE49-F238E27FC236}">
                <a16:creationId xmlns:a16="http://schemas.microsoft.com/office/drawing/2014/main" id="{C2EC7825-B2B1-7CC5-F1F1-65F32431F250}"/>
              </a:ext>
            </a:extLst>
          </p:cNvPr>
          <p:cNvSpPr txBox="1"/>
          <p:nvPr/>
        </p:nvSpPr>
        <p:spPr>
          <a:xfrm>
            <a:off x="6088370" y="1309511"/>
            <a:ext cx="76840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lang="zh-CN" altLang="en-US" sz="1050" kern="0" dirty="0">
                <a:solidFill>
                  <a:prstClr val="black"/>
                </a:solidFill>
                <a:latin typeface="微软雅黑"/>
              </a:rPr>
              <a:t>内容小标题</a:t>
            </a:r>
          </a:p>
        </p:txBody>
      </p:sp>
      <p:grpSp>
        <p:nvGrpSpPr>
          <p:cNvPr id="6720" name="组合 6719">
            <a:extLst>
              <a:ext uri="{FF2B5EF4-FFF2-40B4-BE49-F238E27FC236}">
                <a16:creationId xmlns:a16="http://schemas.microsoft.com/office/drawing/2014/main" id="{CE4C2F21-D06B-E8A2-1A5C-3C0DA21B70D8}"/>
              </a:ext>
            </a:extLst>
          </p:cNvPr>
          <p:cNvGrpSpPr/>
          <p:nvPr/>
        </p:nvGrpSpPr>
        <p:grpSpPr>
          <a:xfrm>
            <a:off x="5662574" y="2248296"/>
            <a:ext cx="1620000" cy="1017211"/>
            <a:chOff x="5662574" y="2248296"/>
            <a:chExt cx="1620000" cy="1017211"/>
          </a:xfrm>
        </p:grpSpPr>
        <p:sp>
          <p:nvSpPr>
            <p:cNvPr id="6721" name="矩形 6720">
              <a:extLst>
                <a:ext uri="{FF2B5EF4-FFF2-40B4-BE49-F238E27FC236}">
                  <a16:creationId xmlns:a16="http://schemas.microsoft.com/office/drawing/2014/main" id="{624D1B89-DF8A-032F-AD41-F7A512D6C02D}"/>
                </a:ext>
              </a:extLst>
            </p:cNvPr>
            <p:cNvSpPr/>
            <p:nvPr/>
          </p:nvSpPr>
          <p:spPr>
            <a:xfrm>
              <a:off x="5662574" y="2248296"/>
              <a:ext cx="1620000" cy="1017211"/>
            </a:xfrm>
            <a:prstGeom prst="rect">
              <a:avLst/>
            </a:prstGeom>
            <a:solidFill>
              <a:srgbClr val="F9F9F9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722" name="圆角矩形 6732">
              <a:extLst>
                <a:ext uri="{FF2B5EF4-FFF2-40B4-BE49-F238E27FC236}">
                  <a16:creationId xmlns:a16="http://schemas.microsoft.com/office/drawing/2014/main" id="{C5927117-158F-F8BF-5C2D-9226BA14BA83}"/>
                </a:ext>
              </a:extLst>
            </p:cNvPr>
            <p:cNvSpPr/>
            <p:nvPr/>
          </p:nvSpPr>
          <p:spPr>
            <a:xfrm>
              <a:off x="5793553" y="2308472"/>
              <a:ext cx="222587" cy="6480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txBody>
            <a:bodyPr l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密码平台  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B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723" name="文本框 6722">
              <a:extLst>
                <a:ext uri="{FF2B5EF4-FFF2-40B4-BE49-F238E27FC236}">
                  <a16:creationId xmlns:a16="http://schemas.microsoft.com/office/drawing/2014/main" id="{B5F414AD-4B98-B61A-BC0A-A586A7CBEE2B}"/>
                </a:ext>
              </a:extLst>
            </p:cNvPr>
            <p:cNvSpPr txBox="1"/>
            <p:nvPr/>
          </p:nvSpPr>
          <p:spPr>
            <a:xfrm>
              <a:off x="6119012" y="2370484"/>
              <a:ext cx="1012508" cy="216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10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pPr marL="0" marR="0" lvl="0" indent="0" algn="ctr" defTabSz="9290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1</a:t>
              </a:r>
            </a:p>
          </p:txBody>
        </p:sp>
        <p:sp>
          <p:nvSpPr>
            <p:cNvPr id="6724" name="文本框 6723">
              <a:extLst>
                <a:ext uri="{FF2B5EF4-FFF2-40B4-BE49-F238E27FC236}">
                  <a16:creationId xmlns:a16="http://schemas.microsoft.com/office/drawing/2014/main" id="{856E7A70-BF78-93A2-FEDD-1F625010797B}"/>
                </a:ext>
              </a:extLst>
            </p:cNvPr>
            <p:cNvSpPr txBox="1"/>
            <p:nvPr/>
          </p:nvSpPr>
          <p:spPr>
            <a:xfrm>
              <a:off x="6110425" y="2686196"/>
              <a:ext cx="1021671" cy="200055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rgbClr val="666666">
                  <a:lumMod val="40000"/>
                  <a:lumOff val="60000"/>
                </a:srgbClr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2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725" name="文本框 6724">
              <a:extLst>
                <a:ext uri="{FF2B5EF4-FFF2-40B4-BE49-F238E27FC236}">
                  <a16:creationId xmlns:a16="http://schemas.microsoft.com/office/drawing/2014/main" id="{79CA5494-D631-A52F-9DA9-2BD16F761D7A}"/>
                </a:ext>
              </a:extLst>
            </p:cNvPr>
            <p:cNvSpPr txBox="1"/>
            <p:nvPr/>
          </p:nvSpPr>
          <p:spPr>
            <a:xfrm>
              <a:off x="6072152" y="3026411"/>
              <a:ext cx="80084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内容样式</a:t>
              </a:r>
            </a:p>
          </p:txBody>
        </p:sp>
      </p:grpSp>
      <p:grpSp>
        <p:nvGrpSpPr>
          <p:cNvPr id="6726" name="组合 6725">
            <a:extLst>
              <a:ext uri="{FF2B5EF4-FFF2-40B4-BE49-F238E27FC236}">
                <a16:creationId xmlns:a16="http://schemas.microsoft.com/office/drawing/2014/main" id="{D8B2AA23-26CB-3732-D62C-ABCB99169C86}"/>
              </a:ext>
            </a:extLst>
          </p:cNvPr>
          <p:cNvGrpSpPr/>
          <p:nvPr/>
        </p:nvGrpSpPr>
        <p:grpSpPr>
          <a:xfrm>
            <a:off x="5990303" y="1581547"/>
            <a:ext cx="964542" cy="279400"/>
            <a:chOff x="3689350" y="2032000"/>
            <a:chExt cx="908050" cy="279400"/>
          </a:xfrm>
        </p:grpSpPr>
        <p:grpSp>
          <p:nvGrpSpPr>
            <p:cNvPr id="6727" name="组合 6726">
              <a:extLst>
                <a:ext uri="{FF2B5EF4-FFF2-40B4-BE49-F238E27FC236}">
                  <a16:creationId xmlns:a16="http://schemas.microsoft.com/office/drawing/2014/main" id="{E2FB4DA3-39C6-C337-E187-207C77365321}"/>
                </a:ext>
              </a:extLst>
            </p:cNvPr>
            <p:cNvGrpSpPr/>
            <p:nvPr/>
          </p:nvGrpSpPr>
          <p:grpSpPr>
            <a:xfrm>
              <a:off x="3689350" y="2032000"/>
              <a:ext cx="704850" cy="273050"/>
              <a:chOff x="3689350" y="2032000"/>
              <a:chExt cx="704850" cy="273050"/>
            </a:xfrm>
          </p:grpSpPr>
          <p:sp>
            <p:nvSpPr>
              <p:cNvPr id="6729" name="椭圆 6728">
                <a:extLst>
                  <a:ext uri="{FF2B5EF4-FFF2-40B4-BE49-F238E27FC236}">
                    <a16:creationId xmlns:a16="http://schemas.microsoft.com/office/drawing/2014/main" id="{8E35A4E8-1E95-D049-5B31-7E7690EA677C}"/>
                  </a:ext>
                </a:extLst>
              </p:cNvPr>
              <p:cNvSpPr/>
              <p:nvPr/>
            </p:nvSpPr>
            <p:spPr>
              <a:xfrm>
                <a:off x="3689350" y="2032000"/>
                <a:ext cx="603250" cy="273050"/>
              </a:xfrm>
              <a:prstGeom prst="ellipse">
                <a:avLst/>
              </a:prstGeom>
              <a:noFill/>
              <a:ln w="6350" cap="flat" cmpd="sng" algn="ctr">
                <a:solidFill>
                  <a:srgbClr val="666666">
                    <a:lumMod val="40000"/>
                    <a:lumOff val="60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  <p:sp>
            <p:nvSpPr>
              <p:cNvPr id="6730" name="椭圆 6729">
                <a:extLst>
                  <a:ext uri="{FF2B5EF4-FFF2-40B4-BE49-F238E27FC236}">
                    <a16:creationId xmlns:a16="http://schemas.microsoft.com/office/drawing/2014/main" id="{13C45AF9-92AD-4966-4CBC-4D12163616F4}"/>
                  </a:ext>
                </a:extLst>
              </p:cNvPr>
              <p:cNvSpPr/>
              <p:nvPr/>
            </p:nvSpPr>
            <p:spPr>
              <a:xfrm>
                <a:off x="3790950" y="2032000"/>
                <a:ext cx="603250" cy="27305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666666">
                    <a:lumMod val="40000"/>
                    <a:lumOff val="60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</p:grpSp>
        <p:sp>
          <p:nvSpPr>
            <p:cNvPr id="6728" name="椭圆 6727">
              <a:extLst>
                <a:ext uri="{FF2B5EF4-FFF2-40B4-BE49-F238E27FC236}">
                  <a16:creationId xmlns:a16="http://schemas.microsoft.com/office/drawing/2014/main" id="{4A7F9B4E-722A-EA95-F3B6-5ABA0C1C8A3C}"/>
                </a:ext>
              </a:extLst>
            </p:cNvPr>
            <p:cNvSpPr/>
            <p:nvPr/>
          </p:nvSpPr>
          <p:spPr>
            <a:xfrm>
              <a:off x="3924300" y="2038350"/>
              <a:ext cx="673100" cy="273050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应用</a:t>
              </a:r>
            </a:p>
          </p:txBody>
        </p:sp>
      </p:grpSp>
      <p:sp>
        <p:nvSpPr>
          <p:cNvPr id="6731" name="下箭头 6739">
            <a:extLst>
              <a:ext uri="{FF2B5EF4-FFF2-40B4-BE49-F238E27FC236}">
                <a16:creationId xmlns:a16="http://schemas.microsoft.com/office/drawing/2014/main" id="{348CE848-0403-5240-E919-1457274B6A76}"/>
              </a:ext>
            </a:extLst>
          </p:cNvPr>
          <p:cNvSpPr/>
          <p:nvPr/>
        </p:nvSpPr>
        <p:spPr>
          <a:xfrm>
            <a:off x="6388261" y="1990967"/>
            <a:ext cx="168626" cy="222250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6732" name="圆角矩形 6730">
            <a:extLst>
              <a:ext uri="{FF2B5EF4-FFF2-40B4-BE49-F238E27FC236}">
                <a16:creationId xmlns:a16="http://schemas.microsoft.com/office/drawing/2014/main" id="{F8057B1B-0CA9-6C38-78C1-456825FF5C58}"/>
              </a:ext>
            </a:extLst>
          </p:cNvPr>
          <p:cNvSpPr/>
          <p:nvPr/>
        </p:nvSpPr>
        <p:spPr>
          <a:xfrm>
            <a:off x="9630234" y="1206896"/>
            <a:ext cx="1908000" cy="214729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6733" name="文本框 6732">
            <a:extLst>
              <a:ext uri="{FF2B5EF4-FFF2-40B4-BE49-F238E27FC236}">
                <a16:creationId xmlns:a16="http://schemas.microsoft.com/office/drawing/2014/main" id="{7C7EA403-9AE6-89DB-9D78-1E199765F5F2}"/>
              </a:ext>
            </a:extLst>
          </p:cNvPr>
          <p:cNvSpPr txBox="1"/>
          <p:nvPr/>
        </p:nvSpPr>
        <p:spPr>
          <a:xfrm>
            <a:off x="10200030" y="1309511"/>
            <a:ext cx="76840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lang="zh-CN" altLang="en-US" sz="1050" kern="0" dirty="0">
                <a:solidFill>
                  <a:prstClr val="black"/>
                </a:solidFill>
                <a:latin typeface="微软雅黑"/>
              </a:rPr>
              <a:t>内容小标题</a:t>
            </a:r>
          </a:p>
        </p:txBody>
      </p:sp>
      <p:grpSp>
        <p:nvGrpSpPr>
          <p:cNvPr id="6734" name="组合 6733">
            <a:extLst>
              <a:ext uri="{FF2B5EF4-FFF2-40B4-BE49-F238E27FC236}">
                <a16:creationId xmlns:a16="http://schemas.microsoft.com/office/drawing/2014/main" id="{545C3B75-1811-DE9E-80C4-407FCD8F3DA8}"/>
              </a:ext>
            </a:extLst>
          </p:cNvPr>
          <p:cNvGrpSpPr/>
          <p:nvPr/>
        </p:nvGrpSpPr>
        <p:grpSpPr>
          <a:xfrm>
            <a:off x="9774234" y="2248296"/>
            <a:ext cx="1620000" cy="1017211"/>
            <a:chOff x="9774234" y="2248296"/>
            <a:chExt cx="1620000" cy="1017211"/>
          </a:xfrm>
        </p:grpSpPr>
        <p:sp>
          <p:nvSpPr>
            <p:cNvPr id="6735" name="矩形 6734">
              <a:extLst>
                <a:ext uri="{FF2B5EF4-FFF2-40B4-BE49-F238E27FC236}">
                  <a16:creationId xmlns:a16="http://schemas.microsoft.com/office/drawing/2014/main" id="{87EFFFA5-B74B-EC6D-E6F3-B086305C294A}"/>
                </a:ext>
              </a:extLst>
            </p:cNvPr>
            <p:cNvSpPr/>
            <p:nvPr/>
          </p:nvSpPr>
          <p:spPr>
            <a:xfrm>
              <a:off x="9774234" y="2248296"/>
              <a:ext cx="1620000" cy="1017211"/>
            </a:xfrm>
            <a:prstGeom prst="rect">
              <a:avLst/>
            </a:prstGeom>
            <a:solidFill>
              <a:srgbClr val="F9F9F9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736" name="圆角矩形 6732">
              <a:extLst>
                <a:ext uri="{FF2B5EF4-FFF2-40B4-BE49-F238E27FC236}">
                  <a16:creationId xmlns:a16="http://schemas.microsoft.com/office/drawing/2014/main" id="{640E976F-05B9-2FD0-5860-779FF881B8CD}"/>
                </a:ext>
              </a:extLst>
            </p:cNvPr>
            <p:cNvSpPr/>
            <p:nvPr/>
          </p:nvSpPr>
          <p:spPr>
            <a:xfrm>
              <a:off x="9905213" y="2308472"/>
              <a:ext cx="222587" cy="6480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txBody>
            <a:bodyPr l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密码平台  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D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737" name="文本框 6736">
              <a:extLst>
                <a:ext uri="{FF2B5EF4-FFF2-40B4-BE49-F238E27FC236}">
                  <a16:creationId xmlns:a16="http://schemas.microsoft.com/office/drawing/2014/main" id="{4B2C4082-AD7B-A33F-9AF2-A5D33FA24D84}"/>
                </a:ext>
              </a:extLst>
            </p:cNvPr>
            <p:cNvSpPr txBox="1"/>
            <p:nvPr/>
          </p:nvSpPr>
          <p:spPr>
            <a:xfrm>
              <a:off x="10230672" y="2370484"/>
              <a:ext cx="1012508" cy="216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pPr marL="0" marR="0" lvl="0" indent="0" algn="ctr" defTabSz="9290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1</a:t>
              </a:r>
            </a:p>
          </p:txBody>
        </p:sp>
        <p:sp>
          <p:nvSpPr>
            <p:cNvPr id="6738" name="文本框 6737">
              <a:extLst>
                <a:ext uri="{FF2B5EF4-FFF2-40B4-BE49-F238E27FC236}">
                  <a16:creationId xmlns:a16="http://schemas.microsoft.com/office/drawing/2014/main" id="{D357618E-CB5E-CA84-2D50-A367BD753E29}"/>
                </a:ext>
              </a:extLst>
            </p:cNvPr>
            <p:cNvSpPr txBox="1"/>
            <p:nvPr/>
          </p:nvSpPr>
          <p:spPr>
            <a:xfrm>
              <a:off x="10222085" y="2686196"/>
              <a:ext cx="1021671" cy="200055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rgbClr val="666666">
                  <a:lumMod val="40000"/>
                  <a:lumOff val="60000"/>
                </a:srgbClr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2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739" name="文本框 6738">
              <a:extLst>
                <a:ext uri="{FF2B5EF4-FFF2-40B4-BE49-F238E27FC236}">
                  <a16:creationId xmlns:a16="http://schemas.microsoft.com/office/drawing/2014/main" id="{3279C8AF-35AD-591D-3DEC-496EDE018ABA}"/>
                </a:ext>
              </a:extLst>
            </p:cNvPr>
            <p:cNvSpPr txBox="1"/>
            <p:nvPr/>
          </p:nvSpPr>
          <p:spPr>
            <a:xfrm>
              <a:off x="10183812" y="3026411"/>
              <a:ext cx="80084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内容样式</a:t>
              </a:r>
            </a:p>
          </p:txBody>
        </p:sp>
      </p:grpSp>
      <p:grpSp>
        <p:nvGrpSpPr>
          <p:cNvPr id="6740" name="组合 6739">
            <a:extLst>
              <a:ext uri="{FF2B5EF4-FFF2-40B4-BE49-F238E27FC236}">
                <a16:creationId xmlns:a16="http://schemas.microsoft.com/office/drawing/2014/main" id="{98C54036-214B-4C02-A60E-0532C098C447}"/>
              </a:ext>
            </a:extLst>
          </p:cNvPr>
          <p:cNvGrpSpPr/>
          <p:nvPr/>
        </p:nvGrpSpPr>
        <p:grpSpPr>
          <a:xfrm>
            <a:off x="10101963" y="1581547"/>
            <a:ext cx="964542" cy="279400"/>
            <a:chOff x="3689350" y="2032000"/>
            <a:chExt cx="908050" cy="279400"/>
          </a:xfrm>
        </p:grpSpPr>
        <p:grpSp>
          <p:nvGrpSpPr>
            <p:cNvPr id="6741" name="组合 6740">
              <a:extLst>
                <a:ext uri="{FF2B5EF4-FFF2-40B4-BE49-F238E27FC236}">
                  <a16:creationId xmlns:a16="http://schemas.microsoft.com/office/drawing/2014/main" id="{6C2A615D-6983-BA4C-2BD5-45886E5C7538}"/>
                </a:ext>
              </a:extLst>
            </p:cNvPr>
            <p:cNvGrpSpPr/>
            <p:nvPr/>
          </p:nvGrpSpPr>
          <p:grpSpPr>
            <a:xfrm>
              <a:off x="3689350" y="2032000"/>
              <a:ext cx="704850" cy="273050"/>
              <a:chOff x="3689350" y="2032000"/>
              <a:chExt cx="704850" cy="273050"/>
            </a:xfrm>
          </p:grpSpPr>
          <p:sp>
            <p:nvSpPr>
              <p:cNvPr id="6743" name="椭圆 6742">
                <a:extLst>
                  <a:ext uri="{FF2B5EF4-FFF2-40B4-BE49-F238E27FC236}">
                    <a16:creationId xmlns:a16="http://schemas.microsoft.com/office/drawing/2014/main" id="{F6D35DE8-49CD-EE3D-7EF8-BF227A3A0E09}"/>
                  </a:ext>
                </a:extLst>
              </p:cNvPr>
              <p:cNvSpPr/>
              <p:nvPr/>
            </p:nvSpPr>
            <p:spPr>
              <a:xfrm>
                <a:off x="3689350" y="2032000"/>
                <a:ext cx="603250" cy="273050"/>
              </a:xfrm>
              <a:prstGeom prst="ellipse">
                <a:avLst/>
              </a:prstGeom>
              <a:noFill/>
              <a:ln w="6350" cap="flat" cmpd="sng" algn="ctr">
                <a:solidFill>
                  <a:srgbClr val="666666">
                    <a:lumMod val="40000"/>
                    <a:lumOff val="60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  <p:sp>
            <p:nvSpPr>
              <p:cNvPr id="6744" name="椭圆 6743">
                <a:extLst>
                  <a:ext uri="{FF2B5EF4-FFF2-40B4-BE49-F238E27FC236}">
                    <a16:creationId xmlns:a16="http://schemas.microsoft.com/office/drawing/2014/main" id="{40EDCD1B-62B3-47A3-F729-E772A3FE9208}"/>
                  </a:ext>
                </a:extLst>
              </p:cNvPr>
              <p:cNvSpPr/>
              <p:nvPr/>
            </p:nvSpPr>
            <p:spPr>
              <a:xfrm>
                <a:off x="3790950" y="2032000"/>
                <a:ext cx="603250" cy="27305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666666">
                    <a:lumMod val="40000"/>
                    <a:lumOff val="60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</p:grpSp>
        <p:sp>
          <p:nvSpPr>
            <p:cNvPr id="6742" name="椭圆 6741">
              <a:extLst>
                <a:ext uri="{FF2B5EF4-FFF2-40B4-BE49-F238E27FC236}">
                  <a16:creationId xmlns:a16="http://schemas.microsoft.com/office/drawing/2014/main" id="{4EC993EE-059A-56FC-B0F9-F33DE506F062}"/>
                </a:ext>
              </a:extLst>
            </p:cNvPr>
            <p:cNvSpPr/>
            <p:nvPr/>
          </p:nvSpPr>
          <p:spPr>
            <a:xfrm>
              <a:off x="3924300" y="2038350"/>
              <a:ext cx="673100" cy="273050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应用</a:t>
              </a:r>
            </a:p>
          </p:txBody>
        </p:sp>
      </p:grpSp>
      <p:sp>
        <p:nvSpPr>
          <p:cNvPr id="6745" name="下箭头 6739">
            <a:extLst>
              <a:ext uri="{FF2B5EF4-FFF2-40B4-BE49-F238E27FC236}">
                <a16:creationId xmlns:a16="http://schemas.microsoft.com/office/drawing/2014/main" id="{EAAFE238-A541-596F-D4D9-B0F861605B7A}"/>
              </a:ext>
            </a:extLst>
          </p:cNvPr>
          <p:cNvSpPr/>
          <p:nvPr/>
        </p:nvSpPr>
        <p:spPr>
          <a:xfrm>
            <a:off x="10499921" y="1990967"/>
            <a:ext cx="168626" cy="222250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6746" name="圆角矩形 6730">
            <a:extLst>
              <a:ext uri="{FF2B5EF4-FFF2-40B4-BE49-F238E27FC236}">
                <a16:creationId xmlns:a16="http://schemas.microsoft.com/office/drawing/2014/main" id="{61C81F37-9AAE-96F5-B03E-0C6734E44E29}"/>
              </a:ext>
            </a:extLst>
          </p:cNvPr>
          <p:cNvSpPr/>
          <p:nvPr/>
        </p:nvSpPr>
        <p:spPr>
          <a:xfrm>
            <a:off x="7577736" y="1206896"/>
            <a:ext cx="1908000" cy="214729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 cmpd="sng" algn="ctr">
            <a:solidFill>
              <a:srgbClr val="666666">
                <a:lumMod val="40000"/>
                <a:lumOff val="60000"/>
              </a:srgbClr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6747" name="文本框 6746">
            <a:extLst>
              <a:ext uri="{FF2B5EF4-FFF2-40B4-BE49-F238E27FC236}">
                <a16:creationId xmlns:a16="http://schemas.microsoft.com/office/drawing/2014/main" id="{5AEC4EAB-EEFA-3640-F130-15E71B928F90}"/>
              </a:ext>
            </a:extLst>
          </p:cNvPr>
          <p:cNvSpPr txBox="1"/>
          <p:nvPr/>
        </p:nvSpPr>
        <p:spPr>
          <a:xfrm>
            <a:off x="8147532" y="1309511"/>
            <a:ext cx="76840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lang="zh-CN" altLang="en-US" sz="1050" kern="0" dirty="0">
                <a:solidFill>
                  <a:prstClr val="black"/>
                </a:solidFill>
                <a:latin typeface="微软雅黑"/>
              </a:rPr>
              <a:t>内容小标题</a:t>
            </a:r>
          </a:p>
        </p:txBody>
      </p:sp>
      <p:grpSp>
        <p:nvGrpSpPr>
          <p:cNvPr id="6748" name="组合 6747">
            <a:extLst>
              <a:ext uri="{FF2B5EF4-FFF2-40B4-BE49-F238E27FC236}">
                <a16:creationId xmlns:a16="http://schemas.microsoft.com/office/drawing/2014/main" id="{05203647-2133-1F49-81A9-AF90F7F1655C}"/>
              </a:ext>
            </a:extLst>
          </p:cNvPr>
          <p:cNvGrpSpPr/>
          <p:nvPr/>
        </p:nvGrpSpPr>
        <p:grpSpPr>
          <a:xfrm>
            <a:off x="7721736" y="2248296"/>
            <a:ext cx="1620000" cy="1017211"/>
            <a:chOff x="7721736" y="2248296"/>
            <a:chExt cx="1620000" cy="1017211"/>
          </a:xfrm>
        </p:grpSpPr>
        <p:sp>
          <p:nvSpPr>
            <p:cNvPr id="6749" name="矩形 6748">
              <a:extLst>
                <a:ext uri="{FF2B5EF4-FFF2-40B4-BE49-F238E27FC236}">
                  <a16:creationId xmlns:a16="http://schemas.microsoft.com/office/drawing/2014/main" id="{1E44B55A-B794-E9A8-73C4-11FBC70581A5}"/>
                </a:ext>
              </a:extLst>
            </p:cNvPr>
            <p:cNvSpPr/>
            <p:nvPr/>
          </p:nvSpPr>
          <p:spPr>
            <a:xfrm>
              <a:off x="7721736" y="2248296"/>
              <a:ext cx="1620000" cy="1017211"/>
            </a:xfrm>
            <a:prstGeom prst="rect">
              <a:avLst/>
            </a:prstGeom>
            <a:solidFill>
              <a:srgbClr val="F9F9F9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dash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750" name="圆角矩形 6732">
              <a:extLst>
                <a:ext uri="{FF2B5EF4-FFF2-40B4-BE49-F238E27FC236}">
                  <a16:creationId xmlns:a16="http://schemas.microsoft.com/office/drawing/2014/main" id="{75E027FA-9D88-CAE1-EF0F-B4272A2C3334}"/>
                </a:ext>
              </a:extLst>
            </p:cNvPr>
            <p:cNvSpPr/>
            <p:nvPr/>
          </p:nvSpPr>
          <p:spPr>
            <a:xfrm>
              <a:off x="7852715" y="2308472"/>
              <a:ext cx="222587" cy="648000"/>
            </a:xfrm>
            <a:prstGeom prst="roundRect">
              <a:avLst>
                <a:gd name="adj" fmla="val 0"/>
              </a:avLst>
            </a:prstGeom>
            <a:noFill/>
            <a:ln w="6350">
              <a:noFill/>
            </a:ln>
          </p:spPr>
          <p:txBody>
            <a:bodyPr l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密码平台  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C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751" name="文本框 6750">
              <a:extLst>
                <a:ext uri="{FF2B5EF4-FFF2-40B4-BE49-F238E27FC236}">
                  <a16:creationId xmlns:a16="http://schemas.microsoft.com/office/drawing/2014/main" id="{50533BD1-E447-938E-A342-8378EB024CDF}"/>
                </a:ext>
              </a:extLst>
            </p:cNvPr>
            <p:cNvSpPr txBox="1"/>
            <p:nvPr/>
          </p:nvSpPr>
          <p:spPr>
            <a:xfrm>
              <a:off x="8178174" y="2370484"/>
              <a:ext cx="1012508" cy="216000"/>
            </a:xfrm>
            <a:prstGeom prst="rect">
              <a:avLst/>
            </a:prstGeom>
            <a:solidFill>
              <a:srgbClr val="FFF1EF">
                <a:alpha val="56000"/>
              </a:srgbClr>
            </a:solidFill>
            <a:ln w="3175" cap="flat" cmpd="sng" algn="ctr">
              <a:solidFill>
                <a:srgbClr val="C00000">
                  <a:alpha val="45000"/>
                </a:srgbClr>
              </a:solidFill>
              <a:prstDash val="solid"/>
              <a:miter lim="800000"/>
            </a:ln>
            <a:effectLst/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en-US"/>
              </a:defPPr>
              <a:lvl1pPr algn="ctr" defTabSz="929019">
                <a:defRPr sz="700" kern="0">
                  <a:solidFill>
                    <a:srgbClr val="C00000"/>
                  </a:solidFill>
                  <a:latin typeface="+mn-ea"/>
                </a:defRPr>
              </a:lvl1pPr>
            </a:lstStyle>
            <a:p>
              <a:pPr marL="0" marR="0" lvl="0" indent="0" algn="ctr" defTabSz="92901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/>
                </a:rPr>
                <a:t>1</a:t>
              </a:r>
            </a:p>
          </p:txBody>
        </p:sp>
        <p:sp>
          <p:nvSpPr>
            <p:cNvPr id="6752" name="文本框 6751">
              <a:extLst>
                <a:ext uri="{FF2B5EF4-FFF2-40B4-BE49-F238E27FC236}">
                  <a16:creationId xmlns:a16="http://schemas.microsoft.com/office/drawing/2014/main" id="{99E6C0D1-5A6F-3FDD-1C3A-6CC2618BB633}"/>
                </a:ext>
              </a:extLst>
            </p:cNvPr>
            <p:cNvSpPr txBox="1"/>
            <p:nvPr/>
          </p:nvSpPr>
          <p:spPr>
            <a:xfrm>
              <a:off x="8169587" y="2686196"/>
              <a:ext cx="1021671" cy="200055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rgbClr val="666666">
                  <a:lumMod val="40000"/>
                  <a:lumOff val="60000"/>
                </a:srgbClr>
              </a:solidFill>
            </a:ln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内容</a:t>
              </a:r>
              <a:r>
                <a:rPr kumimoji="0" lang="en-US" altLang="zh-CN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2</a:t>
              </a:r>
              <a:endPara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</a:endParaRPr>
            </a:p>
          </p:txBody>
        </p:sp>
        <p:sp>
          <p:nvSpPr>
            <p:cNvPr id="6753" name="文本框 6752">
              <a:extLst>
                <a:ext uri="{FF2B5EF4-FFF2-40B4-BE49-F238E27FC236}">
                  <a16:creationId xmlns:a16="http://schemas.microsoft.com/office/drawing/2014/main" id="{7FA863AB-A3F1-9AFD-78EC-4CA36AA455EB}"/>
                </a:ext>
              </a:extLst>
            </p:cNvPr>
            <p:cNvSpPr txBox="1"/>
            <p:nvPr/>
          </p:nvSpPr>
          <p:spPr>
            <a:xfrm>
              <a:off x="8131314" y="3026411"/>
              <a:ext cx="80084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内容样式</a:t>
              </a:r>
            </a:p>
          </p:txBody>
        </p:sp>
      </p:grpSp>
      <p:grpSp>
        <p:nvGrpSpPr>
          <p:cNvPr id="6754" name="组合 6753">
            <a:extLst>
              <a:ext uri="{FF2B5EF4-FFF2-40B4-BE49-F238E27FC236}">
                <a16:creationId xmlns:a16="http://schemas.microsoft.com/office/drawing/2014/main" id="{E79203EB-9E1B-0DB1-16E7-BAA979BE997F}"/>
              </a:ext>
            </a:extLst>
          </p:cNvPr>
          <p:cNvGrpSpPr/>
          <p:nvPr/>
        </p:nvGrpSpPr>
        <p:grpSpPr>
          <a:xfrm>
            <a:off x="8049465" y="1581547"/>
            <a:ext cx="964542" cy="279400"/>
            <a:chOff x="3689350" y="2032000"/>
            <a:chExt cx="908050" cy="279400"/>
          </a:xfrm>
        </p:grpSpPr>
        <p:grpSp>
          <p:nvGrpSpPr>
            <p:cNvPr id="6755" name="组合 6754">
              <a:extLst>
                <a:ext uri="{FF2B5EF4-FFF2-40B4-BE49-F238E27FC236}">
                  <a16:creationId xmlns:a16="http://schemas.microsoft.com/office/drawing/2014/main" id="{FFD0D36D-7F10-BC16-9FB8-58795B37BD01}"/>
                </a:ext>
              </a:extLst>
            </p:cNvPr>
            <p:cNvGrpSpPr/>
            <p:nvPr/>
          </p:nvGrpSpPr>
          <p:grpSpPr>
            <a:xfrm>
              <a:off x="3689350" y="2032000"/>
              <a:ext cx="704850" cy="273050"/>
              <a:chOff x="3689350" y="2032000"/>
              <a:chExt cx="704850" cy="273050"/>
            </a:xfrm>
          </p:grpSpPr>
          <p:sp>
            <p:nvSpPr>
              <p:cNvPr id="6757" name="椭圆 6756">
                <a:extLst>
                  <a:ext uri="{FF2B5EF4-FFF2-40B4-BE49-F238E27FC236}">
                    <a16:creationId xmlns:a16="http://schemas.microsoft.com/office/drawing/2014/main" id="{D418101E-31D8-D09E-1BDC-3DCFB0AA0DBC}"/>
                  </a:ext>
                </a:extLst>
              </p:cNvPr>
              <p:cNvSpPr/>
              <p:nvPr/>
            </p:nvSpPr>
            <p:spPr>
              <a:xfrm>
                <a:off x="3689350" y="2032000"/>
                <a:ext cx="603250" cy="273050"/>
              </a:xfrm>
              <a:prstGeom prst="ellipse">
                <a:avLst/>
              </a:prstGeom>
              <a:noFill/>
              <a:ln w="6350" cap="flat" cmpd="sng" algn="ctr">
                <a:solidFill>
                  <a:srgbClr val="666666">
                    <a:lumMod val="40000"/>
                    <a:lumOff val="60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  <p:sp>
            <p:nvSpPr>
              <p:cNvPr id="6758" name="椭圆 6757">
                <a:extLst>
                  <a:ext uri="{FF2B5EF4-FFF2-40B4-BE49-F238E27FC236}">
                    <a16:creationId xmlns:a16="http://schemas.microsoft.com/office/drawing/2014/main" id="{D9C19850-2206-5155-48D5-C3C76AF54F87}"/>
                  </a:ext>
                </a:extLst>
              </p:cNvPr>
              <p:cNvSpPr/>
              <p:nvPr/>
            </p:nvSpPr>
            <p:spPr>
              <a:xfrm>
                <a:off x="3790950" y="2032000"/>
                <a:ext cx="603250" cy="273050"/>
              </a:xfrm>
              <a:prstGeom prst="ellipse">
                <a:avLst/>
              </a:prstGeom>
              <a:solidFill>
                <a:sysClr val="window" lastClr="FFFFFF"/>
              </a:solidFill>
              <a:ln w="6350" cap="flat" cmpd="sng" algn="ctr">
                <a:solidFill>
                  <a:srgbClr val="666666">
                    <a:lumMod val="40000"/>
                    <a:lumOff val="60000"/>
                  </a:srgbClr>
                </a:solidFill>
                <a:prstDash val="solid"/>
                <a:miter lim="800000"/>
              </a:ln>
              <a:effectLst/>
            </p:spPr>
            <p:txBody>
              <a:bodyPr lIns="0" r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</a:endParaRPr>
              </a:p>
            </p:txBody>
          </p:sp>
        </p:grpSp>
        <p:sp>
          <p:nvSpPr>
            <p:cNvPr id="6756" name="椭圆 6755">
              <a:extLst>
                <a:ext uri="{FF2B5EF4-FFF2-40B4-BE49-F238E27FC236}">
                  <a16:creationId xmlns:a16="http://schemas.microsoft.com/office/drawing/2014/main" id="{02D9A276-3497-A923-CAEE-633539F2B6B7}"/>
                </a:ext>
              </a:extLst>
            </p:cNvPr>
            <p:cNvSpPr/>
            <p:nvPr/>
          </p:nvSpPr>
          <p:spPr>
            <a:xfrm>
              <a:off x="3924300" y="2038350"/>
              <a:ext cx="673100" cy="273050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66666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</a:rPr>
                <a:t>应用</a:t>
              </a:r>
            </a:p>
          </p:txBody>
        </p:sp>
      </p:grpSp>
      <p:sp>
        <p:nvSpPr>
          <p:cNvPr id="6759" name="下箭头 6739">
            <a:extLst>
              <a:ext uri="{FF2B5EF4-FFF2-40B4-BE49-F238E27FC236}">
                <a16:creationId xmlns:a16="http://schemas.microsoft.com/office/drawing/2014/main" id="{374BE6A2-20B7-76EF-982E-2F5C76EB33FE}"/>
              </a:ext>
            </a:extLst>
          </p:cNvPr>
          <p:cNvSpPr/>
          <p:nvPr/>
        </p:nvSpPr>
        <p:spPr>
          <a:xfrm>
            <a:off x="8447423" y="1990967"/>
            <a:ext cx="168626" cy="222250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6760" name="下箭头 6779">
            <a:extLst>
              <a:ext uri="{FF2B5EF4-FFF2-40B4-BE49-F238E27FC236}">
                <a16:creationId xmlns:a16="http://schemas.microsoft.com/office/drawing/2014/main" id="{9F57EF1C-E77D-CBC0-F43A-BC251813CBE3}"/>
              </a:ext>
            </a:extLst>
          </p:cNvPr>
          <p:cNvSpPr/>
          <p:nvPr/>
        </p:nvSpPr>
        <p:spPr>
          <a:xfrm>
            <a:off x="4355156" y="4842824"/>
            <a:ext cx="143173" cy="284669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6761" name="下箭头 6780">
            <a:extLst>
              <a:ext uri="{FF2B5EF4-FFF2-40B4-BE49-F238E27FC236}">
                <a16:creationId xmlns:a16="http://schemas.microsoft.com/office/drawing/2014/main" id="{0C7EDA74-3D23-B3BC-4539-6FBCC4D4A6D5}"/>
              </a:ext>
            </a:extLst>
          </p:cNvPr>
          <p:cNvSpPr/>
          <p:nvPr/>
        </p:nvSpPr>
        <p:spPr>
          <a:xfrm>
            <a:off x="6400988" y="4836209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6762" name="下箭头 6781">
            <a:extLst>
              <a:ext uri="{FF2B5EF4-FFF2-40B4-BE49-F238E27FC236}">
                <a16:creationId xmlns:a16="http://schemas.microsoft.com/office/drawing/2014/main" id="{49D516D0-2433-9186-9D25-D141E3C084ED}"/>
              </a:ext>
            </a:extLst>
          </p:cNvPr>
          <p:cNvSpPr/>
          <p:nvPr/>
        </p:nvSpPr>
        <p:spPr>
          <a:xfrm>
            <a:off x="8460150" y="4840619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 dirty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6763" name="下箭头 6781">
            <a:extLst>
              <a:ext uri="{FF2B5EF4-FFF2-40B4-BE49-F238E27FC236}">
                <a16:creationId xmlns:a16="http://schemas.microsoft.com/office/drawing/2014/main" id="{CC69CC7C-6EB9-D439-C6BE-2A0741320777}"/>
              </a:ext>
            </a:extLst>
          </p:cNvPr>
          <p:cNvSpPr/>
          <p:nvPr/>
        </p:nvSpPr>
        <p:spPr>
          <a:xfrm>
            <a:off x="10512648" y="4840619"/>
            <a:ext cx="143173" cy="271253"/>
          </a:xfrm>
          <a:prstGeom prst="downArrow">
            <a:avLst/>
          </a:prstGeom>
          <a:gradFill flip="none" rotWithShape="1">
            <a:gsLst>
              <a:gs pos="0">
                <a:srgbClr val="C00000">
                  <a:alpha val="0"/>
                </a:srgbClr>
              </a:gs>
              <a:gs pos="100000">
                <a:srgbClr val="C00000">
                  <a:alpha val="67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914400">
              <a:defRPr/>
            </a:pPr>
            <a:endParaRPr lang="zh-CN" altLang="en-US" sz="1600" kern="0">
              <a:solidFill>
                <a:prstClr val="white"/>
              </a:solidFill>
              <a:latin typeface="微软雅黑"/>
            </a:endParaRPr>
          </a:p>
        </p:txBody>
      </p:sp>
      <p:sp>
        <p:nvSpPr>
          <p:cNvPr id="6764" name="文本框 6763">
            <a:extLst>
              <a:ext uri="{FF2B5EF4-FFF2-40B4-BE49-F238E27FC236}">
                <a16:creationId xmlns:a16="http://schemas.microsoft.com/office/drawing/2014/main" id="{7C3969EE-EA89-ECDD-FBBA-D700FFBA2DA6}"/>
              </a:ext>
            </a:extLst>
          </p:cNvPr>
          <p:cNvSpPr txBox="1"/>
          <p:nvPr/>
        </p:nvSpPr>
        <p:spPr>
          <a:xfrm>
            <a:off x="4426583" y="4492061"/>
            <a:ext cx="67279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defRPr/>
            </a:pPr>
            <a:r>
              <a:rPr lang="zh-CN" altLang="en-US" sz="800" kern="0" dirty="0">
                <a:solidFill>
                  <a:prstClr val="black"/>
                </a:solidFill>
                <a:latin typeface="微软雅黑"/>
              </a:rPr>
              <a:t>内容样式</a:t>
            </a:r>
          </a:p>
        </p:txBody>
      </p:sp>
      <p:grpSp>
        <p:nvGrpSpPr>
          <p:cNvPr id="6765" name="组合 6764">
            <a:extLst>
              <a:ext uri="{FF2B5EF4-FFF2-40B4-BE49-F238E27FC236}">
                <a16:creationId xmlns:a16="http://schemas.microsoft.com/office/drawing/2014/main" id="{DF064C66-096C-C1E5-21E9-51832F3AC03B}"/>
              </a:ext>
            </a:extLst>
          </p:cNvPr>
          <p:cNvGrpSpPr/>
          <p:nvPr/>
        </p:nvGrpSpPr>
        <p:grpSpPr>
          <a:xfrm>
            <a:off x="11785963" y="50800"/>
            <a:ext cx="360000" cy="360000"/>
            <a:chOff x="11116969" y="261000"/>
            <a:chExt cx="360000" cy="360000"/>
          </a:xfrm>
        </p:grpSpPr>
        <p:sp>
          <p:nvSpPr>
            <p:cNvPr id="6766" name="矩形 6765">
              <a:hlinkClick r:id="rId2" action="ppaction://hlinksldjump"/>
              <a:extLst>
                <a:ext uri="{FF2B5EF4-FFF2-40B4-BE49-F238E27FC236}">
                  <a16:creationId xmlns:a16="http://schemas.microsoft.com/office/drawing/2014/main" id="{3937EC1A-A3A6-2A23-5384-8369F216AFB7}"/>
                </a:ext>
              </a:extLst>
            </p:cNvPr>
            <p:cNvSpPr/>
            <p:nvPr/>
          </p:nvSpPr>
          <p:spPr>
            <a:xfrm>
              <a:off x="11116969" y="261000"/>
              <a:ext cx="360000" cy="36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</a:endParaRPr>
            </a:p>
          </p:txBody>
        </p:sp>
        <p:cxnSp>
          <p:nvCxnSpPr>
            <p:cNvPr id="6767" name="直接连接符 6766">
              <a:hlinkClick r:id="rId2" action="ppaction://hlinksldjump"/>
              <a:extLst>
                <a:ext uri="{FF2B5EF4-FFF2-40B4-BE49-F238E27FC236}">
                  <a16:creationId xmlns:a16="http://schemas.microsoft.com/office/drawing/2014/main" id="{23B7C25B-2167-C53D-912A-8BC59AEFB77E}"/>
                </a:ext>
              </a:extLst>
            </p:cNvPr>
            <p:cNvCxnSpPr/>
            <p:nvPr/>
          </p:nvCxnSpPr>
          <p:spPr>
            <a:xfrm>
              <a:off x="11224969" y="441000"/>
              <a:ext cx="252000" cy="0"/>
            </a:xfrm>
            <a:prstGeom prst="line">
              <a:avLst/>
            </a:prstGeom>
            <a:noFill/>
            <a:ln w="6350" cap="flat" cmpd="sng" algn="ctr">
              <a:solidFill>
                <a:srgbClr val="666666">
                  <a:lumMod val="60000"/>
                  <a:lumOff val="40000"/>
                </a:srgbClr>
              </a:solidFill>
              <a:prstDash val="solid"/>
              <a:miter lim="800000"/>
              <a:headEnd type="arrow" w="lg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639960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包图主题2">
  <a:themeElements>
    <a:clrScheme name="自定义 28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24242"/>
      </a:accent1>
      <a:accent2>
        <a:srgbClr val="424242"/>
      </a:accent2>
      <a:accent3>
        <a:srgbClr val="424242"/>
      </a:accent3>
      <a:accent4>
        <a:srgbClr val="424242"/>
      </a:accent4>
      <a:accent5>
        <a:srgbClr val="424242"/>
      </a:accent5>
      <a:accent6>
        <a:srgbClr val="424242"/>
      </a:accent6>
      <a:hlink>
        <a:srgbClr val="FFFFFF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24/3">
    <a:dk1>
      <a:srgbClr val="1D1D1A"/>
    </a:dk1>
    <a:lt1>
      <a:srgbClr val="666666"/>
    </a:lt1>
    <a:dk2>
      <a:srgbClr val="FFFFFF"/>
    </a:dk2>
    <a:lt2>
      <a:srgbClr val="DDDDDD"/>
    </a:lt2>
    <a:accent1>
      <a:srgbClr val="C7000B"/>
    </a:accent1>
    <a:accent2>
      <a:srgbClr val="F85948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2024/3">
    <a:dk1>
      <a:srgbClr val="1D1D1A"/>
    </a:dk1>
    <a:lt1>
      <a:srgbClr val="666666"/>
    </a:lt1>
    <a:dk2>
      <a:srgbClr val="FFFFFF"/>
    </a:dk2>
    <a:lt2>
      <a:srgbClr val="DDDDDD"/>
    </a:lt2>
    <a:accent1>
      <a:srgbClr val="C7000B"/>
    </a:accent1>
    <a:accent2>
      <a:srgbClr val="F85948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2024/3">
    <a:dk1>
      <a:srgbClr val="1D1D1A"/>
    </a:dk1>
    <a:lt1>
      <a:srgbClr val="666666"/>
    </a:lt1>
    <a:dk2>
      <a:srgbClr val="FFFFFF"/>
    </a:dk2>
    <a:lt2>
      <a:srgbClr val="DDDDDD"/>
    </a:lt2>
    <a:accent1>
      <a:srgbClr val="C7000B"/>
    </a:accent1>
    <a:accent2>
      <a:srgbClr val="F85948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2024/3">
    <a:dk1>
      <a:srgbClr val="1D1D1A"/>
    </a:dk1>
    <a:lt1>
      <a:srgbClr val="666666"/>
    </a:lt1>
    <a:dk2>
      <a:srgbClr val="FFFFFF"/>
    </a:dk2>
    <a:lt2>
      <a:srgbClr val="DDDDDD"/>
    </a:lt2>
    <a:accent1>
      <a:srgbClr val="C7000B"/>
    </a:accent1>
    <a:accent2>
      <a:srgbClr val="F85948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2024/3">
    <a:dk1>
      <a:srgbClr val="1D1D1A"/>
    </a:dk1>
    <a:lt1>
      <a:srgbClr val="666666"/>
    </a:lt1>
    <a:dk2>
      <a:srgbClr val="FFFFFF"/>
    </a:dk2>
    <a:lt2>
      <a:srgbClr val="DDDDDD"/>
    </a:lt2>
    <a:accent1>
      <a:srgbClr val="C7000B"/>
    </a:accent1>
    <a:accent2>
      <a:srgbClr val="F85948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2024/3">
    <a:dk1>
      <a:srgbClr val="1D1D1A"/>
    </a:dk1>
    <a:lt1>
      <a:srgbClr val="666666"/>
    </a:lt1>
    <a:dk2>
      <a:srgbClr val="FFFFFF"/>
    </a:dk2>
    <a:lt2>
      <a:srgbClr val="DDDDDD"/>
    </a:lt2>
    <a:accent1>
      <a:srgbClr val="C7000B"/>
    </a:accent1>
    <a:accent2>
      <a:srgbClr val="F85948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s3mybkyp">
    <a:majorFont>
      <a:latin typeface="Arial" panose="020F0302020204030204"/>
      <a:ea typeface="微软雅黑"/>
      <a:cs typeface=""/>
    </a:majorFont>
    <a:minorFont>
      <a:latin typeface="Arial" panose="020F0502020204030204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2024/3">
    <a:dk1>
      <a:srgbClr val="1D1D1A"/>
    </a:dk1>
    <a:lt1>
      <a:srgbClr val="666666"/>
    </a:lt1>
    <a:dk2>
      <a:srgbClr val="FFFFFF"/>
    </a:dk2>
    <a:lt2>
      <a:srgbClr val="DDDDDD"/>
    </a:lt2>
    <a:accent1>
      <a:srgbClr val="C7000B"/>
    </a:accent1>
    <a:accent2>
      <a:srgbClr val="F85948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微软雅黑"/>
      <a:ea typeface="微软雅黑"/>
      <a:cs typeface=""/>
    </a:majorFont>
    <a:minorFont>
      <a:latin typeface="微软雅黑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4542</TotalTime>
  <Words>4798</Words>
  <Application>Microsoft Office PowerPoint</Application>
  <PresentationFormat>宽屏</PresentationFormat>
  <Paragraphs>1079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.AppleSystemUIFont</vt:lpstr>
      <vt:lpstr>等线</vt:lpstr>
      <vt:lpstr>Microsoft YaHei</vt:lpstr>
      <vt:lpstr>Microsoft YaHei</vt:lpstr>
      <vt:lpstr>Arial</vt:lpstr>
      <vt:lpstr>Wingdings</vt:lpstr>
      <vt:lpstr>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Pengjiahui(Jeffy)</cp:lastModifiedBy>
  <cp:revision>846</cp:revision>
  <dcterms:created xsi:type="dcterms:W3CDTF">2017-08-18T03:02:00Z</dcterms:created>
  <dcterms:modified xsi:type="dcterms:W3CDTF">2026-05-30T07:29:05Z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